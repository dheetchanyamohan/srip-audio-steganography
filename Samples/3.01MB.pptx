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4"/>
  </p:notesMasterIdLst>
  <p:sldIdLst>
    <p:sldId id="256" r:id="rId2"/>
    <p:sldId id="557" r:id="rId3"/>
    <p:sldId id="560" r:id="rId4"/>
    <p:sldId id="558" r:id="rId5"/>
    <p:sldId id="559" r:id="rId6"/>
    <p:sldId id="561" r:id="rId7"/>
    <p:sldId id="562" r:id="rId8"/>
    <p:sldId id="563" r:id="rId9"/>
    <p:sldId id="564" r:id="rId10"/>
    <p:sldId id="565" r:id="rId11"/>
    <p:sldId id="566" r:id="rId12"/>
    <p:sldId id="567" r:id="rId13"/>
    <p:sldId id="568" r:id="rId14"/>
    <p:sldId id="569" r:id="rId15"/>
    <p:sldId id="570" r:id="rId16"/>
    <p:sldId id="571" r:id="rId17"/>
    <p:sldId id="572" r:id="rId18"/>
    <p:sldId id="573" r:id="rId19"/>
    <p:sldId id="574" r:id="rId20"/>
    <p:sldId id="575" r:id="rId21"/>
    <p:sldId id="576" r:id="rId22"/>
    <p:sldId id="577" r:id="rId23"/>
    <p:sldId id="578" r:id="rId24"/>
    <p:sldId id="580" r:id="rId25"/>
    <p:sldId id="581" r:id="rId26"/>
    <p:sldId id="579" r:id="rId27"/>
    <p:sldId id="582" r:id="rId28"/>
    <p:sldId id="587" r:id="rId29"/>
    <p:sldId id="583" r:id="rId30"/>
    <p:sldId id="584" r:id="rId31"/>
    <p:sldId id="585" r:id="rId32"/>
    <p:sldId id="586" r:id="rId33"/>
    <p:sldId id="590" r:id="rId34"/>
    <p:sldId id="588" r:id="rId35"/>
    <p:sldId id="589" r:id="rId36"/>
    <p:sldId id="591" r:id="rId37"/>
    <p:sldId id="592" r:id="rId38"/>
    <p:sldId id="593" r:id="rId39"/>
    <p:sldId id="594" r:id="rId40"/>
    <p:sldId id="595" r:id="rId41"/>
    <p:sldId id="596" r:id="rId42"/>
    <p:sldId id="597" r:id="rId43"/>
    <p:sldId id="603" r:id="rId44"/>
    <p:sldId id="604" r:id="rId45"/>
    <p:sldId id="605" r:id="rId46"/>
    <p:sldId id="606" r:id="rId47"/>
    <p:sldId id="598" r:id="rId48"/>
    <p:sldId id="607" r:id="rId49"/>
    <p:sldId id="608" r:id="rId50"/>
    <p:sldId id="599" r:id="rId51"/>
    <p:sldId id="609" r:id="rId52"/>
    <p:sldId id="600" r:id="rId53"/>
    <p:sldId id="601" r:id="rId54"/>
    <p:sldId id="602" r:id="rId55"/>
    <p:sldId id="610" r:id="rId56"/>
    <p:sldId id="611" r:id="rId57"/>
    <p:sldId id="616" r:id="rId58"/>
    <p:sldId id="615" r:id="rId59"/>
    <p:sldId id="612" r:id="rId60"/>
    <p:sldId id="613" r:id="rId61"/>
    <p:sldId id="614" r:id="rId62"/>
    <p:sldId id="617"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A6A225-FED4-4349-B59F-F950937FEA7A}">
          <p14:sldIdLst>
            <p14:sldId id="256"/>
            <p14:sldId id="557"/>
            <p14:sldId id="560"/>
            <p14:sldId id="558"/>
            <p14:sldId id="559"/>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80"/>
            <p14:sldId id="581"/>
            <p14:sldId id="579"/>
            <p14:sldId id="582"/>
            <p14:sldId id="587"/>
            <p14:sldId id="583"/>
            <p14:sldId id="584"/>
            <p14:sldId id="585"/>
            <p14:sldId id="586"/>
            <p14:sldId id="590"/>
            <p14:sldId id="588"/>
            <p14:sldId id="589"/>
            <p14:sldId id="591"/>
            <p14:sldId id="592"/>
            <p14:sldId id="593"/>
            <p14:sldId id="594"/>
            <p14:sldId id="595"/>
            <p14:sldId id="596"/>
            <p14:sldId id="597"/>
            <p14:sldId id="603"/>
            <p14:sldId id="604"/>
            <p14:sldId id="605"/>
            <p14:sldId id="606"/>
            <p14:sldId id="598"/>
            <p14:sldId id="607"/>
            <p14:sldId id="608"/>
            <p14:sldId id="599"/>
            <p14:sldId id="609"/>
            <p14:sldId id="600"/>
            <p14:sldId id="601"/>
            <p14:sldId id="602"/>
            <p14:sldId id="610"/>
            <p14:sldId id="611"/>
            <p14:sldId id="616"/>
            <p14:sldId id="615"/>
            <p14:sldId id="612"/>
            <p14:sldId id="613"/>
            <p14:sldId id="614"/>
            <p14:sldId id="61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EF03EC-154F-46AF-A366-6BE11828D211}" v="274" dt="2026-01-10T02:51:04.7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73"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rajeshwari S" userId="e4d90711455572c4" providerId="LiveId" clId="{CCD4E902-00B9-4B30-B952-A9A7A2B9871A}"/>
    <pc:docChg chg="undo custSel addSld delSld modSld sldOrd addSection delSection modSection">
      <pc:chgData name="Rajarajeshwari S" userId="e4d90711455572c4" providerId="LiveId" clId="{CCD4E902-00B9-4B30-B952-A9A7A2B9871A}" dt="2026-01-10T03:16:02.806" v="943" actId="20577"/>
      <pc:docMkLst>
        <pc:docMk/>
      </pc:docMkLst>
      <pc:sldChg chg="modSp mod">
        <pc:chgData name="Rajarajeshwari S" userId="e4d90711455572c4" providerId="LiveId" clId="{CCD4E902-00B9-4B30-B952-A9A7A2B9871A}" dt="2026-01-09T15:08:10.379" v="237" actId="20577"/>
        <pc:sldMkLst>
          <pc:docMk/>
          <pc:sldMk cId="1731249778" sldId="256"/>
        </pc:sldMkLst>
        <pc:spChg chg="mod">
          <ac:chgData name="Rajarajeshwari S" userId="e4d90711455572c4" providerId="LiveId" clId="{CCD4E902-00B9-4B30-B952-A9A7A2B9871A}" dt="2026-01-09T15:08:10.379" v="237" actId="20577"/>
          <ac:spMkLst>
            <pc:docMk/>
            <pc:sldMk cId="1731249778" sldId="256"/>
            <ac:spMk id="2" creationId="{C1330AB0-E2A7-A94E-073C-A411BCE69B37}"/>
          </ac:spMkLst>
        </pc:spChg>
      </pc:sldChg>
      <pc:sldChg chg="del">
        <pc:chgData name="Rajarajeshwari S" userId="e4d90711455572c4" providerId="LiveId" clId="{CCD4E902-00B9-4B30-B952-A9A7A2B9871A}" dt="2026-01-09T15:07:31.396" v="3" actId="47"/>
        <pc:sldMkLst>
          <pc:docMk/>
          <pc:sldMk cId="3372168989" sldId="257"/>
        </pc:sldMkLst>
      </pc:sldChg>
      <pc:sldChg chg="del">
        <pc:chgData name="Rajarajeshwari S" userId="e4d90711455572c4" providerId="LiveId" clId="{CCD4E902-00B9-4B30-B952-A9A7A2B9871A}" dt="2026-01-09T15:07:31.425" v="4" actId="47"/>
        <pc:sldMkLst>
          <pc:docMk/>
          <pc:sldMk cId="3677034420" sldId="258"/>
        </pc:sldMkLst>
      </pc:sldChg>
      <pc:sldChg chg="del">
        <pc:chgData name="Rajarajeshwari S" userId="e4d90711455572c4" providerId="LiveId" clId="{CCD4E902-00B9-4B30-B952-A9A7A2B9871A}" dt="2026-01-09T15:07:31.506" v="7" actId="47"/>
        <pc:sldMkLst>
          <pc:docMk/>
          <pc:sldMk cId="2987461887" sldId="259"/>
        </pc:sldMkLst>
      </pc:sldChg>
      <pc:sldChg chg="del">
        <pc:chgData name="Rajarajeshwari S" userId="e4d90711455572c4" providerId="LiveId" clId="{CCD4E902-00B9-4B30-B952-A9A7A2B9871A}" dt="2026-01-09T15:07:31.538" v="8" actId="47"/>
        <pc:sldMkLst>
          <pc:docMk/>
          <pc:sldMk cId="3712709730" sldId="260"/>
        </pc:sldMkLst>
      </pc:sldChg>
      <pc:sldChg chg="del">
        <pc:chgData name="Rajarajeshwari S" userId="e4d90711455572c4" providerId="LiveId" clId="{CCD4E902-00B9-4B30-B952-A9A7A2B9871A}" dt="2026-01-09T15:07:31.777" v="9" actId="47"/>
        <pc:sldMkLst>
          <pc:docMk/>
          <pc:sldMk cId="4280080554" sldId="261"/>
        </pc:sldMkLst>
      </pc:sldChg>
      <pc:sldChg chg="del">
        <pc:chgData name="Rajarajeshwari S" userId="e4d90711455572c4" providerId="LiveId" clId="{CCD4E902-00B9-4B30-B952-A9A7A2B9871A}" dt="2026-01-09T15:07:31.480" v="6" actId="47"/>
        <pc:sldMkLst>
          <pc:docMk/>
          <pc:sldMk cId="1473401235" sldId="262"/>
        </pc:sldMkLst>
      </pc:sldChg>
      <pc:sldChg chg="del">
        <pc:chgData name="Rajarajeshwari S" userId="e4d90711455572c4" providerId="LiveId" clId="{CCD4E902-00B9-4B30-B952-A9A7A2B9871A}" dt="2026-01-09T15:07:31.443" v="5" actId="47"/>
        <pc:sldMkLst>
          <pc:docMk/>
          <pc:sldMk cId="3431514818" sldId="263"/>
        </pc:sldMkLst>
      </pc:sldChg>
      <pc:sldChg chg="del">
        <pc:chgData name="Rajarajeshwari S" userId="e4d90711455572c4" providerId="LiveId" clId="{CCD4E902-00B9-4B30-B952-A9A7A2B9871A}" dt="2026-01-09T15:07:31.809" v="10" actId="47"/>
        <pc:sldMkLst>
          <pc:docMk/>
          <pc:sldMk cId="3174998100" sldId="264"/>
        </pc:sldMkLst>
      </pc:sldChg>
      <pc:sldChg chg="del">
        <pc:chgData name="Rajarajeshwari S" userId="e4d90711455572c4" providerId="LiveId" clId="{CCD4E902-00B9-4B30-B952-A9A7A2B9871A}" dt="2026-01-09T15:07:31.832" v="11" actId="47"/>
        <pc:sldMkLst>
          <pc:docMk/>
          <pc:sldMk cId="4230971921" sldId="265"/>
        </pc:sldMkLst>
      </pc:sldChg>
      <pc:sldChg chg="del">
        <pc:chgData name="Rajarajeshwari S" userId="e4d90711455572c4" providerId="LiveId" clId="{CCD4E902-00B9-4B30-B952-A9A7A2B9871A}" dt="2026-01-09T15:07:31.894" v="13" actId="47"/>
        <pc:sldMkLst>
          <pc:docMk/>
          <pc:sldMk cId="568992438" sldId="266"/>
        </pc:sldMkLst>
      </pc:sldChg>
      <pc:sldChg chg="del">
        <pc:chgData name="Rajarajeshwari S" userId="e4d90711455572c4" providerId="LiveId" clId="{CCD4E902-00B9-4B30-B952-A9A7A2B9871A}" dt="2026-01-09T15:07:31.952" v="15" actId="47"/>
        <pc:sldMkLst>
          <pc:docMk/>
          <pc:sldMk cId="927175795" sldId="267"/>
        </pc:sldMkLst>
      </pc:sldChg>
      <pc:sldChg chg="del">
        <pc:chgData name="Rajarajeshwari S" userId="e4d90711455572c4" providerId="LiveId" clId="{CCD4E902-00B9-4B30-B952-A9A7A2B9871A}" dt="2026-01-09T15:07:31.984" v="16" actId="47"/>
        <pc:sldMkLst>
          <pc:docMk/>
          <pc:sldMk cId="2541499908" sldId="268"/>
        </pc:sldMkLst>
      </pc:sldChg>
      <pc:sldChg chg="del">
        <pc:chgData name="Rajarajeshwari S" userId="e4d90711455572c4" providerId="LiveId" clId="{CCD4E902-00B9-4B30-B952-A9A7A2B9871A}" dt="2026-01-09T15:07:31.999" v="17" actId="47"/>
        <pc:sldMkLst>
          <pc:docMk/>
          <pc:sldMk cId="2855861663" sldId="269"/>
        </pc:sldMkLst>
      </pc:sldChg>
      <pc:sldChg chg="del">
        <pc:chgData name="Rajarajeshwari S" userId="e4d90711455572c4" providerId="LiveId" clId="{CCD4E902-00B9-4B30-B952-A9A7A2B9871A}" dt="2026-01-09T15:07:32.031" v="18" actId="47"/>
        <pc:sldMkLst>
          <pc:docMk/>
          <pc:sldMk cId="2967443666" sldId="270"/>
        </pc:sldMkLst>
      </pc:sldChg>
      <pc:sldChg chg="del">
        <pc:chgData name="Rajarajeshwari S" userId="e4d90711455572c4" providerId="LiveId" clId="{CCD4E902-00B9-4B30-B952-A9A7A2B9871A}" dt="2026-01-09T15:07:32.070" v="19" actId="47"/>
        <pc:sldMkLst>
          <pc:docMk/>
          <pc:sldMk cId="26968918" sldId="271"/>
        </pc:sldMkLst>
      </pc:sldChg>
      <pc:sldChg chg="del">
        <pc:chgData name="Rajarajeshwari S" userId="e4d90711455572c4" providerId="LiveId" clId="{CCD4E902-00B9-4B30-B952-A9A7A2B9871A}" dt="2026-01-09T15:07:32.126" v="21" actId="47"/>
        <pc:sldMkLst>
          <pc:docMk/>
          <pc:sldMk cId="287632856" sldId="272"/>
        </pc:sldMkLst>
      </pc:sldChg>
      <pc:sldChg chg="del">
        <pc:chgData name="Rajarajeshwari S" userId="e4d90711455572c4" providerId="LiveId" clId="{CCD4E902-00B9-4B30-B952-A9A7A2B9871A}" dt="2026-01-09T15:07:32.174" v="22" actId="47"/>
        <pc:sldMkLst>
          <pc:docMk/>
          <pc:sldMk cId="4077341569" sldId="273"/>
        </pc:sldMkLst>
      </pc:sldChg>
      <pc:sldChg chg="del">
        <pc:chgData name="Rajarajeshwari S" userId="e4d90711455572c4" providerId="LiveId" clId="{CCD4E902-00B9-4B30-B952-A9A7A2B9871A}" dt="2026-01-09T15:07:32.253" v="23" actId="47"/>
        <pc:sldMkLst>
          <pc:docMk/>
          <pc:sldMk cId="3512252901" sldId="274"/>
        </pc:sldMkLst>
      </pc:sldChg>
      <pc:sldChg chg="del">
        <pc:chgData name="Rajarajeshwari S" userId="e4d90711455572c4" providerId="LiveId" clId="{CCD4E902-00B9-4B30-B952-A9A7A2B9871A}" dt="2026-01-09T15:07:32.269" v="24" actId="47"/>
        <pc:sldMkLst>
          <pc:docMk/>
          <pc:sldMk cId="1738168809" sldId="275"/>
        </pc:sldMkLst>
      </pc:sldChg>
      <pc:sldChg chg="del">
        <pc:chgData name="Rajarajeshwari S" userId="e4d90711455572c4" providerId="LiveId" clId="{CCD4E902-00B9-4B30-B952-A9A7A2B9871A}" dt="2026-01-09T15:07:32.284" v="25" actId="47"/>
        <pc:sldMkLst>
          <pc:docMk/>
          <pc:sldMk cId="2019997074" sldId="276"/>
        </pc:sldMkLst>
      </pc:sldChg>
      <pc:sldChg chg="del">
        <pc:chgData name="Rajarajeshwari S" userId="e4d90711455572c4" providerId="LiveId" clId="{CCD4E902-00B9-4B30-B952-A9A7A2B9871A}" dt="2026-01-09T15:07:32.300" v="26" actId="47"/>
        <pc:sldMkLst>
          <pc:docMk/>
          <pc:sldMk cId="1808218419" sldId="277"/>
        </pc:sldMkLst>
      </pc:sldChg>
      <pc:sldChg chg="del">
        <pc:chgData name="Rajarajeshwari S" userId="e4d90711455572c4" providerId="LiveId" clId="{CCD4E902-00B9-4B30-B952-A9A7A2B9871A}" dt="2026-01-09T15:07:32.332" v="27" actId="47"/>
        <pc:sldMkLst>
          <pc:docMk/>
          <pc:sldMk cId="3070966231" sldId="278"/>
        </pc:sldMkLst>
      </pc:sldChg>
      <pc:sldChg chg="del">
        <pc:chgData name="Rajarajeshwari S" userId="e4d90711455572c4" providerId="LiveId" clId="{CCD4E902-00B9-4B30-B952-A9A7A2B9871A}" dt="2026-01-09T15:07:32.411" v="28" actId="47"/>
        <pc:sldMkLst>
          <pc:docMk/>
          <pc:sldMk cId="981130497" sldId="279"/>
        </pc:sldMkLst>
      </pc:sldChg>
      <pc:sldChg chg="del">
        <pc:chgData name="Rajarajeshwari S" userId="e4d90711455572c4" providerId="LiveId" clId="{CCD4E902-00B9-4B30-B952-A9A7A2B9871A}" dt="2026-01-09T15:07:32.444" v="29" actId="47"/>
        <pc:sldMkLst>
          <pc:docMk/>
          <pc:sldMk cId="670783005" sldId="280"/>
        </pc:sldMkLst>
      </pc:sldChg>
      <pc:sldChg chg="del">
        <pc:chgData name="Rajarajeshwari S" userId="e4d90711455572c4" providerId="LiveId" clId="{CCD4E902-00B9-4B30-B952-A9A7A2B9871A}" dt="2026-01-09T15:07:32.478" v="30" actId="47"/>
        <pc:sldMkLst>
          <pc:docMk/>
          <pc:sldMk cId="2973507572" sldId="281"/>
        </pc:sldMkLst>
      </pc:sldChg>
      <pc:sldChg chg="del">
        <pc:chgData name="Rajarajeshwari S" userId="e4d90711455572c4" providerId="LiveId" clId="{CCD4E902-00B9-4B30-B952-A9A7A2B9871A}" dt="2026-01-09T15:07:32.495" v="31" actId="47"/>
        <pc:sldMkLst>
          <pc:docMk/>
          <pc:sldMk cId="73795136" sldId="282"/>
        </pc:sldMkLst>
      </pc:sldChg>
      <pc:sldChg chg="del">
        <pc:chgData name="Rajarajeshwari S" userId="e4d90711455572c4" providerId="LiveId" clId="{CCD4E902-00B9-4B30-B952-A9A7A2B9871A}" dt="2026-01-09T15:07:32.586" v="32" actId="47"/>
        <pc:sldMkLst>
          <pc:docMk/>
          <pc:sldMk cId="598685181" sldId="283"/>
        </pc:sldMkLst>
      </pc:sldChg>
      <pc:sldChg chg="del">
        <pc:chgData name="Rajarajeshwari S" userId="e4d90711455572c4" providerId="LiveId" clId="{CCD4E902-00B9-4B30-B952-A9A7A2B9871A}" dt="2026-01-09T15:07:32.650" v="33" actId="47"/>
        <pc:sldMkLst>
          <pc:docMk/>
          <pc:sldMk cId="2580256170" sldId="284"/>
        </pc:sldMkLst>
      </pc:sldChg>
      <pc:sldChg chg="del">
        <pc:chgData name="Rajarajeshwari S" userId="e4d90711455572c4" providerId="LiveId" clId="{CCD4E902-00B9-4B30-B952-A9A7A2B9871A}" dt="2026-01-09T15:07:32.761" v="34" actId="47"/>
        <pc:sldMkLst>
          <pc:docMk/>
          <pc:sldMk cId="443091069" sldId="285"/>
        </pc:sldMkLst>
      </pc:sldChg>
      <pc:sldChg chg="del">
        <pc:chgData name="Rajarajeshwari S" userId="e4d90711455572c4" providerId="LiveId" clId="{CCD4E902-00B9-4B30-B952-A9A7A2B9871A}" dt="2026-01-09T15:07:32.776" v="35" actId="47"/>
        <pc:sldMkLst>
          <pc:docMk/>
          <pc:sldMk cId="1937267470" sldId="286"/>
        </pc:sldMkLst>
      </pc:sldChg>
      <pc:sldChg chg="del">
        <pc:chgData name="Rajarajeshwari S" userId="e4d90711455572c4" providerId="LiveId" clId="{CCD4E902-00B9-4B30-B952-A9A7A2B9871A}" dt="2026-01-09T15:07:32.824" v="36" actId="47"/>
        <pc:sldMkLst>
          <pc:docMk/>
          <pc:sldMk cId="1467277782" sldId="287"/>
        </pc:sldMkLst>
      </pc:sldChg>
      <pc:sldChg chg="del">
        <pc:chgData name="Rajarajeshwari S" userId="e4d90711455572c4" providerId="LiveId" clId="{CCD4E902-00B9-4B30-B952-A9A7A2B9871A}" dt="2026-01-09T15:07:32.840" v="37" actId="47"/>
        <pc:sldMkLst>
          <pc:docMk/>
          <pc:sldMk cId="1617464054" sldId="288"/>
        </pc:sldMkLst>
      </pc:sldChg>
      <pc:sldChg chg="del">
        <pc:chgData name="Rajarajeshwari S" userId="e4d90711455572c4" providerId="LiveId" clId="{CCD4E902-00B9-4B30-B952-A9A7A2B9871A}" dt="2026-01-09T15:07:32.872" v="38" actId="47"/>
        <pc:sldMkLst>
          <pc:docMk/>
          <pc:sldMk cId="2239263849" sldId="289"/>
        </pc:sldMkLst>
      </pc:sldChg>
      <pc:sldChg chg="del">
        <pc:chgData name="Rajarajeshwari S" userId="e4d90711455572c4" providerId="LiveId" clId="{CCD4E902-00B9-4B30-B952-A9A7A2B9871A}" dt="2026-01-09T15:07:32.904" v="39" actId="47"/>
        <pc:sldMkLst>
          <pc:docMk/>
          <pc:sldMk cId="3433132209" sldId="290"/>
        </pc:sldMkLst>
      </pc:sldChg>
      <pc:sldChg chg="del">
        <pc:chgData name="Rajarajeshwari S" userId="e4d90711455572c4" providerId="LiveId" clId="{CCD4E902-00B9-4B30-B952-A9A7A2B9871A}" dt="2026-01-09T15:07:32.935" v="40" actId="47"/>
        <pc:sldMkLst>
          <pc:docMk/>
          <pc:sldMk cId="2728725919" sldId="291"/>
        </pc:sldMkLst>
      </pc:sldChg>
      <pc:sldChg chg="del">
        <pc:chgData name="Rajarajeshwari S" userId="e4d90711455572c4" providerId="LiveId" clId="{CCD4E902-00B9-4B30-B952-A9A7A2B9871A}" dt="2026-01-09T15:07:32.963" v="41" actId="47"/>
        <pc:sldMkLst>
          <pc:docMk/>
          <pc:sldMk cId="14922868" sldId="292"/>
        </pc:sldMkLst>
      </pc:sldChg>
      <pc:sldChg chg="del">
        <pc:chgData name="Rajarajeshwari S" userId="e4d90711455572c4" providerId="LiveId" clId="{CCD4E902-00B9-4B30-B952-A9A7A2B9871A}" dt="2026-01-09T15:07:34.663" v="67" actId="47"/>
        <pc:sldMkLst>
          <pc:docMk/>
          <pc:sldMk cId="2339448916" sldId="293"/>
        </pc:sldMkLst>
      </pc:sldChg>
      <pc:sldChg chg="del">
        <pc:chgData name="Rajarajeshwari S" userId="e4d90711455572c4" providerId="LiveId" clId="{CCD4E902-00B9-4B30-B952-A9A7A2B9871A}" dt="2026-01-09T15:07:32.095" v="20" actId="47"/>
        <pc:sldMkLst>
          <pc:docMk/>
          <pc:sldMk cId="3154959409" sldId="294"/>
        </pc:sldMkLst>
      </pc:sldChg>
      <pc:sldChg chg="del">
        <pc:chgData name="Rajarajeshwari S" userId="e4d90711455572c4" providerId="LiveId" clId="{CCD4E902-00B9-4B30-B952-A9A7A2B9871A}" dt="2026-01-09T15:07:31.857" v="12" actId="47"/>
        <pc:sldMkLst>
          <pc:docMk/>
          <pc:sldMk cId="2455531502" sldId="295"/>
        </pc:sldMkLst>
      </pc:sldChg>
      <pc:sldChg chg="del">
        <pc:chgData name="Rajarajeshwari S" userId="e4d90711455572c4" providerId="LiveId" clId="{CCD4E902-00B9-4B30-B952-A9A7A2B9871A}" dt="2026-01-09T15:07:30.727" v="0" actId="47"/>
        <pc:sldMkLst>
          <pc:docMk/>
          <pc:sldMk cId="3579318936" sldId="296"/>
        </pc:sldMkLst>
      </pc:sldChg>
      <pc:sldChg chg="del">
        <pc:chgData name="Rajarajeshwari S" userId="e4d90711455572c4" providerId="LiveId" clId="{CCD4E902-00B9-4B30-B952-A9A7A2B9871A}" dt="2026-01-09T15:07:30.870" v="1" actId="47"/>
        <pc:sldMkLst>
          <pc:docMk/>
          <pc:sldMk cId="0" sldId="311"/>
        </pc:sldMkLst>
      </pc:sldChg>
      <pc:sldChg chg="del">
        <pc:chgData name="Rajarajeshwari S" userId="e4d90711455572c4" providerId="LiveId" clId="{CCD4E902-00B9-4B30-B952-A9A7A2B9871A}" dt="2026-01-09T15:07:31.364" v="2" actId="47"/>
        <pc:sldMkLst>
          <pc:docMk/>
          <pc:sldMk cId="3056165226" sldId="312"/>
        </pc:sldMkLst>
      </pc:sldChg>
      <pc:sldChg chg="del">
        <pc:chgData name="Rajarajeshwari S" userId="e4d90711455572c4" providerId="LiveId" clId="{CCD4E902-00B9-4B30-B952-A9A7A2B9871A}" dt="2026-01-09T15:07:31.920" v="14" actId="47"/>
        <pc:sldMkLst>
          <pc:docMk/>
          <pc:sldMk cId="577583586" sldId="313"/>
        </pc:sldMkLst>
      </pc:sldChg>
      <pc:sldChg chg="del">
        <pc:chgData name="Rajarajeshwari S" userId="e4d90711455572c4" providerId="LiveId" clId="{CCD4E902-00B9-4B30-B952-A9A7A2B9871A}" dt="2026-01-09T15:07:34.681" v="68" actId="47"/>
        <pc:sldMkLst>
          <pc:docMk/>
          <pc:sldMk cId="1871634175" sldId="314"/>
        </pc:sldMkLst>
      </pc:sldChg>
      <pc:sldChg chg="del">
        <pc:chgData name="Rajarajeshwari S" userId="e4d90711455572c4" providerId="LiveId" clId="{CCD4E902-00B9-4B30-B952-A9A7A2B9871A}" dt="2026-01-09T15:07:34.698" v="69" actId="47"/>
        <pc:sldMkLst>
          <pc:docMk/>
          <pc:sldMk cId="706511344" sldId="315"/>
        </pc:sldMkLst>
      </pc:sldChg>
      <pc:sldChg chg="del">
        <pc:chgData name="Rajarajeshwari S" userId="e4d90711455572c4" providerId="LiveId" clId="{CCD4E902-00B9-4B30-B952-A9A7A2B9871A}" dt="2026-01-09T15:07:34.745" v="70" actId="47"/>
        <pc:sldMkLst>
          <pc:docMk/>
          <pc:sldMk cId="1928169281" sldId="316"/>
        </pc:sldMkLst>
      </pc:sldChg>
      <pc:sldChg chg="del">
        <pc:chgData name="Rajarajeshwari S" userId="e4d90711455572c4" providerId="LiveId" clId="{CCD4E902-00B9-4B30-B952-A9A7A2B9871A}" dt="2026-01-09T15:07:34.761" v="71" actId="47"/>
        <pc:sldMkLst>
          <pc:docMk/>
          <pc:sldMk cId="3740561356" sldId="317"/>
        </pc:sldMkLst>
      </pc:sldChg>
      <pc:sldChg chg="del">
        <pc:chgData name="Rajarajeshwari S" userId="e4d90711455572c4" providerId="LiveId" clId="{CCD4E902-00B9-4B30-B952-A9A7A2B9871A}" dt="2026-01-09T15:07:34.824" v="72" actId="47"/>
        <pc:sldMkLst>
          <pc:docMk/>
          <pc:sldMk cId="2756828346" sldId="318"/>
        </pc:sldMkLst>
      </pc:sldChg>
      <pc:sldChg chg="del">
        <pc:chgData name="Rajarajeshwari S" userId="e4d90711455572c4" providerId="LiveId" clId="{CCD4E902-00B9-4B30-B952-A9A7A2B9871A}" dt="2026-01-09T15:07:34.893" v="73" actId="47"/>
        <pc:sldMkLst>
          <pc:docMk/>
          <pc:sldMk cId="3367641835" sldId="319"/>
        </pc:sldMkLst>
      </pc:sldChg>
      <pc:sldChg chg="del">
        <pc:chgData name="Rajarajeshwari S" userId="e4d90711455572c4" providerId="LiveId" clId="{CCD4E902-00B9-4B30-B952-A9A7A2B9871A}" dt="2026-01-09T15:07:34.904" v="74" actId="47"/>
        <pc:sldMkLst>
          <pc:docMk/>
          <pc:sldMk cId="729665781" sldId="320"/>
        </pc:sldMkLst>
      </pc:sldChg>
      <pc:sldChg chg="del">
        <pc:chgData name="Rajarajeshwari S" userId="e4d90711455572c4" providerId="LiveId" clId="{CCD4E902-00B9-4B30-B952-A9A7A2B9871A}" dt="2026-01-09T15:07:34.967" v="75" actId="47"/>
        <pc:sldMkLst>
          <pc:docMk/>
          <pc:sldMk cId="1867148689" sldId="321"/>
        </pc:sldMkLst>
      </pc:sldChg>
      <pc:sldChg chg="del">
        <pc:chgData name="Rajarajeshwari S" userId="e4d90711455572c4" providerId="LiveId" clId="{CCD4E902-00B9-4B30-B952-A9A7A2B9871A}" dt="2026-01-09T15:07:34.983" v="76" actId="47"/>
        <pc:sldMkLst>
          <pc:docMk/>
          <pc:sldMk cId="4001444448" sldId="322"/>
        </pc:sldMkLst>
      </pc:sldChg>
      <pc:sldChg chg="del">
        <pc:chgData name="Rajarajeshwari S" userId="e4d90711455572c4" providerId="LiveId" clId="{CCD4E902-00B9-4B30-B952-A9A7A2B9871A}" dt="2026-01-09T15:07:35.009" v="77" actId="47"/>
        <pc:sldMkLst>
          <pc:docMk/>
          <pc:sldMk cId="1777664666" sldId="323"/>
        </pc:sldMkLst>
      </pc:sldChg>
      <pc:sldChg chg="del">
        <pc:chgData name="Rajarajeshwari S" userId="e4d90711455572c4" providerId="LiveId" clId="{CCD4E902-00B9-4B30-B952-A9A7A2B9871A}" dt="2026-01-09T15:07:35.047" v="78" actId="47"/>
        <pc:sldMkLst>
          <pc:docMk/>
          <pc:sldMk cId="2164058110" sldId="324"/>
        </pc:sldMkLst>
      </pc:sldChg>
      <pc:sldChg chg="del">
        <pc:chgData name="Rajarajeshwari S" userId="e4d90711455572c4" providerId="LiveId" clId="{CCD4E902-00B9-4B30-B952-A9A7A2B9871A}" dt="2026-01-09T15:07:35.110" v="79" actId="47"/>
        <pc:sldMkLst>
          <pc:docMk/>
          <pc:sldMk cId="592093893" sldId="325"/>
        </pc:sldMkLst>
      </pc:sldChg>
      <pc:sldChg chg="del">
        <pc:chgData name="Rajarajeshwari S" userId="e4d90711455572c4" providerId="LiveId" clId="{CCD4E902-00B9-4B30-B952-A9A7A2B9871A}" dt="2026-01-09T15:07:35.201" v="81" actId="47"/>
        <pc:sldMkLst>
          <pc:docMk/>
          <pc:sldMk cId="513907664" sldId="326"/>
        </pc:sldMkLst>
      </pc:sldChg>
      <pc:sldChg chg="del">
        <pc:chgData name="Rajarajeshwari S" userId="e4d90711455572c4" providerId="LiveId" clId="{CCD4E902-00B9-4B30-B952-A9A7A2B9871A}" dt="2026-01-09T15:07:35.238" v="82" actId="47"/>
        <pc:sldMkLst>
          <pc:docMk/>
          <pc:sldMk cId="3368564307" sldId="327"/>
        </pc:sldMkLst>
      </pc:sldChg>
      <pc:sldChg chg="del">
        <pc:chgData name="Rajarajeshwari S" userId="e4d90711455572c4" providerId="LiveId" clId="{CCD4E902-00B9-4B30-B952-A9A7A2B9871A}" dt="2026-01-09T15:07:35.253" v="83" actId="47"/>
        <pc:sldMkLst>
          <pc:docMk/>
          <pc:sldMk cId="516001969" sldId="328"/>
        </pc:sldMkLst>
      </pc:sldChg>
      <pc:sldChg chg="del">
        <pc:chgData name="Rajarajeshwari S" userId="e4d90711455572c4" providerId="LiveId" clId="{CCD4E902-00B9-4B30-B952-A9A7A2B9871A}" dt="2026-01-09T15:07:35.380" v="85" actId="47"/>
        <pc:sldMkLst>
          <pc:docMk/>
          <pc:sldMk cId="3387439244" sldId="329"/>
        </pc:sldMkLst>
      </pc:sldChg>
      <pc:sldChg chg="del">
        <pc:chgData name="Rajarajeshwari S" userId="e4d90711455572c4" providerId="LiveId" clId="{CCD4E902-00B9-4B30-B952-A9A7A2B9871A}" dt="2026-01-09T15:07:35.444" v="86" actId="47"/>
        <pc:sldMkLst>
          <pc:docMk/>
          <pc:sldMk cId="3896288612" sldId="330"/>
        </pc:sldMkLst>
      </pc:sldChg>
      <pc:sldChg chg="del">
        <pc:chgData name="Rajarajeshwari S" userId="e4d90711455572c4" providerId="LiveId" clId="{CCD4E902-00B9-4B30-B952-A9A7A2B9871A}" dt="2026-01-09T15:07:35.524" v="87" actId="47"/>
        <pc:sldMkLst>
          <pc:docMk/>
          <pc:sldMk cId="2221454868" sldId="331"/>
        </pc:sldMkLst>
      </pc:sldChg>
      <pc:sldChg chg="del">
        <pc:chgData name="Rajarajeshwari S" userId="e4d90711455572c4" providerId="LiveId" clId="{CCD4E902-00B9-4B30-B952-A9A7A2B9871A}" dt="2026-01-09T15:07:35.301" v="84" actId="47"/>
        <pc:sldMkLst>
          <pc:docMk/>
          <pc:sldMk cId="3535656443" sldId="332"/>
        </pc:sldMkLst>
      </pc:sldChg>
      <pc:sldChg chg="del">
        <pc:chgData name="Rajarajeshwari S" userId="e4d90711455572c4" providerId="LiveId" clId="{CCD4E902-00B9-4B30-B952-A9A7A2B9871A}" dt="2026-01-09T15:07:35.783" v="92" actId="47"/>
        <pc:sldMkLst>
          <pc:docMk/>
          <pc:sldMk cId="1579931837" sldId="333"/>
        </pc:sldMkLst>
      </pc:sldChg>
      <pc:sldChg chg="del">
        <pc:chgData name="Rajarajeshwari S" userId="e4d90711455572c4" providerId="LiveId" clId="{CCD4E902-00B9-4B30-B952-A9A7A2B9871A}" dt="2026-01-09T15:07:35.874" v="93" actId="47"/>
        <pc:sldMkLst>
          <pc:docMk/>
          <pc:sldMk cId="3811995509" sldId="334"/>
        </pc:sldMkLst>
      </pc:sldChg>
      <pc:sldChg chg="del">
        <pc:chgData name="Rajarajeshwari S" userId="e4d90711455572c4" providerId="LiveId" clId="{CCD4E902-00B9-4B30-B952-A9A7A2B9871A}" dt="2026-01-09T15:07:35.985" v="94" actId="47"/>
        <pc:sldMkLst>
          <pc:docMk/>
          <pc:sldMk cId="3396675969" sldId="335"/>
        </pc:sldMkLst>
      </pc:sldChg>
      <pc:sldChg chg="del">
        <pc:chgData name="Rajarajeshwari S" userId="e4d90711455572c4" providerId="LiveId" clId="{CCD4E902-00B9-4B30-B952-A9A7A2B9871A}" dt="2026-01-09T15:07:36.032" v="95" actId="47"/>
        <pc:sldMkLst>
          <pc:docMk/>
          <pc:sldMk cId="1877788726" sldId="336"/>
        </pc:sldMkLst>
      </pc:sldChg>
      <pc:sldChg chg="del">
        <pc:chgData name="Rajarajeshwari S" userId="e4d90711455572c4" providerId="LiveId" clId="{CCD4E902-00B9-4B30-B952-A9A7A2B9871A}" dt="2026-01-09T15:07:36.080" v="96" actId="47"/>
        <pc:sldMkLst>
          <pc:docMk/>
          <pc:sldMk cId="1998140886" sldId="337"/>
        </pc:sldMkLst>
      </pc:sldChg>
      <pc:sldChg chg="del">
        <pc:chgData name="Rajarajeshwari S" userId="e4d90711455572c4" providerId="LiveId" clId="{CCD4E902-00B9-4B30-B952-A9A7A2B9871A}" dt="2026-01-09T15:07:35.540" v="88" actId="47"/>
        <pc:sldMkLst>
          <pc:docMk/>
          <pc:sldMk cId="3940911868" sldId="338"/>
        </pc:sldMkLst>
      </pc:sldChg>
      <pc:sldChg chg="del">
        <pc:chgData name="Rajarajeshwari S" userId="e4d90711455572c4" providerId="LiveId" clId="{CCD4E902-00B9-4B30-B952-A9A7A2B9871A}" dt="2026-01-09T15:07:35.572" v="89" actId="47"/>
        <pc:sldMkLst>
          <pc:docMk/>
          <pc:sldMk cId="1259938718" sldId="339"/>
        </pc:sldMkLst>
      </pc:sldChg>
      <pc:sldChg chg="del">
        <pc:chgData name="Rajarajeshwari S" userId="e4d90711455572c4" providerId="LiveId" clId="{CCD4E902-00B9-4B30-B952-A9A7A2B9871A}" dt="2026-01-09T15:07:35.639" v="90" actId="47"/>
        <pc:sldMkLst>
          <pc:docMk/>
          <pc:sldMk cId="1098226364" sldId="340"/>
        </pc:sldMkLst>
      </pc:sldChg>
      <pc:sldChg chg="del">
        <pc:chgData name="Rajarajeshwari S" userId="e4d90711455572c4" providerId="LiveId" clId="{CCD4E902-00B9-4B30-B952-A9A7A2B9871A}" dt="2026-01-09T15:07:35.686" v="91" actId="47"/>
        <pc:sldMkLst>
          <pc:docMk/>
          <pc:sldMk cId="2708129320" sldId="341"/>
        </pc:sldMkLst>
      </pc:sldChg>
      <pc:sldChg chg="del">
        <pc:chgData name="Rajarajeshwari S" userId="e4d90711455572c4" providerId="LiveId" clId="{CCD4E902-00B9-4B30-B952-A9A7A2B9871A}" dt="2026-01-09T15:07:36.111" v="97" actId="47"/>
        <pc:sldMkLst>
          <pc:docMk/>
          <pc:sldMk cId="0" sldId="342"/>
        </pc:sldMkLst>
      </pc:sldChg>
      <pc:sldChg chg="del">
        <pc:chgData name="Rajarajeshwari S" userId="e4d90711455572c4" providerId="LiveId" clId="{CCD4E902-00B9-4B30-B952-A9A7A2B9871A}" dt="2026-01-09T15:07:36.128" v="98" actId="47"/>
        <pc:sldMkLst>
          <pc:docMk/>
          <pc:sldMk cId="0" sldId="343"/>
        </pc:sldMkLst>
      </pc:sldChg>
      <pc:sldChg chg="del">
        <pc:chgData name="Rajarajeshwari S" userId="e4d90711455572c4" providerId="LiveId" clId="{CCD4E902-00B9-4B30-B952-A9A7A2B9871A}" dt="2026-01-09T15:07:36.159" v="99" actId="47"/>
        <pc:sldMkLst>
          <pc:docMk/>
          <pc:sldMk cId="0" sldId="344"/>
        </pc:sldMkLst>
      </pc:sldChg>
      <pc:sldChg chg="del">
        <pc:chgData name="Rajarajeshwari S" userId="e4d90711455572c4" providerId="LiveId" clId="{CCD4E902-00B9-4B30-B952-A9A7A2B9871A}" dt="2026-01-09T15:07:36.191" v="100" actId="47"/>
        <pc:sldMkLst>
          <pc:docMk/>
          <pc:sldMk cId="0" sldId="345"/>
        </pc:sldMkLst>
      </pc:sldChg>
      <pc:sldChg chg="del">
        <pc:chgData name="Rajarajeshwari S" userId="e4d90711455572c4" providerId="LiveId" clId="{CCD4E902-00B9-4B30-B952-A9A7A2B9871A}" dt="2026-01-09T15:07:36.207" v="101" actId="47"/>
        <pc:sldMkLst>
          <pc:docMk/>
          <pc:sldMk cId="0" sldId="346"/>
        </pc:sldMkLst>
      </pc:sldChg>
      <pc:sldChg chg="del">
        <pc:chgData name="Rajarajeshwari S" userId="e4d90711455572c4" providerId="LiveId" clId="{CCD4E902-00B9-4B30-B952-A9A7A2B9871A}" dt="2026-01-09T15:07:36.252" v="102" actId="47"/>
        <pc:sldMkLst>
          <pc:docMk/>
          <pc:sldMk cId="0" sldId="347"/>
        </pc:sldMkLst>
      </pc:sldChg>
      <pc:sldChg chg="del">
        <pc:chgData name="Rajarajeshwari S" userId="e4d90711455572c4" providerId="LiveId" clId="{CCD4E902-00B9-4B30-B952-A9A7A2B9871A}" dt="2026-01-09T15:07:36.282" v="103" actId="47"/>
        <pc:sldMkLst>
          <pc:docMk/>
          <pc:sldMk cId="0" sldId="348"/>
        </pc:sldMkLst>
      </pc:sldChg>
      <pc:sldChg chg="del">
        <pc:chgData name="Rajarajeshwari S" userId="e4d90711455572c4" providerId="LiveId" clId="{CCD4E902-00B9-4B30-B952-A9A7A2B9871A}" dt="2026-01-09T15:07:36.312" v="104" actId="47"/>
        <pc:sldMkLst>
          <pc:docMk/>
          <pc:sldMk cId="0" sldId="349"/>
        </pc:sldMkLst>
      </pc:sldChg>
      <pc:sldChg chg="del">
        <pc:chgData name="Rajarajeshwari S" userId="e4d90711455572c4" providerId="LiveId" clId="{CCD4E902-00B9-4B30-B952-A9A7A2B9871A}" dt="2026-01-09T15:07:36.381" v="105" actId="47"/>
        <pc:sldMkLst>
          <pc:docMk/>
          <pc:sldMk cId="0" sldId="350"/>
        </pc:sldMkLst>
      </pc:sldChg>
      <pc:sldChg chg="del">
        <pc:chgData name="Rajarajeshwari S" userId="e4d90711455572c4" providerId="LiveId" clId="{CCD4E902-00B9-4B30-B952-A9A7A2B9871A}" dt="2026-01-09T15:07:37.667" v="131" actId="47"/>
        <pc:sldMkLst>
          <pc:docMk/>
          <pc:sldMk cId="0" sldId="351"/>
        </pc:sldMkLst>
      </pc:sldChg>
      <pc:sldChg chg="del">
        <pc:chgData name="Rajarajeshwari S" userId="e4d90711455572c4" providerId="LiveId" clId="{CCD4E902-00B9-4B30-B952-A9A7A2B9871A}" dt="2026-01-09T15:07:34.017" v="50" actId="47"/>
        <pc:sldMkLst>
          <pc:docMk/>
          <pc:sldMk cId="0" sldId="352"/>
        </pc:sldMkLst>
      </pc:sldChg>
      <pc:sldChg chg="del">
        <pc:chgData name="Rajarajeshwari S" userId="e4d90711455572c4" providerId="LiveId" clId="{CCD4E902-00B9-4B30-B952-A9A7A2B9871A}" dt="2026-01-09T15:07:47.237" v="184" actId="47"/>
        <pc:sldMkLst>
          <pc:docMk/>
          <pc:sldMk cId="0" sldId="372"/>
        </pc:sldMkLst>
      </pc:sldChg>
      <pc:sldChg chg="del">
        <pc:chgData name="Rajarajeshwari S" userId="e4d90711455572c4" providerId="LiveId" clId="{CCD4E902-00B9-4B30-B952-A9A7A2B9871A}" dt="2026-01-09T15:07:47.445" v="185" actId="47"/>
        <pc:sldMkLst>
          <pc:docMk/>
          <pc:sldMk cId="0" sldId="373"/>
        </pc:sldMkLst>
      </pc:sldChg>
      <pc:sldChg chg="del">
        <pc:chgData name="Rajarajeshwari S" userId="e4d90711455572c4" providerId="LiveId" clId="{CCD4E902-00B9-4B30-B952-A9A7A2B9871A}" dt="2026-01-09T15:07:47.643" v="186" actId="47"/>
        <pc:sldMkLst>
          <pc:docMk/>
          <pc:sldMk cId="0" sldId="374"/>
        </pc:sldMkLst>
      </pc:sldChg>
      <pc:sldChg chg="del">
        <pc:chgData name="Rajarajeshwari S" userId="e4d90711455572c4" providerId="LiveId" clId="{CCD4E902-00B9-4B30-B952-A9A7A2B9871A}" dt="2026-01-09T15:07:47.828" v="187" actId="47"/>
        <pc:sldMkLst>
          <pc:docMk/>
          <pc:sldMk cId="0" sldId="375"/>
        </pc:sldMkLst>
      </pc:sldChg>
      <pc:sldChg chg="del">
        <pc:chgData name="Rajarajeshwari S" userId="e4d90711455572c4" providerId="LiveId" clId="{CCD4E902-00B9-4B30-B952-A9A7A2B9871A}" dt="2026-01-09T15:07:36.412" v="106" actId="47"/>
        <pc:sldMkLst>
          <pc:docMk/>
          <pc:sldMk cId="986000158" sldId="407"/>
        </pc:sldMkLst>
      </pc:sldChg>
      <pc:sldChg chg="del">
        <pc:chgData name="Rajarajeshwari S" userId="e4d90711455572c4" providerId="LiveId" clId="{CCD4E902-00B9-4B30-B952-A9A7A2B9871A}" dt="2026-01-09T15:07:36.476" v="107" actId="47"/>
        <pc:sldMkLst>
          <pc:docMk/>
          <pc:sldMk cId="1670538071" sldId="408"/>
        </pc:sldMkLst>
      </pc:sldChg>
      <pc:sldChg chg="del">
        <pc:chgData name="Rajarajeshwari S" userId="e4d90711455572c4" providerId="LiveId" clId="{CCD4E902-00B9-4B30-B952-A9A7A2B9871A}" dt="2026-01-09T15:07:36.572" v="109" actId="47"/>
        <pc:sldMkLst>
          <pc:docMk/>
          <pc:sldMk cId="1109416878" sldId="409"/>
        </pc:sldMkLst>
      </pc:sldChg>
      <pc:sldChg chg="del">
        <pc:chgData name="Rajarajeshwari S" userId="e4d90711455572c4" providerId="LiveId" clId="{CCD4E902-00B9-4B30-B952-A9A7A2B9871A}" dt="2026-01-09T15:07:36.859" v="113" actId="47"/>
        <pc:sldMkLst>
          <pc:docMk/>
          <pc:sldMk cId="2045951088" sldId="410"/>
        </pc:sldMkLst>
      </pc:sldChg>
      <pc:sldChg chg="del">
        <pc:chgData name="Rajarajeshwari S" userId="e4d90711455572c4" providerId="LiveId" clId="{CCD4E902-00B9-4B30-B952-A9A7A2B9871A}" dt="2026-01-09T15:07:37.145" v="117" actId="47"/>
        <pc:sldMkLst>
          <pc:docMk/>
          <pc:sldMk cId="1512371122" sldId="411"/>
        </pc:sldMkLst>
      </pc:sldChg>
      <pc:sldChg chg="del">
        <pc:chgData name="Rajarajeshwari S" userId="e4d90711455572c4" providerId="LiveId" clId="{CCD4E902-00B9-4B30-B952-A9A7A2B9871A}" dt="2026-01-09T15:07:37.287" v="119" actId="47"/>
        <pc:sldMkLst>
          <pc:docMk/>
          <pc:sldMk cId="2833031049" sldId="412"/>
        </pc:sldMkLst>
      </pc:sldChg>
      <pc:sldChg chg="del">
        <pc:chgData name="Rajarajeshwari S" userId="e4d90711455572c4" providerId="LiveId" clId="{CCD4E902-00B9-4B30-B952-A9A7A2B9871A}" dt="2026-01-09T15:07:37.367" v="121" actId="47"/>
        <pc:sldMkLst>
          <pc:docMk/>
          <pc:sldMk cId="903617171" sldId="413"/>
        </pc:sldMkLst>
      </pc:sldChg>
      <pc:sldChg chg="del">
        <pc:chgData name="Rajarajeshwari S" userId="e4d90711455572c4" providerId="LiveId" clId="{CCD4E902-00B9-4B30-B952-A9A7A2B9871A}" dt="2026-01-09T15:07:37.477" v="124" actId="47"/>
        <pc:sldMkLst>
          <pc:docMk/>
          <pc:sldMk cId="4108162884" sldId="414"/>
        </pc:sldMkLst>
      </pc:sldChg>
      <pc:sldChg chg="del">
        <pc:chgData name="Rajarajeshwari S" userId="e4d90711455572c4" providerId="LiveId" clId="{CCD4E902-00B9-4B30-B952-A9A7A2B9871A}" dt="2026-01-09T15:07:37.510" v="125" actId="47"/>
        <pc:sldMkLst>
          <pc:docMk/>
          <pc:sldMk cId="2248720774" sldId="415"/>
        </pc:sldMkLst>
      </pc:sldChg>
      <pc:sldChg chg="del">
        <pc:chgData name="Rajarajeshwari S" userId="e4d90711455572c4" providerId="LiveId" clId="{CCD4E902-00B9-4B30-B952-A9A7A2B9871A}" dt="2026-01-09T15:07:37.526" v="126" actId="47"/>
        <pc:sldMkLst>
          <pc:docMk/>
          <pc:sldMk cId="1728633417" sldId="416"/>
        </pc:sldMkLst>
      </pc:sldChg>
      <pc:sldChg chg="del">
        <pc:chgData name="Rajarajeshwari S" userId="e4d90711455572c4" providerId="LiveId" clId="{CCD4E902-00B9-4B30-B952-A9A7A2B9871A}" dt="2026-01-09T15:07:37.559" v="127" actId="47"/>
        <pc:sldMkLst>
          <pc:docMk/>
          <pc:sldMk cId="1961556872" sldId="417"/>
        </pc:sldMkLst>
      </pc:sldChg>
      <pc:sldChg chg="del">
        <pc:chgData name="Rajarajeshwari S" userId="e4d90711455572c4" providerId="LiveId" clId="{CCD4E902-00B9-4B30-B952-A9A7A2B9871A}" dt="2026-01-09T15:07:37.573" v="128" actId="47"/>
        <pc:sldMkLst>
          <pc:docMk/>
          <pc:sldMk cId="0" sldId="418"/>
        </pc:sldMkLst>
      </pc:sldChg>
      <pc:sldChg chg="del">
        <pc:chgData name="Rajarajeshwari S" userId="e4d90711455572c4" providerId="LiveId" clId="{CCD4E902-00B9-4B30-B952-A9A7A2B9871A}" dt="2026-01-09T15:07:37.622" v="129" actId="47"/>
        <pc:sldMkLst>
          <pc:docMk/>
          <pc:sldMk cId="0" sldId="419"/>
        </pc:sldMkLst>
      </pc:sldChg>
      <pc:sldChg chg="del">
        <pc:chgData name="Rajarajeshwari S" userId="e4d90711455572c4" providerId="LiveId" clId="{CCD4E902-00B9-4B30-B952-A9A7A2B9871A}" dt="2026-01-09T15:07:37.653" v="130" actId="47"/>
        <pc:sldMkLst>
          <pc:docMk/>
          <pc:sldMk cId="0" sldId="420"/>
        </pc:sldMkLst>
      </pc:sldChg>
      <pc:sldChg chg="del">
        <pc:chgData name="Rajarajeshwari S" userId="e4d90711455572c4" providerId="LiveId" clId="{CCD4E902-00B9-4B30-B952-A9A7A2B9871A}" dt="2026-01-09T15:07:37.719" v="132" actId="47"/>
        <pc:sldMkLst>
          <pc:docMk/>
          <pc:sldMk cId="621463174" sldId="421"/>
        </pc:sldMkLst>
      </pc:sldChg>
      <pc:sldChg chg="del">
        <pc:chgData name="Rajarajeshwari S" userId="e4d90711455572c4" providerId="LiveId" clId="{CCD4E902-00B9-4B30-B952-A9A7A2B9871A}" dt="2026-01-09T15:07:32.983" v="42" actId="47"/>
        <pc:sldMkLst>
          <pc:docMk/>
          <pc:sldMk cId="0" sldId="422"/>
        </pc:sldMkLst>
      </pc:sldChg>
      <pc:sldChg chg="del">
        <pc:chgData name="Rajarajeshwari S" userId="e4d90711455572c4" providerId="LiveId" clId="{CCD4E902-00B9-4B30-B952-A9A7A2B9871A}" dt="2026-01-09T15:07:33.014" v="43" actId="47"/>
        <pc:sldMkLst>
          <pc:docMk/>
          <pc:sldMk cId="0" sldId="423"/>
        </pc:sldMkLst>
      </pc:sldChg>
      <pc:sldChg chg="del">
        <pc:chgData name="Rajarajeshwari S" userId="e4d90711455572c4" providerId="LiveId" clId="{CCD4E902-00B9-4B30-B952-A9A7A2B9871A}" dt="2026-01-09T15:07:33.046" v="44" actId="47"/>
        <pc:sldMkLst>
          <pc:docMk/>
          <pc:sldMk cId="0" sldId="424"/>
        </pc:sldMkLst>
      </pc:sldChg>
      <pc:sldChg chg="del">
        <pc:chgData name="Rajarajeshwari S" userId="e4d90711455572c4" providerId="LiveId" clId="{CCD4E902-00B9-4B30-B952-A9A7A2B9871A}" dt="2026-01-09T15:07:33.078" v="45" actId="47"/>
        <pc:sldMkLst>
          <pc:docMk/>
          <pc:sldMk cId="0" sldId="425"/>
        </pc:sldMkLst>
      </pc:sldChg>
      <pc:sldChg chg="del">
        <pc:chgData name="Rajarajeshwari S" userId="e4d90711455572c4" providerId="LiveId" clId="{CCD4E902-00B9-4B30-B952-A9A7A2B9871A}" dt="2026-01-09T15:07:33.365" v="46" actId="47"/>
        <pc:sldMkLst>
          <pc:docMk/>
          <pc:sldMk cId="0" sldId="426"/>
        </pc:sldMkLst>
      </pc:sldChg>
      <pc:sldChg chg="del">
        <pc:chgData name="Rajarajeshwari S" userId="e4d90711455572c4" providerId="LiveId" clId="{CCD4E902-00B9-4B30-B952-A9A7A2B9871A}" dt="2026-01-09T15:07:33.874" v="47" actId="47"/>
        <pc:sldMkLst>
          <pc:docMk/>
          <pc:sldMk cId="0" sldId="427"/>
        </pc:sldMkLst>
      </pc:sldChg>
      <pc:sldChg chg="del">
        <pc:chgData name="Rajarajeshwari S" userId="e4d90711455572c4" providerId="LiveId" clId="{CCD4E902-00B9-4B30-B952-A9A7A2B9871A}" dt="2026-01-09T15:07:33.954" v="49" actId="47"/>
        <pc:sldMkLst>
          <pc:docMk/>
          <pc:sldMk cId="0" sldId="428"/>
        </pc:sldMkLst>
      </pc:sldChg>
      <pc:sldChg chg="del">
        <pc:chgData name="Rajarajeshwari S" userId="e4d90711455572c4" providerId="LiveId" clId="{CCD4E902-00B9-4B30-B952-A9A7A2B9871A}" dt="2026-01-09T15:07:34.118" v="52" actId="47"/>
        <pc:sldMkLst>
          <pc:docMk/>
          <pc:sldMk cId="0" sldId="429"/>
        </pc:sldMkLst>
      </pc:sldChg>
      <pc:sldChg chg="del">
        <pc:chgData name="Rajarajeshwari S" userId="e4d90711455572c4" providerId="LiveId" clId="{CCD4E902-00B9-4B30-B952-A9A7A2B9871A}" dt="2026-01-09T15:07:34.135" v="53" actId="47"/>
        <pc:sldMkLst>
          <pc:docMk/>
          <pc:sldMk cId="0" sldId="430"/>
        </pc:sldMkLst>
      </pc:sldChg>
      <pc:sldChg chg="del">
        <pc:chgData name="Rajarajeshwari S" userId="e4d90711455572c4" providerId="LiveId" clId="{CCD4E902-00B9-4B30-B952-A9A7A2B9871A}" dt="2026-01-09T15:07:34.144" v="54" actId="47"/>
        <pc:sldMkLst>
          <pc:docMk/>
          <pc:sldMk cId="0" sldId="431"/>
        </pc:sldMkLst>
      </pc:sldChg>
      <pc:sldChg chg="del">
        <pc:chgData name="Rajarajeshwari S" userId="e4d90711455572c4" providerId="LiveId" clId="{CCD4E902-00B9-4B30-B952-A9A7A2B9871A}" dt="2026-01-09T15:07:34.197" v="55" actId="47"/>
        <pc:sldMkLst>
          <pc:docMk/>
          <pc:sldMk cId="0" sldId="432"/>
        </pc:sldMkLst>
      </pc:sldChg>
      <pc:sldChg chg="del">
        <pc:chgData name="Rajarajeshwari S" userId="e4d90711455572c4" providerId="LiveId" clId="{CCD4E902-00B9-4B30-B952-A9A7A2B9871A}" dt="2026-01-09T15:07:34.223" v="56" actId="47"/>
        <pc:sldMkLst>
          <pc:docMk/>
          <pc:sldMk cId="0" sldId="433"/>
        </pc:sldMkLst>
      </pc:sldChg>
      <pc:sldChg chg="del">
        <pc:chgData name="Rajarajeshwari S" userId="e4d90711455572c4" providerId="LiveId" clId="{CCD4E902-00B9-4B30-B952-A9A7A2B9871A}" dt="2026-01-09T15:07:34.303" v="58" actId="47"/>
        <pc:sldMkLst>
          <pc:docMk/>
          <pc:sldMk cId="0" sldId="434"/>
        </pc:sldMkLst>
      </pc:sldChg>
      <pc:sldChg chg="del">
        <pc:chgData name="Rajarajeshwari S" userId="e4d90711455572c4" providerId="LiveId" clId="{CCD4E902-00B9-4B30-B952-A9A7A2B9871A}" dt="2026-01-09T15:07:34.355" v="59" actId="47"/>
        <pc:sldMkLst>
          <pc:docMk/>
          <pc:sldMk cId="0" sldId="435"/>
        </pc:sldMkLst>
      </pc:sldChg>
      <pc:sldChg chg="del">
        <pc:chgData name="Rajarajeshwari S" userId="e4d90711455572c4" providerId="LiveId" clId="{CCD4E902-00B9-4B30-B952-A9A7A2B9871A}" dt="2026-01-09T15:07:34.444" v="61" actId="47"/>
        <pc:sldMkLst>
          <pc:docMk/>
          <pc:sldMk cId="0" sldId="436"/>
        </pc:sldMkLst>
      </pc:sldChg>
      <pc:sldChg chg="del">
        <pc:chgData name="Rajarajeshwari S" userId="e4d90711455572c4" providerId="LiveId" clId="{CCD4E902-00B9-4B30-B952-A9A7A2B9871A}" dt="2026-01-09T15:07:34.460" v="62" actId="47"/>
        <pc:sldMkLst>
          <pc:docMk/>
          <pc:sldMk cId="0" sldId="437"/>
        </pc:sldMkLst>
      </pc:sldChg>
      <pc:sldChg chg="del">
        <pc:chgData name="Rajarajeshwari S" userId="e4d90711455572c4" providerId="LiveId" clId="{CCD4E902-00B9-4B30-B952-A9A7A2B9871A}" dt="2026-01-09T15:07:34.478" v="63" actId="47"/>
        <pc:sldMkLst>
          <pc:docMk/>
          <pc:sldMk cId="0" sldId="438"/>
        </pc:sldMkLst>
      </pc:sldChg>
      <pc:sldChg chg="del">
        <pc:chgData name="Rajarajeshwari S" userId="e4d90711455572c4" providerId="LiveId" clId="{CCD4E902-00B9-4B30-B952-A9A7A2B9871A}" dt="2026-01-09T15:07:34.512" v="64" actId="47"/>
        <pc:sldMkLst>
          <pc:docMk/>
          <pc:sldMk cId="0" sldId="439"/>
        </pc:sldMkLst>
      </pc:sldChg>
      <pc:sldChg chg="del">
        <pc:chgData name="Rajarajeshwari S" userId="e4d90711455572c4" providerId="LiveId" clId="{CCD4E902-00B9-4B30-B952-A9A7A2B9871A}" dt="2026-01-09T15:07:34.531" v="65" actId="47"/>
        <pc:sldMkLst>
          <pc:docMk/>
          <pc:sldMk cId="0" sldId="440"/>
        </pc:sldMkLst>
      </pc:sldChg>
      <pc:sldChg chg="del">
        <pc:chgData name="Rajarajeshwari S" userId="e4d90711455572c4" providerId="LiveId" clId="{CCD4E902-00B9-4B30-B952-A9A7A2B9871A}" dt="2026-01-09T15:07:34.571" v="66" actId="47"/>
        <pc:sldMkLst>
          <pc:docMk/>
          <pc:sldMk cId="0" sldId="441"/>
        </pc:sldMkLst>
      </pc:sldChg>
      <pc:sldChg chg="del">
        <pc:chgData name="Rajarajeshwari S" userId="e4d90711455572c4" providerId="LiveId" clId="{CCD4E902-00B9-4B30-B952-A9A7A2B9871A}" dt="2026-01-09T15:07:33.938" v="48" actId="47"/>
        <pc:sldMkLst>
          <pc:docMk/>
          <pc:sldMk cId="940599760" sldId="442"/>
        </pc:sldMkLst>
      </pc:sldChg>
      <pc:sldChg chg="del">
        <pc:chgData name="Rajarajeshwari S" userId="e4d90711455572c4" providerId="LiveId" clId="{CCD4E902-00B9-4B30-B952-A9A7A2B9871A}" dt="2026-01-09T15:07:34.101" v="51" actId="47"/>
        <pc:sldMkLst>
          <pc:docMk/>
          <pc:sldMk cId="98340570" sldId="443"/>
        </pc:sldMkLst>
      </pc:sldChg>
      <pc:sldChg chg="del">
        <pc:chgData name="Rajarajeshwari S" userId="e4d90711455572c4" providerId="LiveId" clId="{CCD4E902-00B9-4B30-B952-A9A7A2B9871A}" dt="2026-01-09T15:07:34.287" v="57" actId="47"/>
        <pc:sldMkLst>
          <pc:docMk/>
          <pc:sldMk cId="2302974117" sldId="444"/>
        </pc:sldMkLst>
      </pc:sldChg>
      <pc:sldChg chg="del">
        <pc:chgData name="Rajarajeshwari S" userId="e4d90711455572c4" providerId="LiveId" clId="{CCD4E902-00B9-4B30-B952-A9A7A2B9871A}" dt="2026-01-09T15:07:34.413" v="60" actId="47"/>
        <pc:sldMkLst>
          <pc:docMk/>
          <pc:sldMk cId="2179143199" sldId="445"/>
        </pc:sldMkLst>
      </pc:sldChg>
      <pc:sldChg chg="del">
        <pc:chgData name="Rajarajeshwari S" userId="e4d90711455572c4" providerId="LiveId" clId="{CCD4E902-00B9-4B30-B952-A9A7A2B9871A}" dt="2026-01-09T15:07:35.126" v="80" actId="47"/>
        <pc:sldMkLst>
          <pc:docMk/>
          <pc:sldMk cId="2970309808" sldId="446"/>
        </pc:sldMkLst>
      </pc:sldChg>
      <pc:sldChg chg="del">
        <pc:chgData name="Rajarajeshwari S" userId="e4d90711455572c4" providerId="LiveId" clId="{CCD4E902-00B9-4B30-B952-A9A7A2B9871A}" dt="2026-01-09T15:07:36.508" v="108" actId="47"/>
        <pc:sldMkLst>
          <pc:docMk/>
          <pc:sldMk cId="298208366" sldId="447"/>
        </pc:sldMkLst>
      </pc:sldChg>
      <pc:sldChg chg="del">
        <pc:chgData name="Rajarajeshwari S" userId="e4d90711455572c4" providerId="LiveId" clId="{CCD4E902-00B9-4B30-B952-A9A7A2B9871A}" dt="2026-01-09T15:07:37.747" v="133" actId="47"/>
        <pc:sldMkLst>
          <pc:docMk/>
          <pc:sldMk cId="1825537563" sldId="448"/>
        </pc:sldMkLst>
      </pc:sldChg>
      <pc:sldChg chg="del">
        <pc:chgData name="Rajarajeshwari S" userId="e4d90711455572c4" providerId="LiveId" clId="{CCD4E902-00B9-4B30-B952-A9A7A2B9871A}" dt="2026-01-09T15:07:37.825" v="134" actId="47"/>
        <pc:sldMkLst>
          <pc:docMk/>
          <pc:sldMk cId="2990429299" sldId="449"/>
        </pc:sldMkLst>
      </pc:sldChg>
      <pc:sldChg chg="del">
        <pc:chgData name="Rajarajeshwari S" userId="e4d90711455572c4" providerId="LiveId" clId="{CCD4E902-00B9-4B30-B952-A9A7A2B9871A}" dt="2026-01-09T15:07:37.843" v="135" actId="47"/>
        <pc:sldMkLst>
          <pc:docMk/>
          <pc:sldMk cId="3574935007" sldId="450"/>
        </pc:sldMkLst>
      </pc:sldChg>
      <pc:sldChg chg="del">
        <pc:chgData name="Rajarajeshwari S" userId="e4d90711455572c4" providerId="LiveId" clId="{CCD4E902-00B9-4B30-B952-A9A7A2B9871A}" dt="2026-01-09T15:07:37.871" v="136" actId="47"/>
        <pc:sldMkLst>
          <pc:docMk/>
          <pc:sldMk cId="2780286411" sldId="451"/>
        </pc:sldMkLst>
      </pc:sldChg>
      <pc:sldChg chg="del">
        <pc:chgData name="Rajarajeshwari S" userId="e4d90711455572c4" providerId="LiveId" clId="{CCD4E902-00B9-4B30-B952-A9A7A2B9871A}" dt="2026-01-09T15:07:37.887" v="137" actId="47"/>
        <pc:sldMkLst>
          <pc:docMk/>
          <pc:sldMk cId="3374963890" sldId="452"/>
        </pc:sldMkLst>
      </pc:sldChg>
      <pc:sldChg chg="del">
        <pc:chgData name="Rajarajeshwari S" userId="e4d90711455572c4" providerId="LiveId" clId="{CCD4E902-00B9-4B30-B952-A9A7A2B9871A}" dt="2026-01-09T15:07:37.909" v="138" actId="47"/>
        <pc:sldMkLst>
          <pc:docMk/>
          <pc:sldMk cId="3333421587" sldId="453"/>
        </pc:sldMkLst>
      </pc:sldChg>
      <pc:sldChg chg="del">
        <pc:chgData name="Rajarajeshwari S" userId="e4d90711455572c4" providerId="LiveId" clId="{CCD4E902-00B9-4B30-B952-A9A7A2B9871A}" dt="2026-01-09T15:07:38.049" v="142" actId="47"/>
        <pc:sldMkLst>
          <pc:docMk/>
          <pc:sldMk cId="3356412081" sldId="454"/>
        </pc:sldMkLst>
      </pc:sldChg>
      <pc:sldChg chg="del">
        <pc:chgData name="Rajarajeshwari S" userId="e4d90711455572c4" providerId="LiveId" clId="{CCD4E902-00B9-4B30-B952-A9A7A2B9871A}" dt="2026-01-09T15:07:38.104" v="143" actId="47"/>
        <pc:sldMkLst>
          <pc:docMk/>
          <pc:sldMk cId="612638107" sldId="455"/>
        </pc:sldMkLst>
      </pc:sldChg>
      <pc:sldChg chg="del">
        <pc:chgData name="Rajarajeshwari S" userId="e4d90711455572c4" providerId="LiveId" clId="{CCD4E902-00B9-4B30-B952-A9A7A2B9871A}" dt="2026-01-09T15:07:37.938" v="139" actId="47"/>
        <pc:sldMkLst>
          <pc:docMk/>
          <pc:sldMk cId="77577947" sldId="456"/>
        </pc:sldMkLst>
      </pc:sldChg>
      <pc:sldChg chg="del">
        <pc:chgData name="Rajarajeshwari S" userId="e4d90711455572c4" providerId="LiveId" clId="{CCD4E902-00B9-4B30-B952-A9A7A2B9871A}" dt="2026-01-09T15:07:38.018" v="140" actId="47"/>
        <pc:sldMkLst>
          <pc:docMk/>
          <pc:sldMk cId="4048213089" sldId="457"/>
        </pc:sldMkLst>
      </pc:sldChg>
      <pc:sldChg chg="del">
        <pc:chgData name="Rajarajeshwari S" userId="e4d90711455572c4" providerId="LiveId" clId="{CCD4E902-00B9-4B30-B952-A9A7A2B9871A}" dt="2026-01-09T15:07:38.046" v="141" actId="47"/>
        <pc:sldMkLst>
          <pc:docMk/>
          <pc:sldMk cId="1159098774" sldId="458"/>
        </pc:sldMkLst>
      </pc:sldChg>
      <pc:sldChg chg="del">
        <pc:chgData name="Rajarajeshwari S" userId="e4d90711455572c4" providerId="LiveId" clId="{CCD4E902-00B9-4B30-B952-A9A7A2B9871A}" dt="2026-01-09T15:07:38.185" v="144" actId="47"/>
        <pc:sldMkLst>
          <pc:docMk/>
          <pc:sldMk cId="2518381581" sldId="459"/>
        </pc:sldMkLst>
      </pc:sldChg>
      <pc:sldChg chg="del">
        <pc:chgData name="Rajarajeshwari S" userId="e4d90711455572c4" providerId="LiveId" clId="{CCD4E902-00B9-4B30-B952-A9A7A2B9871A}" dt="2026-01-09T15:07:38.208" v="145" actId="47"/>
        <pc:sldMkLst>
          <pc:docMk/>
          <pc:sldMk cId="3562179573" sldId="460"/>
        </pc:sldMkLst>
      </pc:sldChg>
      <pc:sldChg chg="del">
        <pc:chgData name="Rajarajeshwari S" userId="e4d90711455572c4" providerId="LiveId" clId="{CCD4E902-00B9-4B30-B952-A9A7A2B9871A}" dt="2026-01-09T15:07:38.256" v="146" actId="47"/>
        <pc:sldMkLst>
          <pc:docMk/>
          <pc:sldMk cId="3804210206" sldId="461"/>
        </pc:sldMkLst>
      </pc:sldChg>
      <pc:sldChg chg="del">
        <pc:chgData name="Rajarajeshwari S" userId="e4d90711455572c4" providerId="LiveId" clId="{CCD4E902-00B9-4B30-B952-A9A7A2B9871A}" dt="2026-01-09T15:07:38.353" v="148" actId="47"/>
        <pc:sldMkLst>
          <pc:docMk/>
          <pc:sldMk cId="1286958154" sldId="462"/>
        </pc:sldMkLst>
      </pc:sldChg>
      <pc:sldChg chg="del">
        <pc:chgData name="Rajarajeshwari S" userId="e4d90711455572c4" providerId="LiveId" clId="{CCD4E902-00B9-4B30-B952-A9A7A2B9871A}" dt="2026-01-09T15:07:38.289" v="147" actId="47"/>
        <pc:sldMkLst>
          <pc:docMk/>
          <pc:sldMk cId="115211045" sldId="463"/>
        </pc:sldMkLst>
      </pc:sldChg>
      <pc:sldChg chg="del">
        <pc:chgData name="Rajarajeshwari S" userId="e4d90711455572c4" providerId="LiveId" clId="{CCD4E902-00B9-4B30-B952-A9A7A2B9871A}" dt="2026-01-09T15:07:38.398" v="149" actId="47"/>
        <pc:sldMkLst>
          <pc:docMk/>
          <pc:sldMk cId="3382092741" sldId="464"/>
        </pc:sldMkLst>
      </pc:sldChg>
      <pc:sldChg chg="del">
        <pc:chgData name="Rajarajeshwari S" userId="e4d90711455572c4" providerId="LiveId" clId="{CCD4E902-00B9-4B30-B952-A9A7A2B9871A}" dt="2026-01-09T15:07:38.495" v="150" actId="47"/>
        <pc:sldMkLst>
          <pc:docMk/>
          <pc:sldMk cId="3579651219" sldId="465"/>
        </pc:sldMkLst>
      </pc:sldChg>
      <pc:sldChg chg="del">
        <pc:chgData name="Rajarajeshwari S" userId="e4d90711455572c4" providerId="LiveId" clId="{CCD4E902-00B9-4B30-B952-A9A7A2B9871A}" dt="2026-01-09T15:07:38.561" v="151" actId="47"/>
        <pc:sldMkLst>
          <pc:docMk/>
          <pc:sldMk cId="3895924162" sldId="466"/>
        </pc:sldMkLst>
      </pc:sldChg>
      <pc:sldChg chg="del">
        <pc:chgData name="Rajarajeshwari S" userId="e4d90711455572c4" providerId="LiveId" clId="{CCD4E902-00B9-4B30-B952-A9A7A2B9871A}" dt="2026-01-09T15:07:38.830" v="152" actId="47"/>
        <pc:sldMkLst>
          <pc:docMk/>
          <pc:sldMk cId="3207023667" sldId="467"/>
        </pc:sldMkLst>
      </pc:sldChg>
      <pc:sldChg chg="del">
        <pc:chgData name="Rajarajeshwari S" userId="e4d90711455572c4" providerId="LiveId" clId="{CCD4E902-00B9-4B30-B952-A9A7A2B9871A}" dt="2026-01-09T15:07:40.685" v="156" actId="47"/>
        <pc:sldMkLst>
          <pc:docMk/>
          <pc:sldMk cId="253780674" sldId="468"/>
        </pc:sldMkLst>
      </pc:sldChg>
      <pc:sldChg chg="del">
        <pc:chgData name="Rajarajeshwari S" userId="e4d90711455572c4" providerId="LiveId" clId="{CCD4E902-00B9-4B30-B952-A9A7A2B9871A}" dt="2026-01-09T15:07:40.874" v="157" actId="47"/>
        <pc:sldMkLst>
          <pc:docMk/>
          <pc:sldMk cId="3481634363" sldId="469"/>
        </pc:sldMkLst>
      </pc:sldChg>
      <pc:sldChg chg="del">
        <pc:chgData name="Rajarajeshwari S" userId="e4d90711455572c4" providerId="LiveId" clId="{CCD4E902-00B9-4B30-B952-A9A7A2B9871A}" dt="2026-01-09T15:07:40.990" v="158" actId="47"/>
        <pc:sldMkLst>
          <pc:docMk/>
          <pc:sldMk cId="2777766035" sldId="470"/>
        </pc:sldMkLst>
      </pc:sldChg>
      <pc:sldChg chg="del">
        <pc:chgData name="Rajarajeshwari S" userId="e4d90711455572c4" providerId="LiveId" clId="{CCD4E902-00B9-4B30-B952-A9A7A2B9871A}" dt="2026-01-09T15:07:39.225" v="153" actId="47"/>
        <pc:sldMkLst>
          <pc:docMk/>
          <pc:sldMk cId="850501341" sldId="471"/>
        </pc:sldMkLst>
      </pc:sldChg>
      <pc:sldChg chg="del">
        <pc:chgData name="Rajarajeshwari S" userId="e4d90711455572c4" providerId="LiveId" clId="{CCD4E902-00B9-4B30-B952-A9A7A2B9871A}" dt="2026-01-09T15:07:39.861" v="154" actId="47"/>
        <pc:sldMkLst>
          <pc:docMk/>
          <pc:sldMk cId="1174846928" sldId="472"/>
        </pc:sldMkLst>
      </pc:sldChg>
      <pc:sldChg chg="del">
        <pc:chgData name="Rajarajeshwari S" userId="e4d90711455572c4" providerId="LiveId" clId="{CCD4E902-00B9-4B30-B952-A9A7A2B9871A}" dt="2026-01-09T15:07:40.543" v="155" actId="47"/>
        <pc:sldMkLst>
          <pc:docMk/>
          <pc:sldMk cId="2652689213" sldId="473"/>
        </pc:sldMkLst>
      </pc:sldChg>
      <pc:sldChg chg="del">
        <pc:chgData name="Rajarajeshwari S" userId="e4d90711455572c4" providerId="LiveId" clId="{CCD4E902-00B9-4B30-B952-A9A7A2B9871A}" dt="2026-01-09T15:07:41.382" v="159" actId="47"/>
        <pc:sldMkLst>
          <pc:docMk/>
          <pc:sldMk cId="3601473834" sldId="474"/>
        </pc:sldMkLst>
      </pc:sldChg>
      <pc:sldChg chg="del">
        <pc:chgData name="Rajarajeshwari S" userId="e4d90711455572c4" providerId="LiveId" clId="{CCD4E902-00B9-4B30-B952-A9A7A2B9871A}" dt="2026-01-09T15:07:41.525" v="160" actId="47"/>
        <pc:sldMkLst>
          <pc:docMk/>
          <pc:sldMk cId="1415959953" sldId="475"/>
        </pc:sldMkLst>
      </pc:sldChg>
      <pc:sldChg chg="del">
        <pc:chgData name="Rajarajeshwari S" userId="e4d90711455572c4" providerId="LiveId" clId="{CCD4E902-00B9-4B30-B952-A9A7A2B9871A}" dt="2026-01-09T15:07:41.700" v="161" actId="47"/>
        <pc:sldMkLst>
          <pc:docMk/>
          <pc:sldMk cId="1347011973" sldId="476"/>
        </pc:sldMkLst>
      </pc:sldChg>
      <pc:sldChg chg="del">
        <pc:chgData name="Rajarajeshwari S" userId="e4d90711455572c4" providerId="LiveId" clId="{CCD4E902-00B9-4B30-B952-A9A7A2B9871A}" dt="2026-01-09T15:07:41.955" v="162" actId="47"/>
        <pc:sldMkLst>
          <pc:docMk/>
          <pc:sldMk cId="4065534572" sldId="477"/>
        </pc:sldMkLst>
      </pc:sldChg>
      <pc:sldChg chg="del">
        <pc:chgData name="Rajarajeshwari S" userId="e4d90711455572c4" providerId="LiveId" clId="{CCD4E902-00B9-4B30-B952-A9A7A2B9871A}" dt="2026-01-09T15:07:42.255" v="163" actId="47"/>
        <pc:sldMkLst>
          <pc:docMk/>
          <pc:sldMk cId="1056596372" sldId="478"/>
        </pc:sldMkLst>
      </pc:sldChg>
      <pc:sldChg chg="del">
        <pc:chgData name="Rajarajeshwari S" userId="e4d90711455572c4" providerId="LiveId" clId="{CCD4E902-00B9-4B30-B952-A9A7A2B9871A}" dt="2026-01-09T15:07:42.366" v="164" actId="47"/>
        <pc:sldMkLst>
          <pc:docMk/>
          <pc:sldMk cId="2281909648" sldId="479"/>
        </pc:sldMkLst>
      </pc:sldChg>
      <pc:sldChg chg="del">
        <pc:chgData name="Rajarajeshwari S" userId="e4d90711455572c4" providerId="LiveId" clId="{CCD4E902-00B9-4B30-B952-A9A7A2B9871A}" dt="2026-01-09T15:07:42.572" v="165" actId="47"/>
        <pc:sldMkLst>
          <pc:docMk/>
          <pc:sldMk cId="1965088866" sldId="480"/>
        </pc:sldMkLst>
      </pc:sldChg>
      <pc:sldChg chg="del">
        <pc:chgData name="Rajarajeshwari S" userId="e4d90711455572c4" providerId="LiveId" clId="{CCD4E902-00B9-4B30-B952-A9A7A2B9871A}" dt="2026-01-09T15:07:42.749" v="167" actId="47"/>
        <pc:sldMkLst>
          <pc:docMk/>
          <pc:sldMk cId="2362065089" sldId="481"/>
        </pc:sldMkLst>
      </pc:sldChg>
      <pc:sldChg chg="del">
        <pc:chgData name="Rajarajeshwari S" userId="e4d90711455572c4" providerId="LiveId" clId="{CCD4E902-00B9-4B30-B952-A9A7A2B9871A}" dt="2026-01-09T15:07:42.872" v="168" actId="47"/>
        <pc:sldMkLst>
          <pc:docMk/>
          <pc:sldMk cId="961775283" sldId="482"/>
        </pc:sldMkLst>
      </pc:sldChg>
      <pc:sldChg chg="del">
        <pc:chgData name="Rajarajeshwari S" userId="e4d90711455572c4" providerId="LiveId" clId="{CCD4E902-00B9-4B30-B952-A9A7A2B9871A}" dt="2026-01-09T15:07:43.032" v="169" actId="47"/>
        <pc:sldMkLst>
          <pc:docMk/>
          <pc:sldMk cId="23427614" sldId="483"/>
        </pc:sldMkLst>
      </pc:sldChg>
      <pc:sldChg chg="del">
        <pc:chgData name="Rajarajeshwari S" userId="e4d90711455572c4" providerId="LiveId" clId="{CCD4E902-00B9-4B30-B952-A9A7A2B9871A}" dt="2026-01-09T15:07:43.211" v="170" actId="47"/>
        <pc:sldMkLst>
          <pc:docMk/>
          <pc:sldMk cId="3261659136" sldId="484"/>
        </pc:sldMkLst>
      </pc:sldChg>
      <pc:sldChg chg="del">
        <pc:chgData name="Rajarajeshwari S" userId="e4d90711455572c4" providerId="LiveId" clId="{CCD4E902-00B9-4B30-B952-A9A7A2B9871A}" dt="2026-01-09T15:07:42.730" v="166" actId="47"/>
        <pc:sldMkLst>
          <pc:docMk/>
          <pc:sldMk cId="627663073" sldId="485"/>
        </pc:sldMkLst>
      </pc:sldChg>
      <pc:sldChg chg="del">
        <pc:chgData name="Rajarajeshwari S" userId="e4d90711455572c4" providerId="LiveId" clId="{CCD4E902-00B9-4B30-B952-A9A7A2B9871A}" dt="2026-01-09T15:07:43.384" v="171" actId="47"/>
        <pc:sldMkLst>
          <pc:docMk/>
          <pc:sldMk cId="2131262710" sldId="486"/>
        </pc:sldMkLst>
      </pc:sldChg>
      <pc:sldChg chg="del">
        <pc:chgData name="Rajarajeshwari S" userId="e4d90711455572c4" providerId="LiveId" clId="{CCD4E902-00B9-4B30-B952-A9A7A2B9871A}" dt="2026-01-09T15:07:43.589" v="172" actId="47"/>
        <pc:sldMkLst>
          <pc:docMk/>
          <pc:sldMk cId="2234717253" sldId="487"/>
        </pc:sldMkLst>
      </pc:sldChg>
      <pc:sldChg chg="del">
        <pc:chgData name="Rajarajeshwari S" userId="e4d90711455572c4" providerId="LiveId" clId="{CCD4E902-00B9-4B30-B952-A9A7A2B9871A}" dt="2026-01-09T15:07:44.022" v="173" actId="47"/>
        <pc:sldMkLst>
          <pc:docMk/>
          <pc:sldMk cId="2386361027" sldId="488"/>
        </pc:sldMkLst>
      </pc:sldChg>
      <pc:sldChg chg="del">
        <pc:chgData name="Rajarajeshwari S" userId="e4d90711455572c4" providerId="LiveId" clId="{CCD4E902-00B9-4B30-B952-A9A7A2B9871A}" dt="2026-01-09T15:07:44.209" v="174" actId="47"/>
        <pc:sldMkLst>
          <pc:docMk/>
          <pc:sldMk cId="1335577009" sldId="489"/>
        </pc:sldMkLst>
      </pc:sldChg>
      <pc:sldChg chg="del">
        <pc:chgData name="Rajarajeshwari S" userId="e4d90711455572c4" providerId="LiveId" clId="{CCD4E902-00B9-4B30-B952-A9A7A2B9871A}" dt="2026-01-09T15:07:44.992" v="175" actId="47"/>
        <pc:sldMkLst>
          <pc:docMk/>
          <pc:sldMk cId="3801674243" sldId="491"/>
        </pc:sldMkLst>
      </pc:sldChg>
      <pc:sldChg chg="del">
        <pc:chgData name="Rajarajeshwari S" userId="e4d90711455572c4" providerId="LiveId" clId="{CCD4E902-00B9-4B30-B952-A9A7A2B9871A}" dt="2026-01-09T15:07:45.228" v="176" actId="47"/>
        <pc:sldMkLst>
          <pc:docMk/>
          <pc:sldMk cId="1521283814" sldId="492"/>
        </pc:sldMkLst>
      </pc:sldChg>
      <pc:sldChg chg="del">
        <pc:chgData name="Rajarajeshwari S" userId="e4d90711455572c4" providerId="LiveId" clId="{CCD4E902-00B9-4B30-B952-A9A7A2B9871A}" dt="2026-01-09T15:07:45.384" v="177" actId="47"/>
        <pc:sldMkLst>
          <pc:docMk/>
          <pc:sldMk cId="3846535035" sldId="493"/>
        </pc:sldMkLst>
      </pc:sldChg>
      <pc:sldChg chg="del">
        <pc:chgData name="Rajarajeshwari S" userId="e4d90711455572c4" providerId="LiveId" clId="{CCD4E902-00B9-4B30-B952-A9A7A2B9871A}" dt="2026-01-09T15:07:45.979" v="178" actId="47"/>
        <pc:sldMkLst>
          <pc:docMk/>
          <pc:sldMk cId="2389985708" sldId="494"/>
        </pc:sldMkLst>
      </pc:sldChg>
      <pc:sldChg chg="del">
        <pc:chgData name="Rajarajeshwari S" userId="e4d90711455572c4" providerId="LiveId" clId="{CCD4E902-00B9-4B30-B952-A9A7A2B9871A}" dt="2026-01-09T15:07:46.284" v="179" actId="47"/>
        <pc:sldMkLst>
          <pc:docMk/>
          <pc:sldMk cId="4196853351" sldId="495"/>
        </pc:sldMkLst>
      </pc:sldChg>
      <pc:sldChg chg="del">
        <pc:chgData name="Rajarajeshwari S" userId="e4d90711455572c4" providerId="LiveId" clId="{CCD4E902-00B9-4B30-B952-A9A7A2B9871A}" dt="2026-01-09T15:07:46.509" v="180" actId="47"/>
        <pc:sldMkLst>
          <pc:docMk/>
          <pc:sldMk cId="1838849933" sldId="496"/>
        </pc:sldMkLst>
      </pc:sldChg>
      <pc:sldChg chg="del">
        <pc:chgData name="Rajarajeshwari S" userId="e4d90711455572c4" providerId="LiveId" clId="{CCD4E902-00B9-4B30-B952-A9A7A2B9871A}" dt="2026-01-09T15:07:46.727" v="181" actId="47"/>
        <pc:sldMkLst>
          <pc:docMk/>
          <pc:sldMk cId="1002087209" sldId="497"/>
        </pc:sldMkLst>
      </pc:sldChg>
      <pc:sldChg chg="del">
        <pc:chgData name="Rajarajeshwari S" userId="e4d90711455572c4" providerId="LiveId" clId="{CCD4E902-00B9-4B30-B952-A9A7A2B9871A}" dt="2026-01-09T15:07:46.938" v="182" actId="47"/>
        <pc:sldMkLst>
          <pc:docMk/>
          <pc:sldMk cId="1705888530" sldId="498"/>
        </pc:sldMkLst>
      </pc:sldChg>
      <pc:sldChg chg="del">
        <pc:chgData name="Rajarajeshwari S" userId="e4d90711455572c4" providerId="LiveId" clId="{CCD4E902-00B9-4B30-B952-A9A7A2B9871A}" dt="2026-01-09T15:07:47.158" v="183" actId="47"/>
        <pc:sldMkLst>
          <pc:docMk/>
          <pc:sldMk cId="3449337435" sldId="499"/>
        </pc:sldMkLst>
      </pc:sldChg>
      <pc:sldChg chg="del">
        <pc:chgData name="Rajarajeshwari S" userId="e4d90711455572c4" providerId="LiveId" clId="{CCD4E902-00B9-4B30-B952-A9A7A2B9871A}" dt="2026-01-09T15:07:48.004" v="188" actId="47"/>
        <pc:sldMkLst>
          <pc:docMk/>
          <pc:sldMk cId="1092345830" sldId="500"/>
        </pc:sldMkLst>
      </pc:sldChg>
      <pc:sldChg chg="del">
        <pc:chgData name="Rajarajeshwari S" userId="e4d90711455572c4" providerId="LiveId" clId="{CCD4E902-00B9-4B30-B952-A9A7A2B9871A}" dt="2026-01-09T15:07:48.209" v="189" actId="47"/>
        <pc:sldMkLst>
          <pc:docMk/>
          <pc:sldMk cId="3970882324" sldId="501"/>
        </pc:sldMkLst>
      </pc:sldChg>
      <pc:sldChg chg="del">
        <pc:chgData name="Rajarajeshwari S" userId="e4d90711455572c4" providerId="LiveId" clId="{CCD4E902-00B9-4B30-B952-A9A7A2B9871A}" dt="2026-01-09T15:07:48.430" v="190" actId="47"/>
        <pc:sldMkLst>
          <pc:docMk/>
          <pc:sldMk cId="3623906793" sldId="503"/>
        </pc:sldMkLst>
      </pc:sldChg>
      <pc:sldChg chg="del">
        <pc:chgData name="Rajarajeshwari S" userId="e4d90711455572c4" providerId="LiveId" clId="{CCD4E902-00B9-4B30-B952-A9A7A2B9871A}" dt="2026-01-09T15:07:49.826" v="195" actId="47"/>
        <pc:sldMkLst>
          <pc:docMk/>
          <pc:sldMk cId="3619070704" sldId="504"/>
        </pc:sldMkLst>
      </pc:sldChg>
      <pc:sldChg chg="del">
        <pc:chgData name="Rajarajeshwari S" userId="e4d90711455572c4" providerId="LiveId" clId="{CCD4E902-00B9-4B30-B952-A9A7A2B9871A}" dt="2026-01-09T15:07:50.010" v="196" actId="47"/>
        <pc:sldMkLst>
          <pc:docMk/>
          <pc:sldMk cId="2883045154" sldId="505"/>
        </pc:sldMkLst>
      </pc:sldChg>
      <pc:sldChg chg="del">
        <pc:chgData name="Rajarajeshwari S" userId="e4d90711455572c4" providerId="LiveId" clId="{CCD4E902-00B9-4B30-B952-A9A7A2B9871A}" dt="2026-01-09T15:07:50.201" v="197" actId="47"/>
        <pc:sldMkLst>
          <pc:docMk/>
          <pc:sldMk cId="1498382872" sldId="506"/>
        </pc:sldMkLst>
      </pc:sldChg>
      <pc:sldChg chg="del">
        <pc:chgData name="Rajarajeshwari S" userId="e4d90711455572c4" providerId="LiveId" clId="{CCD4E902-00B9-4B30-B952-A9A7A2B9871A}" dt="2026-01-09T15:07:50.371" v="198" actId="47"/>
        <pc:sldMkLst>
          <pc:docMk/>
          <pc:sldMk cId="2231556884" sldId="507"/>
        </pc:sldMkLst>
      </pc:sldChg>
      <pc:sldChg chg="del">
        <pc:chgData name="Rajarajeshwari S" userId="e4d90711455572c4" providerId="LiveId" clId="{CCD4E902-00B9-4B30-B952-A9A7A2B9871A}" dt="2026-01-09T15:07:51.120" v="201" actId="47"/>
        <pc:sldMkLst>
          <pc:docMk/>
          <pc:sldMk cId="2279071462" sldId="508"/>
        </pc:sldMkLst>
      </pc:sldChg>
      <pc:sldChg chg="del">
        <pc:chgData name="Rajarajeshwari S" userId="e4d90711455572c4" providerId="LiveId" clId="{CCD4E902-00B9-4B30-B952-A9A7A2B9871A}" dt="2026-01-09T15:07:51.339" v="202" actId="47"/>
        <pc:sldMkLst>
          <pc:docMk/>
          <pc:sldMk cId="1196881160" sldId="512"/>
        </pc:sldMkLst>
      </pc:sldChg>
      <pc:sldChg chg="del">
        <pc:chgData name="Rajarajeshwari S" userId="e4d90711455572c4" providerId="LiveId" clId="{CCD4E902-00B9-4B30-B952-A9A7A2B9871A}" dt="2026-01-09T15:07:51.771" v="204" actId="47"/>
        <pc:sldMkLst>
          <pc:docMk/>
          <pc:sldMk cId="2015171300" sldId="513"/>
        </pc:sldMkLst>
      </pc:sldChg>
      <pc:sldChg chg="del">
        <pc:chgData name="Rajarajeshwari S" userId="e4d90711455572c4" providerId="LiveId" clId="{CCD4E902-00B9-4B30-B952-A9A7A2B9871A}" dt="2026-01-09T15:07:52.935" v="208" actId="47"/>
        <pc:sldMkLst>
          <pc:docMk/>
          <pc:sldMk cId="4261723965" sldId="514"/>
        </pc:sldMkLst>
      </pc:sldChg>
      <pc:sldChg chg="del">
        <pc:chgData name="Rajarajeshwari S" userId="e4d90711455572c4" providerId="LiveId" clId="{CCD4E902-00B9-4B30-B952-A9A7A2B9871A}" dt="2026-01-09T15:07:53.142" v="209" actId="47"/>
        <pc:sldMkLst>
          <pc:docMk/>
          <pc:sldMk cId="1346347748" sldId="515"/>
        </pc:sldMkLst>
      </pc:sldChg>
      <pc:sldChg chg="del">
        <pc:chgData name="Rajarajeshwari S" userId="e4d90711455572c4" providerId="LiveId" clId="{CCD4E902-00B9-4B30-B952-A9A7A2B9871A}" dt="2026-01-09T15:07:53.335" v="210" actId="47"/>
        <pc:sldMkLst>
          <pc:docMk/>
          <pc:sldMk cId="3275785326" sldId="516"/>
        </pc:sldMkLst>
      </pc:sldChg>
      <pc:sldChg chg="del">
        <pc:chgData name="Rajarajeshwari S" userId="e4d90711455572c4" providerId="LiveId" clId="{CCD4E902-00B9-4B30-B952-A9A7A2B9871A}" dt="2026-01-09T15:07:53.557" v="211" actId="47"/>
        <pc:sldMkLst>
          <pc:docMk/>
          <pc:sldMk cId="2286701846" sldId="517"/>
        </pc:sldMkLst>
      </pc:sldChg>
      <pc:sldChg chg="del">
        <pc:chgData name="Rajarajeshwari S" userId="e4d90711455572c4" providerId="LiveId" clId="{CCD4E902-00B9-4B30-B952-A9A7A2B9871A}" dt="2026-01-09T15:07:55.814" v="221" actId="47"/>
        <pc:sldMkLst>
          <pc:docMk/>
          <pc:sldMk cId="2115039946" sldId="518"/>
        </pc:sldMkLst>
      </pc:sldChg>
      <pc:sldChg chg="del">
        <pc:chgData name="Rajarajeshwari S" userId="e4d90711455572c4" providerId="LiveId" clId="{CCD4E902-00B9-4B30-B952-A9A7A2B9871A}" dt="2026-01-09T15:07:36.636" v="110" actId="47"/>
        <pc:sldMkLst>
          <pc:docMk/>
          <pc:sldMk cId="186645875" sldId="519"/>
        </pc:sldMkLst>
      </pc:sldChg>
      <pc:sldChg chg="del">
        <pc:chgData name="Rajarajeshwari S" userId="e4d90711455572c4" providerId="LiveId" clId="{CCD4E902-00B9-4B30-B952-A9A7A2B9871A}" dt="2026-01-09T15:07:36.907" v="114" actId="47"/>
        <pc:sldMkLst>
          <pc:docMk/>
          <pc:sldMk cId="2432395845" sldId="520"/>
        </pc:sldMkLst>
      </pc:sldChg>
      <pc:sldChg chg="del">
        <pc:chgData name="Rajarajeshwari S" userId="e4d90711455572c4" providerId="LiveId" clId="{CCD4E902-00B9-4B30-B952-A9A7A2B9871A}" dt="2026-01-09T15:07:36.731" v="111" actId="47"/>
        <pc:sldMkLst>
          <pc:docMk/>
          <pc:sldMk cId="531072921" sldId="521"/>
        </pc:sldMkLst>
      </pc:sldChg>
      <pc:sldChg chg="del">
        <pc:chgData name="Rajarajeshwari S" userId="e4d90711455572c4" providerId="LiveId" clId="{CCD4E902-00B9-4B30-B952-A9A7A2B9871A}" dt="2026-01-09T15:07:36.811" v="112" actId="47"/>
        <pc:sldMkLst>
          <pc:docMk/>
          <pc:sldMk cId="947576952" sldId="522"/>
        </pc:sldMkLst>
      </pc:sldChg>
      <pc:sldChg chg="del">
        <pc:chgData name="Rajarajeshwari S" userId="e4d90711455572c4" providerId="LiveId" clId="{CCD4E902-00B9-4B30-B952-A9A7A2B9871A}" dt="2026-01-09T15:07:37.002" v="115" actId="47"/>
        <pc:sldMkLst>
          <pc:docMk/>
          <pc:sldMk cId="3258164538" sldId="523"/>
        </pc:sldMkLst>
      </pc:sldChg>
      <pc:sldChg chg="del">
        <pc:chgData name="Rajarajeshwari S" userId="e4d90711455572c4" providerId="LiveId" clId="{CCD4E902-00B9-4B30-B952-A9A7A2B9871A}" dt="2026-01-09T15:07:37.081" v="116" actId="47"/>
        <pc:sldMkLst>
          <pc:docMk/>
          <pc:sldMk cId="2854209599" sldId="524"/>
        </pc:sldMkLst>
      </pc:sldChg>
      <pc:sldChg chg="del">
        <pc:chgData name="Rajarajeshwari S" userId="e4d90711455572c4" providerId="LiveId" clId="{CCD4E902-00B9-4B30-B952-A9A7A2B9871A}" dt="2026-01-09T15:07:37.225" v="118" actId="47"/>
        <pc:sldMkLst>
          <pc:docMk/>
          <pc:sldMk cId="2154143939" sldId="525"/>
        </pc:sldMkLst>
      </pc:sldChg>
      <pc:sldChg chg="del">
        <pc:chgData name="Rajarajeshwari S" userId="e4d90711455572c4" providerId="LiveId" clId="{CCD4E902-00B9-4B30-B952-A9A7A2B9871A}" dt="2026-01-09T15:07:37.352" v="120" actId="47"/>
        <pc:sldMkLst>
          <pc:docMk/>
          <pc:sldMk cId="1531035335" sldId="526"/>
        </pc:sldMkLst>
      </pc:sldChg>
      <pc:sldChg chg="del">
        <pc:chgData name="Rajarajeshwari S" userId="e4d90711455572c4" providerId="LiveId" clId="{CCD4E902-00B9-4B30-B952-A9A7A2B9871A}" dt="2026-01-09T15:07:37.392" v="122" actId="47"/>
        <pc:sldMkLst>
          <pc:docMk/>
          <pc:sldMk cId="643075270" sldId="527"/>
        </pc:sldMkLst>
      </pc:sldChg>
      <pc:sldChg chg="del">
        <pc:chgData name="Rajarajeshwari S" userId="e4d90711455572c4" providerId="LiveId" clId="{CCD4E902-00B9-4B30-B952-A9A7A2B9871A}" dt="2026-01-09T15:07:37.415" v="123" actId="47"/>
        <pc:sldMkLst>
          <pc:docMk/>
          <pc:sldMk cId="3631231357" sldId="528"/>
        </pc:sldMkLst>
      </pc:sldChg>
      <pc:sldChg chg="del">
        <pc:chgData name="Rajarajeshwari S" userId="e4d90711455572c4" providerId="LiveId" clId="{CCD4E902-00B9-4B30-B952-A9A7A2B9871A}" dt="2026-01-09T15:07:56.244" v="222" actId="47"/>
        <pc:sldMkLst>
          <pc:docMk/>
          <pc:sldMk cId="4257281588" sldId="529"/>
        </pc:sldMkLst>
      </pc:sldChg>
      <pc:sldChg chg="del">
        <pc:chgData name="Rajarajeshwari S" userId="e4d90711455572c4" providerId="LiveId" clId="{CCD4E902-00B9-4B30-B952-A9A7A2B9871A}" dt="2026-01-09T15:07:48.724" v="191" actId="47"/>
        <pc:sldMkLst>
          <pc:docMk/>
          <pc:sldMk cId="1523012430" sldId="530"/>
        </pc:sldMkLst>
      </pc:sldChg>
      <pc:sldChg chg="del">
        <pc:chgData name="Rajarajeshwari S" userId="e4d90711455572c4" providerId="LiveId" clId="{CCD4E902-00B9-4B30-B952-A9A7A2B9871A}" dt="2026-01-09T15:07:48.893" v="192" actId="47"/>
        <pc:sldMkLst>
          <pc:docMk/>
          <pc:sldMk cId="3116052594" sldId="531"/>
        </pc:sldMkLst>
      </pc:sldChg>
      <pc:sldChg chg="del">
        <pc:chgData name="Rajarajeshwari S" userId="e4d90711455572c4" providerId="LiveId" clId="{CCD4E902-00B9-4B30-B952-A9A7A2B9871A}" dt="2026-01-09T15:07:49.132" v="193" actId="47"/>
        <pc:sldMkLst>
          <pc:docMk/>
          <pc:sldMk cId="487955201" sldId="532"/>
        </pc:sldMkLst>
      </pc:sldChg>
      <pc:sldChg chg="del">
        <pc:chgData name="Rajarajeshwari S" userId="e4d90711455572c4" providerId="LiveId" clId="{CCD4E902-00B9-4B30-B952-A9A7A2B9871A}" dt="2026-01-09T15:07:49.673" v="194" actId="47"/>
        <pc:sldMkLst>
          <pc:docMk/>
          <pc:sldMk cId="2967533546" sldId="533"/>
        </pc:sldMkLst>
      </pc:sldChg>
      <pc:sldChg chg="del">
        <pc:chgData name="Rajarajeshwari S" userId="e4d90711455572c4" providerId="LiveId" clId="{CCD4E902-00B9-4B30-B952-A9A7A2B9871A}" dt="2026-01-09T15:07:50.628" v="199" actId="47"/>
        <pc:sldMkLst>
          <pc:docMk/>
          <pc:sldMk cId="725126994" sldId="534"/>
        </pc:sldMkLst>
      </pc:sldChg>
      <pc:sldChg chg="del">
        <pc:chgData name="Rajarajeshwari S" userId="e4d90711455572c4" providerId="LiveId" clId="{CCD4E902-00B9-4B30-B952-A9A7A2B9871A}" dt="2026-01-09T15:07:50.827" v="200" actId="47"/>
        <pc:sldMkLst>
          <pc:docMk/>
          <pc:sldMk cId="1073748121" sldId="535"/>
        </pc:sldMkLst>
      </pc:sldChg>
      <pc:sldChg chg="del">
        <pc:chgData name="Rajarajeshwari S" userId="e4d90711455572c4" providerId="LiveId" clId="{CCD4E902-00B9-4B30-B952-A9A7A2B9871A}" dt="2026-01-09T15:07:51.527" v="203" actId="47"/>
        <pc:sldMkLst>
          <pc:docMk/>
          <pc:sldMk cId="3318325078" sldId="536"/>
        </pc:sldMkLst>
      </pc:sldChg>
      <pc:sldChg chg="del">
        <pc:chgData name="Rajarajeshwari S" userId="e4d90711455572c4" providerId="LiveId" clId="{CCD4E902-00B9-4B30-B952-A9A7A2B9871A}" dt="2026-01-09T15:07:52.306" v="205" actId="47"/>
        <pc:sldMkLst>
          <pc:docMk/>
          <pc:sldMk cId="3987984053" sldId="537"/>
        </pc:sldMkLst>
      </pc:sldChg>
      <pc:sldChg chg="del">
        <pc:chgData name="Rajarajeshwari S" userId="e4d90711455572c4" providerId="LiveId" clId="{CCD4E902-00B9-4B30-B952-A9A7A2B9871A}" dt="2026-01-09T15:07:52.592" v="206" actId="47"/>
        <pc:sldMkLst>
          <pc:docMk/>
          <pc:sldMk cId="100287563" sldId="538"/>
        </pc:sldMkLst>
      </pc:sldChg>
      <pc:sldChg chg="del">
        <pc:chgData name="Rajarajeshwari S" userId="e4d90711455572c4" providerId="LiveId" clId="{CCD4E902-00B9-4B30-B952-A9A7A2B9871A}" dt="2026-01-09T15:07:52.720" v="207" actId="47"/>
        <pc:sldMkLst>
          <pc:docMk/>
          <pc:sldMk cId="4137537304" sldId="539"/>
        </pc:sldMkLst>
      </pc:sldChg>
      <pc:sldChg chg="del">
        <pc:chgData name="Rajarajeshwari S" userId="e4d90711455572c4" providerId="LiveId" clId="{CCD4E902-00B9-4B30-B952-A9A7A2B9871A}" dt="2026-01-09T15:07:53.811" v="212" actId="47"/>
        <pc:sldMkLst>
          <pc:docMk/>
          <pc:sldMk cId="1339001461" sldId="540"/>
        </pc:sldMkLst>
      </pc:sldChg>
      <pc:sldChg chg="del">
        <pc:chgData name="Rajarajeshwari S" userId="e4d90711455572c4" providerId="LiveId" clId="{CCD4E902-00B9-4B30-B952-A9A7A2B9871A}" dt="2026-01-09T15:07:54.036" v="213" actId="47"/>
        <pc:sldMkLst>
          <pc:docMk/>
          <pc:sldMk cId="631855626" sldId="541"/>
        </pc:sldMkLst>
      </pc:sldChg>
      <pc:sldChg chg="del">
        <pc:chgData name="Rajarajeshwari S" userId="e4d90711455572c4" providerId="LiveId" clId="{CCD4E902-00B9-4B30-B952-A9A7A2B9871A}" dt="2026-01-09T15:07:54.175" v="214" actId="47"/>
        <pc:sldMkLst>
          <pc:docMk/>
          <pc:sldMk cId="2944876174" sldId="542"/>
        </pc:sldMkLst>
      </pc:sldChg>
      <pc:sldChg chg="del">
        <pc:chgData name="Rajarajeshwari S" userId="e4d90711455572c4" providerId="LiveId" clId="{CCD4E902-00B9-4B30-B952-A9A7A2B9871A}" dt="2026-01-09T15:07:54.333" v="215" actId="47"/>
        <pc:sldMkLst>
          <pc:docMk/>
          <pc:sldMk cId="3313058630" sldId="543"/>
        </pc:sldMkLst>
      </pc:sldChg>
      <pc:sldChg chg="del">
        <pc:chgData name="Rajarajeshwari S" userId="e4d90711455572c4" providerId="LiveId" clId="{CCD4E902-00B9-4B30-B952-A9A7A2B9871A}" dt="2026-01-09T15:07:54.541" v="216" actId="47"/>
        <pc:sldMkLst>
          <pc:docMk/>
          <pc:sldMk cId="2502539312" sldId="544"/>
        </pc:sldMkLst>
      </pc:sldChg>
      <pc:sldChg chg="del">
        <pc:chgData name="Rajarajeshwari S" userId="e4d90711455572c4" providerId="LiveId" clId="{CCD4E902-00B9-4B30-B952-A9A7A2B9871A}" dt="2026-01-09T15:07:54.834" v="217" actId="47"/>
        <pc:sldMkLst>
          <pc:docMk/>
          <pc:sldMk cId="1268566332" sldId="545"/>
        </pc:sldMkLst>
      </pc:sldChg>
      <pc:sldChg chg="del">
        <pc:chgData name="Rajarajeshwari S" userId="e4d90711455572c4" providerId="LiveId" clId="{CCD4E902-00B9-4B30-B952-A9A7A2B9871A}" dt="2026-01-09T15:07:55.102" v="218" actId="47"/>
        <pc:sldMkLst>
          <pc:docMk/>
          <pc:sldMk cId="2088429451" sldId="546"/>
        </pc:sldMkLst>
      </pc:sldChg>
      <pc:sldChg chg="del">
        <pc:chgData name="Rajarajeshwari S" userId="e4d90711455572c4" providerId="LiveId" clId="{CCD4E902-00B9-4B30-B952-A9A7A2B9871A}" dt="2026-01-09T15:07:55.480" v="219" actId="47"/>
        <pc:sldMkLst>
          <pc:docMk/>
          <pc:sldMk cId="2404727635" sldId="547"/>
        </pc:sldMkLst>
      </pc:sldChg>
      <pc:sldChg chg="del">
        <pc:chgData name="Rajarajeshwari S" userId="e4d90711455572c4" providerId="LiveId" clId="{CCD4E902-00B9-4B30-B952-A9A7A2B9871A}" dt="2026-01-09T15:07:55.591" v="220" actId="47"/>
        <pc:sldMkLst>
          <pc:docMk/>
          <pc:sldMk cId="2030227670" sldId="548"/>
        </pc:sldMkLst>
      </pc:sldChg>
      <pc:sldChg chg="del">
        <pc:chgData name="Rajarajeshwari S" userId="e4d90711455572c4" providerId="LiveId" clId="{CCD4E902-00B9-4B30-B952-A9A7A2B9871A}" dt="2026-01-09T15:07:56.965" v="224" actId="47"/>
        <pc:sldMkLst>
          <pc:docMk/>
          <pc:sldMk cId="49070546" sldId="549"/>
        </pc:sldMkLst>
      </pc:sldChg>
      <pc:sldChg chg="del">
        <pc:chgData name="Rajarajeshwari S" userId="e4d90711455572c4" providerId="LiveId" clId="{CCD4E902-00B9-4B30-B952-A9A7A2B9871A}" dt="2026-01-09T15:07:57.205" v="225" actId="47"/>
        <pc:sldMkLst>
          <pc:docMk/>
          <pc:sldMk cId="3934731474" sldId="550"/>
        </pc:sldMkLst>
      </pc:sldChg>
      <pc:sldChg chg="del">
        <pc:chgData name="Rajarajeshwari S" userId="e4d90711455572c4" providerId="LiveId" clId="{CCD4E902-00B9-4B30-B952-A9A7A2B9871A}" dt="2026-01-09T15:07:57.684" v="226" actId="47"/>
        <pc:sldMkLst>
          <pc:docMk/>
          <pc:sldMk cId="2177073227" sldId="551"/>
        </pc:sldMkLst>
      </pc:sldChg>
      <pc:sldChg chg="del">
        <pc:chgData name="Rajarajeshwari S" userId="e4d90711455572c4" providerId="LiveId" clId="{CCD4E902-00B9-4B30-B952-A9A7A2B9871A}" dt="2026-01-09T15:07:58.668" v="227" actId="47"/>
        <pc:sldMkLst>
          <pc:docMk/>
          <pc:sldMk cId="3972798514" sldId="552"/>
        </pc:sldMkLst>
      </pc:sldChg>
      <pc:sldChg chg="del">
        <pc:chgData name="Rajarajeshwari S" userId="e4d90711455572c4" providerId="LiveId" clId="{CCD4E902-00B9-4B30-B952-A9A7A2B9871A}" dt="2026-01-09T15:07:58.891" v="228" actId="47"/>
        <pc:sldMkLst>
          <pc:docMk/>
          <pc:sldMk cId="3096623463" sldId="553"/>
        </pc:sldMkLst>
      </pc:sldChg>
      <pc:sldChg chg="del">
        <pc:chgData name="Rajarajeshwari S" userId="e4d90711455572c4" providerId="LiveId" clId="{CCD4E902-00B9-4B30-B952-A9A7A2B9871A}" dt="2026-01-09T15:07:59.013" v="229" actId="47"/>
        <pc:sldMkLst>
          <pc:docMk/>
          <pc:sldMk cId="3143593405" sldId="554"/>
        </pc:sldMkLst>
      </pc:sldChg>
      <pc:sldChg chg="del">
        <pc:chgData name="Rajarajeshwari S" userId="e4d90711455572c4" providerId="LiveId" clId="{CCD4E902-00B9-4B30-B952-A9A7A2B9871A}" dt="2026-01-09T15:07:59.243" v="230" actId="47"/>
        <pc:sldMkLst>
          <pc:docMk/>
          <pc:sldMk cId="1192358170" sldId="555"/>
        </pc:sldMkLst>
      </pc:sldChg>
      <pc:sldChg chg="del">
        <pc:chgData name="Rajarajeshwari S" userId="e4d90711455572c4" providerId="LiveId" clId="{CCD4E902-00B9-4B30-B952-A9A7A2B9871A}" dt="2026-01-09T15:07:59.347" v="231" actId="47"/>
        <pc:sldMkLst>
          <pc:docMk/>
          <pc:sldMk cId="2460658641" sldId="556"/>
        </pc:sldMkLst>
      </pc:sldChg>
      <pc:sldChg chg="addSp modSp add del mod">
        <pc:chgData name="Rajarajeshwari S" userId="e4d90711455572c4" providerId="LiveId" clId="{CCD4E902-00B9-4B30-B952-A9A7A2B9871A}" dt="2026-01-09T15:10:32.531" v="251" actId="20577"/>
        <pc:sldMkLst>
          <pc:docMk/>
          <pc:sldMk cId="3536704883" sldId="557"/>
        </pc:sldMkLst>
        <pc:spChg chg="mod">
          <ac:chgData name="Rajarajeshwari S" userId="e4d90711455572c4" providerId="LiveId" clId="{CCD4E902-00B9-4B30-B952-A9A7A2B9871A}" dt="2026-01-09T15:08:53.717" v="238"/>
          <ac:spMkLst>
            <pc:docMk/>
            <pc:sldMk cId="3536704883" sldId="557"/>
            <ac:spMk id="2" creationId="{6E713575-FE30-C8EE-F8EA-5DD2671489A2}"/>
          </ac:spMkLst>
        </pc:spChg>
        <pc:spChg chg="mod">
          <ac:chgData name="Rajarajeshwari S" userId="e4d90711455572c4" providerId="LiveId" clId="{CCD4E902-00B9-4B30-B952-A9A7A2B9871A}" dt="2026-01-09T15:10:32.531" v="251" actId="20577"/>
          <ac:spMkLst>
            <pc:docMk/>
            <pc:sldMk cId="3536704883" sldId="557"/>
            <ac:spMk id="3" creationId="{D5B5312C-ED03-AE05-BD01-D39FE917CA60}"/>
          </ac:spMkLst>
        </pc:spChg>
        <pc:spChg chg="add">
          <ac:chgData name="Rajarajeshwari S" userId="e4d90711455572c4" providerId="LiveId" clId="{CCD4E902-00B9-4B30-B952-A9A7A2B9871A}" dt="2026-01-09T15:09:33.821" v="239"/>
          <ac:spMkLst>
            <pc:docMk/>
            <pc:sldMk cId="3536704883" sldId="557"/>
            <ac:spMk id="4" creationId="{6F37B24A-E373-A5CC-23FA-6168FA580E02}"/>
          </ac:spMkLst>
        </pc:spChg>
        <pc:picChg chg="add">
          <ac:chgData name="Rajarajeshwari S" userId="e4d90711455572c4" providerId="LiveId" clId="{CCD4E902-00B9-4B30-B952-A9A7A2B9871A}" dt="2026-01-09T15:09:33.821" v="239"/>
          <ac:picMkLst>
            <pc:docMk/>
            <pc:sldMk cId="3536704883" sldId="557"/>
            <ac:picMk id="1026" creationId="{F76A0524-9C19-A3E8-DF88-B188C724B539}"/>
          </ac:picMkLst>
        </pc:picChg>
      </pc:sldChg>
      <pc:sldChg chg="addSp modSp new mod">
        <pc:chgData name="Rajarajeshwari S" userId="e4d90711455572c4" providerId="LiveId" clId="{CCD4E902-00B9-4B30-B952-A9A7A2B9871A}" dt="2026-01-09T15:11:32.576" v="264" actId="1076"/>
        <pc:sldMkLst>
          <pc:docMk/>
          <pc:sldMk cId="3104829123" sldId="558"/>
        </pc:sldMkLst>
        <pc:spChg chg="mod">
          <ac:chgData name="Rajarajeshwari S" userId="e4d90711455572c4" providerId="LiveId" clId="{CCD4E902-00B9-4B30-B952-A9A7A2B9871A}" dt="2026-01-09T15:11:15.123" v="258" actId="27636"/>
          <ac:spMkLst>
            <pc:docMk/>
            <pc:sldMk cId="3104829123" sldId="558"/>
            <ac:spMk id="2" creationId="{F14755A4-53E1-01E9-F2C2-2D4E219BBDB7}"/>
          </ac:spMkLst>
        </pc:spChg>
        <pc:spChg chg="mod">
          <ac:chgData name="Rajarajeshwari S" userId="e4d90711455572c4" providerId="LiveId" clId="{CCD4E902-00B9-4B30-B952-A9A7A2B9871A}" dt="2026-01-09T15:11:27.510" v="261" actId="14100"/>
          <ac:spMkLst>
            <pc:docMk/>
            <pc:sldMk cId="3104829123" sldId="558"/>
            <ac:spMk id="3" creationId="{4124DDAF-D43D-AB51-DC75-7D6A0418F925}"/>
          </ac:spMkLst>
        </pc:spChg>
        <pc:picChg chg="add mod">
          <ac:chgData name="Rajarajeshwari S" userId="e4d90711455572c4" providerId="LiveId" clId="{CCD4E902-00B9-4B30-B952-A9A7A2B9871A}" dt="2026-01-09T15:11:32.576" v="264" actId="1076"/>
          <ac:picMkLst>
            <pc:docMk/>
            <pc:sldMk cId="3104829123" sldId="558"/>
            <ac:picMk id="2050" creationId="{1ED60466-90E4-F24A-49B7-DEE4589F38A2}"/>
          </ac:picMkLst>
        </pc:picChg>
      </pc:sldChg>
      <pc:sldChg chg="del">
        <pc:chgData name="Rajarajeshwari S" userId="e4d90711455572c4" providerId="LiveId" clId="{CCD4E902-00B9-4B30-B952-A9A7A2B9871A}" dt="2026-01-09T15:07:59.526" v="232" actId="47"/>
        <pc:sldMkLst>
          <pc:docMk/>
          <pc:sldMk cId="3155038524" sldId="558"/>
        </pc:sldMkLst>
      </pc:sldChg>
      <pc:sldChg chg="addSp delSp modSp new mod">
        <pc:chgData name="Rajarajeshwari S" userId="e4d90711455572c4" providerId="LiveId" clId="{CCD4E902-00B9-4B30-B952-A9A7A2B9871A}" dt="2026-01-09T15:13:36.383" v="290" actId="14100"/>
        <pc:sldMkLst>
          <pc:docMk/>
          <pc:sldMk cId="423162795" sldId="559"/>
        </pc:sldMkLst>
        <pc:spChg chg="mod">
          <ac:chgData name="Rajarajeshwari S" userId="e4d90711455572c4" providerId="LiveId" clId="{CCD4E902-00B9-4B30-B952-A9A7A2B9871A}" dt="2026-01-09T15:12:36.120" v="278"/>
          <ac:spMkLst>
            <pc:docMk/>
            <pc:sldMk cId="423162795" sldId="559"/>
            <ac:spMk id="2" creationId="{296C0270-FD8C-0B97-862C-3F783EF6ECC6}"/>
          </ac:spMkLst>
        </pc:spChg>
        <pc:spChg chg="add del">
          <ac:chgData name="Rajarajeshwari S" userId="e4d90711455572c4" providerId="LiveId" clId="{CCD4E902-00B9-4B30-B952-A9A7A2B9871A}" dt="2026-01-09T15:12:43.247" v="279"/>
          <ac:spMkLst>
            <pc:docMk/>
            <pc:sldMk cId="423162795" sldId="559"/>
            <ac:spMk id="3" creationId="{40E8A065-FCDB-CECB-5C84-F395BD27F397}"/>
          </ac:spMkLst>
        </pc:spChg>
        <pc:spChg chg="add">
          <ac:chgData name="Rajarajeshwari S" userId="e4d90711455572c4" providerId="LiveId" clId="{CCD4E902-00B9-4B30-B952-A9A7A2B9871A}" dt="2026-01-09T15:12:19.522" v="276"/>
          <ac:spMkLst>
            <pc:docMk/>
            <pc:sldMk cId="423162795" sldId="559"/>
            <ac:spMk id="5" creationId="{AC758E47-928A-FC08-5048-9DC6DCC35B37}"/>
          </ac:spMkLst>
        </pc:spChg>
        <pc:graphicFrameChg chg="add mod">
          <ac:chgData name="Rajarajeshwari S" userId="e4d90711455572c4" providerId="LiveId" clId="{CCD4E902-00B9-4B30-B952-A9A7A2B9871A}" dt="2026-01-09T15:12:23.875" v="277"/>
          <ac:graphicFrameMkLst>
            <pc:docMk/>
            <pc:sldMk cId="423162795" sldId="559"/>
            <ac:graphicFrameMk id="4" creationId="{F956CE22-160C-B4DC-9290-DF796647A13A}"/>
          </ac:graphicFrameMkLst>
        </pc:graphicFrameChg>
        <pc:graphicFrameChg chg="add mod modGraphic">
          <ac:chgData name="Rajarajeshwari S" userId="e4d90711455572c4" providerId="LiveId" clId="{CCD4E902-00B9-4B30-B952-A9A7A2B9871A}" dt="2026-01-09T15:13:36.383" v="290" actId="14100"/>
          <ac:graphicFrameMkLst>
            <pc:docMk/>
            <pc:sldMk cId="423162795" sldId="559"/>
            <ac:graphicFrameMk id="6" creationId="{633E3AF4-7C36-F391-8106-24F03ACCD15F}"/>
          </ac:graphicFrameMkLst>
        </pc:graphicFrameChg>
      </pc:sldChg>
      <pc:sldChg chg="del">
        <pc:chgData name="Rajarajeshwari S" userId="e4d90711455572c4" providerId="LiveId" clId="{CCD4E902-00B9-4B30-B952-A9A7A2B9871A}" dt="2026-01-09T15:07:56.453" v="223" actId="47"/>
        <pc:sldMkLst>
          <pc:docMk/>
          <pc:sldMk cId="3577428186" sldId="559"/>
        </pc:sldMkLst>
      </pc:sldChg>
      <pc:sldChg chg="modSp new mod">
        <pc:chgData name="Rajarajeshwari S" userId="e4d90711455572c4" providerId="LiveId" clId="{CCD4E902-00B9-4B30-B952-A9A7A2B9871A}" dt="2026-01-09T15:12:01.382" v="275" actId="20577"/>
        <pc:sldMkLst>
          <pc:docMk/>
          <pc:sldMk cId="1892410940" sldId="560"/>
        </pc:sldMkLst>
        <pc:spChg chg="mod">
          <ac:chgData name="Rajarajeshwari S" userId="e4d90711455572c4" providerId="LiveId" clId="{CCD4E902-00B9-4B30-B952-A9A7A2B9871A}" dt="2026-01-09T15:11:51.666" v="268" actId="27636"/>
          <ac:spMkLst>
            <pc:docMk/>
            <pc:sldMk cId="1892410940" sldId="560"/>
            <ac:spMk id="2" creationId="{D0698F76-3C0E-E53F-9866-9AEE5DC44769}"/>
          </ac:spMkLst>
        </pc:spChg>
        <pc:spChg chg="mod">
          <ac:chgData name="Rajarajeshwari S" userId="e4d90711455572c4" providerId="LiveId" clId="{CCD4E902-00B9-4B30-B952-A9A7A2B9871A}" dt="2026-01-09T15:12:01.382" v="275" actId="20577"/>
          <ac:spMkLst>
            <pc:docMk/>
            <pc:sldMk cId="1892410940" sldId="560"/>
            <ac:spMk id="3" creationId="{696F7920-E247-1646-196C-86AF5A65403D}"/>
          </ac:spMkLst>
        </pc:spChg>
      </pc:sldChg>
      <pc:sldChg chg="del">
        <pc:chgData name="Rajarajeshwari S" userId="e4d90711455572c4" providerId="LiveId" clId="{CCD4E902-00B9-4B30-B952-A9A7A2B9871A}" dt="2026-01-09T15:07:59.697" v="233" actId="47"/>
        <pc:sldMkLst>
          <pc:docMk/>
          <pc:sldMk cId="2252930144" sldId="560"/>
        </pc:sldMkLst>
      </pc:sldChg>
      <pc:sldChg chg="addSp delSp modSp new mod modAnim">
        <pc:chgData name="Rajarajeshwari S" userId="e4d90711455572c4" providerId="LiveId" clId="{CCD4E902-00B9-4B30-B952-A9A7A2B9871A}" dt="2026-01-09T15:19:19.015" v="365" actId="1076"/>
        <pc:sldMkLst>
          <pc:docMk/>
          <pc:sldMk cId="2243826969" sldId="561"/>
        </pc:sldMkLst>
        <pc:spChg chg="mod">
          <ac:chgData name="Rajarajeshwari S" userId="e4d90711455572c4" providerId="LiveId" clId="{CCD4E902-00B9-4B30-B952-A9A7A2B9871A}" dt="2026-01-09T15:17:37.325" v="334" actId="27636"/>
          <ac:spMkLst>
            <pc:docMk/>
            <pc:sldMk cId="2243826969" sldId="561"/>
            <ac:spMk id="2" creationId="{618A5A29-E0C9-9279-FD46-9C96A358FC9E}"/>
          </ac:spMkLst>
        </pc:spChg>
        <pc:spChg chg="add del mod">
          <ac:chgData name="Rajarajeshwari S" userId="e4d90711455572c4" providerId="LiveId" clId="{CCD4E902-00B9-4B30-B952-A9A7A2B9871A}" dt="2026-01-09T15:19:16.561" v="364" actId="6549"/>
          <ac:spMkLst>
            <pc:docMk/>
            <pc:sldMk cId="2243826969" sldId="561"/>
            <ac:spMk id="3" creationId="{3DD3558F-166D-9CF4-C96C-548A29C841B1}"/>
          </ac:spMkLst>
        </pc:spChg>
        <pc:spChg chg="add del mod">
          <ac:chgData name="Rajarajeshwari S" userId="e4d90711455572c4" providerId="LiveId" clId="{CCD4E902-00B9-4B30-B952-A9A7A2B9871A}" dt="2026-01-09T15:17:36.027" v="331" actId="21"/>
          <ac:spMkLst>
            <pc:docMk/>
            <pc:sldMk cId="2243826969" sldId="561"/>
            <ac:spMk id="4" creationId="{05AFA975-1BFB-F7E8-7ADB-0A7AF8AF7196}"/>
          </ac:spMkLst>
        </pc:spChg>
        <pc:spChg chg="add mod">
          <ac:chgData name="Rajarajeshwari S" userId="e4d90711455572c4" providerId="LiveId" clId="{CCD4E902-00B9-4B30-B952-A9A7A2B9871A}" dt="2026-01-09T15:19:01.663" v="359" actId="21"/>
          <ac:spMkLst>
            <pc:docMk/>
            <pc:sldMk cId="2243826969" sldId="561"/>
            <ac:spMk id="7" creationId="{67343E67-CCD9-A352-3431-E367B891CA4E}"/>
          </ac:spMkLst>
        </pc:spChg>
        <pc:picChg chg="add del mod">
          <ac:chgData name="Rajarajeshwari S" userId="e4d90711455572c4" providerId="LiveId" clId="{CCD4E902-00B9-4B30-B952-A9A7A2B9871A}" dt="2026-01-09T15:17:30.556" v="320" actId="21"/>
          <ac:picMkLst>
            <pc:docMk/>
            <pc:sldMk cId="2243826969" sldId="561"/>
            <ac:picMk id="5" creationId="{D47D6CEC-6C9C-D44C-1554-DDC7D6CE6A5F}"/>
          </ac:picMkLst>
        </pc:picChg>
        <pc:picChg chg="add mod">
          <ac:chgData name="Rajarajeshwari S" userId="e4d90711455572c4" providerId="LiveId" clId="{CCD4E902-00B9-4B30-B952-A9A7A2B9871A}" dt="2026-01-09T15:17:21.140" v="317"/>
          <ac:picMkLst>
            <pc:docMk/>
            <pc:sldMk cId="2243826969" sldId="561"/>
            <ac:picMk id="6" creationId="{D47D6CEC-6C9C-D44C-1554-DDC7D6CE6A5F}"/>
          </ac:picMkLst>
        </pc:picChg>
        <pc:picChg chg="add del mod">
          <ac:chgData name="Rajarajeshwari S" userId="e4d90711455572c4" providerId="LiveId" clId="{CCD4E902-00B9-4B30-B952-A9A7A2B9871A}" dt="2026-01-09T15:17:31.759" v="323" actId="1076"/>
          <ac:picMkLst>
            <pc:docMk/>
            <pc:sldMk cId="2243826969" sldId="561"/>
            <ac:picMk id="4098" creationId="{D47D6CEC-6C9C-D44C-1554-DDC7D6CE6A5F}"/>
          </ac:picMkLst>
        </pc:picChg>
        <pc:picChg chg="add mod">
          <ac:chgData name="Rajarajeshwari S" userId="e4d90711455572c4" providerId="LiveId" clId="{CCD4E902-00B9-4B30-B952-A9A7A2B9871A}" dt="2026-01-09T15:17:34.260" v="328" actId="1076"/>
          <ac:picMkLst>
            <pc:docMk/>
            <pc:sldMk cId="2243826969" sldId="561"/>
            <ac:picMk id="4099" creationId="{12DB25A7-CA17-972C-5CD7-91E9C90AE72B}"/>
          </ac:picMkLst>
        </pc:picChg>
        <pc:picChg chg="add mod">
          <ac:chgData name="Rajarajeshwari S" userId="e4d90711455572c4" providerId="LiveId" clId="{CCD4E902-00B9-4B30-B952-A9A7A2B9871A}" dt="2026-01-09T15:17:36.893" v="333" actId="14100"/>
          <ac:picMkLst>
            <pc:docMk/>
            <pc:sldMk cId="2243826969" sldId="561"/>
            <ac:picMk id="4100" creationId="{B4F95ECA-13BA-FEB9-3BB7-2601E53FC697}"/>
          </ac:picMkLst>
        </pc:picChg>
        <pc:picChg chg="add mod">
          <ac:chgData name="Rajarajeshwari S" userId="e4d90711455572c4" providerId="LiveId" clId="{CCD4E902-00B9-4B30-B952-A9A7A2B9871A}" dt="2026-01-09T15:18:15.112" v="340"/>
          <ac:picMkLst>
            <pc:docMk/>
            <pc:sldMk cId="2243826969" sldId="561"/>
            <ac:picMk id="4102" creationId="{0C2AA927-6A97-CC93-5C8E-7FDA16A5C72E}"/>
          </ac:picMkLst>
        </pc:picChg>
        <pc:picChg chg="add mod">
          <ac:chgData name="Rajarajeshwari S" userId="e4d90711455572c4" providerId="LiveId" clId="{CCD4E902-00B9-4B30-B952-A9A7A2B9871A}" dt="2026-01-09T15:18:44.216" v="355" actId="1076"/>
          <ac:picMkLst>
            <pc:docMk/>
            <pc:sldMk cId="2243826969" sldId="561"/>
            <ac:picMk id="4104" creationId="{616D258A-4A95-15FA-D148-4FC454CB390C}"/>
          </ac:picMkLst>
        </pc:picChg>
        <pc:picChg chg="add del mod">
          <ac:chgData name="Rajarajeshwari S" userId="e4d90711455572c4" providerId="LiveId" clId="{CCD4E902-00B9-4B30-B952-A9A7A2B9871A}" dt="2026-01-09T15:19:19.015" v="365" actId="1076"/>
          <ac:picMkLst>
            <pc:docMk/>
            <pc:sldMk cId="2243826969" sldId="561"/>
            <ac:picMk id="4106" creationId="{7EEAC10E-3053-7103-719B-D280F97F855C}"/>
          </ac:picMkLst>
        </pc:picChg>
      </pc:sldChg>
      <pc:sldChg chg="addSp modSp new mod">
        <pc:chgData name="Rajarajeshwari S" userId="e4d90711455572c4" providerId="LiveId" clId="{CCD4E902-00B9-4B30-B952-A9A7A2B9871A}" dt="2026-01-09T15:20:25.485" v="387" actId="14100"/>
        <pc:sldMkLst>
          <pc:docMk/>
          <pc:sldMk cId="2457168832" sldId="562"/>
        </pc:sldMkLst>
        <pc:spChg chg="mod">
          <ac:chgData name="Rajarajeshwari S" userId="e4d90711455572c4" providerId="LiveId" clId="{CCD4E902-00B9-4B30-B952-A9A7A2B9871A}" dt="2026-01-09T15:19:30.049" v="368" actId="27636"/>
          <ac:spMkLst>
            <pc:docMk/>
            <pc:sldMk cId="2457168832" sldId="562"/>
            <ac:spMk id="2" creationId="{7A34C007-6596-408D-39BB-E36F8DBCFDEB}"/>
          </ac:spMkLst>
        </pc:spChg>
        <pc:spChg chg="mod">
          <ac:chgData name="Rajarajeshwari S" userId="e4d90711455572c4" providerId="LiveId" clId="{CCD4E902-00B9-4B30-B952-A9A7A2B9871A}" dt="2026-01-09T15:20:07.581" v="380" actId="14100"/>
          <ac:spMkLst>
            <pc:docMk/>
            <pc:sldMk cId="2457168832" sldId="562"/>
            <ac:spMk id="3" creationId="{96E1908C-B5B2-8A25-ACF3-CBAD50457DFC}"/>
          </ac:spMkLst>
        </pc:spChg>
        <pc:picChg chg="add mod">
          <ac:chgData name="Rajarajeshwari S" userId="e4d90711455572c4" providerId="LiveId" clId="{CCD4E902-00B9-4B30-B952-A9A7A2B9871A}" dt="2026-01-09T15:20:08.922" v="381" actId="1076"/>
          <ac:picMkLst>
            <pc:docMk/>
            <pc:sldMk cId="2457168832" sldId="562"/>
            <ac:picMk id="5122" creationId="{A2B03EC6-2C87-D266-217D-31EDCB765096}"/>
          </ac:picMkLst>
        </pc:picChg>
        <pc:picChg chg="add mod">
          <ac:chgData name="Rajarajeshwari S" userId="e4d90711455572c4" providerId="LiveId" clId="{CCD4E902-00B9-4B30-B952-A9A7A2B9871A}" dt="2026-01-09T15:20:25.485" v="387" actId="14100"/>
          <ac:picMkLst>
            <pc:docMk/>
            <pc:sldMk cId="2457168832" sldId="562"/>
            <ac:picMk id="5124" creationId="{883651A0-F07C-1308-AB86-C520BDB0BA69}"/>
          </ac:picMkLst>
        </pc:picChg>
      </pc:sldChg>
      <pc:sldChg chg="modSp new mod">
        <pc:chgData name="Rajarajeshwari S" userId="e4d90711455572c4" providerId="LiveId" clId="{CCD4E902-00B9-4B30-B952-A9A7A2B9871A}" dt="2026-01-09T15:21:35.804" v="398" actId="6549"/>
        <pc:sldMkLst>
          <pc:docMk/>
          <pc:sldMk cId="4233067129" sldId="563"/>
        </pc:sldMkLst>
        <pc:spChg chg="mod">
          <ac:chgData name="Rajarajeshwari S" userId="e4d90711455572c4" providerId="LiveId" clId="{CCD4E902-00B9-4B30-B952-A9A7A2B9871A}" dt="2026-01-09T15:21:14.730" v="390" actId="27636"/>
          <ac:spMkLst>
            <pc:docMk/>
            <pc:sldMk cId="4233067129" sldId="563"/>
            <ac:spMk id="2" creationId="{67835FA2-DB38-0BB1-58D1-D4B00E8E01C6}"/>
          </ac:spMkLst>
        </pc:spChg>
        <pc:spChg chg="mod">
          <ac:chgData name="Rajarajeshwari S" userId="e4d90711455572c4" providerId="LiveId" clId="{CCD4E902-00B9-4B30-B952-A9A7A2B9871A}" dt="2026-01-09T15:21:35.804" v="398" actId="6549"/>
          <ac:spMkLst>
            <pc:docMk/>
            <pc:sldMk cId="4233067129" sldId="563"/>
            <ac:spMk id="3" creationId="{5F553AFA-2701-20BD-ECA6-A2D06CC9D5DB}"/>
          </ac:spMkLst>
        </pc:spChg>
      </pc:sldChg>
      <pc:sldChg chg="modSp new mod">
        <pc:chgData name="Rajarajeshwari S" userId="e4d90711455572c4" providerId="LiveId" clId="{CCD4E902-00B9-4B30-B952-A9A7A2B9871A}" dt="2026-01-09T15:21:54.989" v="403" actId="6549"/>
        <pc:sldMkLst>
          <pc:docMk/>
          <pc:sldMk cId="2765857932" sldId="564"/>
        </pc:sldMkLst>
        <pc:spChg chg="mod">
          <ac:chgData name="Rajarajeshwari S" userId="e4d90711455572c4" providerId="LiveId" clId="{CCD4E902-00B9-4B30-B952-A9A7A2B9871A}" dt="2026-01-09T15:21:50.117" v="401" actId="27636"/>
          <ac:spMkLst>
            <pc:docMk/>
            <pc:sldMk cId="2765857932" sldId="564"/>
            <ac:spMk id="2" creationId="{15B6203E-4BED-F031-96CC-858AE5ACF3F3}"/>
          </ac:spMkLst>
        </pc:spChg>
        <pc:spChg chg="mod">
          <ac:chgData name="Rajarajeshwari S" userId="e4d90711455572c4" providerId="LiveId" clId="{CCD4E902-00B9-4B30-B952-A9A7A2B9871A}" dt="2026-01-09T15:21:54.989" v="403" actId="6549"/>
          <ac:spMkLst>
            <pc:docMk/>
            <pc:sldMk cId="2765857932" sldId="564"/>
            <ac:spMk id="3" creationId="{476B5FC5-87FE-F61C-8250-8118A8386179}"/>
          </ac:spMkLst>
        </pc:spChg>
      </pc:sldChg>
      <pc:sldChg chg="modSp new mod">
        <pc:chgData name="Rajarajeshwari S" userId="e4d90711455572c4" providerId="LiveId" clId="{CCD4E902-00B9-4B30-B952-A9A7A2B9871A}" dt="2026-01-09T15:22:08.722" v="407" actId="27636"/>
        <pc:sldMkLst>
          <pc:docMk/>
          <pc:sldMk cId="675119464" sldId="565"/>
        </pc:sldMkLst>
        <pc:spChg chg="mod">
          <ac:chgData name="Rajarajeshwari S" userId="e4d90711455572c4" providerId="LiveId" clId="{CCD4E902-00B9-4B30-B952-A9A7A2B9871A}" dt="2026-01-09T15:22:08.593" v="406" actId="27636"/>
          <ac:spMkLst>
            <pc:docMk/>
            <pc:sldMk cId="675119464" sldId="565"/>
            <ac:spMk id="2" creationId="{4BABD3BA-CE02-E4A8-1872-6C861F3EC780}"/>
          </ac:spMkLst>
        </pc:spChg>
        <pc:spChg chg="mod">
          <ac:chgData name="Rajarajeshwari S" userId="e4d90711455572c4" providerId="LiveId" clId="{CCD4E902-00B9-4B30-B952-A9A7A2B9871A}" dt="2026-01-09T15:22:08.722" v="407" actId="27636"/>
          <ac:spMkLst>
            <pc:docMk/>
            <pc:sldMk cId="675119464" sldId="565"/>
            <ac:spMk id="3" creationId="{5C4480EB-B059-2CE7-EECF-1A0FC340E8C3}"/>
          </ac:spMkLst>
        </pc:spChg>
      </pc:sldChg>
      <pc:sldChg chg="modSp new mod">
        <pc:chgData name="Rajarajeshwari S" userId="e4d90711455572c4" providerId="LiveId" clId="{CCD4E902-00B9-4B30-B952-A9A7A2B9871A}" dt="2026-01-09T15:23:16.613" v="413" actId="20577"/>
        <pc:sldMkLst>
          <pc:docMk/>
          <pc:sldMk cId="1771968674" sldId="566"/>
        </pc:sldMkLst>
        <pc:spChg chg="mod">
          <ac:chgData name="Rajarajeshwari S" userId="e4d90711455572c4" providerId="LiveId" clId="{CCD4E902-00B9-4B30-B952-A9A7A2B9871A}" dt="2026-01-09T15:23:04.466" v="411" actId="20577"/>
          <ac:spMkLst>
            <pc:docMk/>
            <pc:sldMk cId="1771968674" sldId="566"/>
            <ac:spMk id="2" creationId="{811BADD1-E657-FB3C-3CBD-C0B72D66D290}"/>
          </ac:spMkLst>
        </pc:spChg>
        <pc:spChg chg="mod">
          <ac:chgData name="Rajarajeshwari S" userId="e4d90711455572c4" providerId="LiveId" clId="{CCD4E902-00B9-4B30-B952-A9A7A2B9871A}" dt="2026-01-09T15:23:16.613" v="413" actId="20577"/>
          <ac:spMkLst>
            <pc:docMk/>
            <pc:sldMk cId="1771968674" sldId="566"/>
            <ac:spMk id="3" creationId="{F5EA6910-E227-33BC-CDB1-19B452F59DC9}"/>
          </ac:spMkLst>
        </pc:spChg>
      </pc:sldChg>
      <pc:sldChg chg="modSp new mod">
        <pc:chgData name="Rajarajeshwari S" userId="e4d90711455572c4" providerId="LiveId" clId="{CCD4E902-00B9-4B30-B952-A9A7A2B9871A}" dt="2026-01-09T15:24:30.376" v="423" actId="20577"/>
        <pc:sldMkLst>
          <pc:docMk/>
          <pc:sldMk cId="343192904" sldId="567"/>
        </pc:sldMkLst>
        <pc:spChg chg="mod">
          <ac:chgData name="Rajarajeshwari S" userId="e4d90711455572c4" providerId="LiveId" clId="{CCD4E902-00B9-4B30-B952-A9A7A2B9871A}" dt="2026-01-09T15:24:30.376" v="423" actId="20577"/>
          <ac:spMkLst>
            <pc:docMk/>
            <pc:sldMk cId="343192904" sldId="567"/>
            <ac:spMk id="2" creationId="{18B04DD7-2D3A-79D1-F954-4DC03A3635A0}"/>
          </ac:spMkLst>
        </pc:spChg>
        <pc:spChg chg="mod">
          <ac:chgData name="Rajarajeshwari S" userId="e4d90711455572c4" providerId="LiveId" clId="{CCD4E902-00B9-4B30-B952-A9A7A2B9871A}" dt="2026-01-09T15:24:20.969" v="421" actId="20577"/>
          <ac:spMkLst>
            <pc:docMk/>
            <pc:sldMk cId="343192904" sldId="567"/>
            <ac:spMk id="3" creationId="{E2D923C1-EDE4-DA59-EA9B-7A3D153F15F6}"/>
          </ac:spMkLst>
        </pc:spChg>
      </pc:sldChg>
      <pc:sldChg chg="modSp new mod">
        <pc:chgData name="Rajarajeshwari S" userId="e4d90711455572c4" providerId="LiveId" clId="{CCD4E902-00B9-4B30-B952-A9A7A2B9871A}" dt="2026-01-10T02:47:49.758" v="897" actId="6549"/>
        <pc:sldMkLst>
          <pc:docMk/>
          <pc:sldMk cId="610451550" sldId="568"/>
        </pc:sldMkLst>
        <pc:spChg chg="mod">
          <ac:chgData name="Rajarajeshwari S" userId="e4d90711455572c4" providerId="LiveId" clId="{CCD4E902-00B9-4B30-B952-A9A7A2B9871A}" dt="2026-01-09T15:25:22.613" v="426" actId="20577"/>
          <ac:spMkLst>
            <pc:docMk/>
            <pc:sldMk cId="610451550" sldId="568"/>
            <ac:spMk id="2" creationId="{45600369-33EC-D2A3-17F2-F7A93AB448E4}"/>
          </ac:spMkLst>
        </pc:spChg>
        <pc:spChg chg="mod">
          <ac:chgData name="Rajarajeshwari S" userId="e4d90711455572c4" providerId="LiveId" clId="{CCD4E902-00B9-4B30-B952-A9A7A2B9871A}" dt="2026-01-10T02:47:49.758" v="897" actId="6549"/>
          <ac:spMkLst>
            <pc:docMk/>
            <pc:sldMk cId="610451550" sldId="568"/>
            <ac:spMk id="3" creationId="{514148C5-FF61-3DDC-F2CA-D42F178791AD}"/>
          </ac:spMkLst>
        </pc:spChg>
      </pc:sldChg>
      <pc:sldChg chg="modSp new mod">
        <pc:chgData name="Rajarajeshwari S" userId="e4d90711455572c4" providerId="LiveId" clId="{CCD4E902-00B9-4B30-B952-A9A7A2B9871A}" dt="2026-01-10T02:48:15.097" v="903" actId="14100"/>
        <pc:sldMkLst>
          <pc:docMk/>
          <pc:sldMk cId="3135843497" sldId="569"/>
        </pc:sldMkLst>
        <pc:spChg chg="mod">
          <ac:chgData name="Rajarajeshwari S" userId="e4d90711455572c4" providerId="LiveId" clId="{CCD4E902-00B9-4B30-B952-A9A7A2B9871A}" dt="2026-01-09T15:29:05.472" v="438" actId="20577"/>
          <ac:spMkLst>
            <pc:docMk/>
            <pc:sldMk cId="3135843497" sldId="569"/>
            <ac:spMk id="2" creationId="{1D14C8D8-5ED6-7DAE-E647-82123DDA6017}"/>
          </ac:spMkLst>
        </pc:spChg>
        <pc:spChg chg="mod">
          <ac:chgData name="Rajarajeshwari S" userId="e4d90711455572c4" providerId="LiveId" clId="{CCD4E902-00B9-4B30-B952-A9A7A2B9871A}" dt="2026-01-10T02:48:15.097" v="903" actId="14100"/>
          <ac:spMkLst>
            <pc:docMk/>
            <pc:sldMk cId="3135843497" sldId="569"/>
            <ac:spMk id="3" creationId="{A6157F6D-48D3-A582-3842-63B2DD025112}"/>
          </ac:spMkLst>
        </pc:spChg>
      </pc:sldChg>
      <pc:sldChg chg="addSp modSp new mod">
        <pc:chgData name="Rajarajeshwari S" userId="e4d90711455572c4" providerId="LiveId" clId="{CCD4E902-00B9-4B30-B952-A9A7A2B9871A}" dt="2026-01-10T02:48:29.422" v="907" actId="14100"/>
        <pc:sldMkLst>
          <pc:docMk/>
          <pc:sldMk cId="1336103153" sldId="570"/>
        </pc:sldMkLst>
        <pc:spChg chg="mod">
          <ac:chgData name="Rajarajeshwari S" userId="e4d90711455572c4" providerId="LiveId" clId="{CCD4E902-00B9-4B30-B952-A9A7A2B9871A}" dt="2026-01-09T15:29:46.726" v="446" actId="27636"/>
          <ac:spMkLst>
            <pc:docMk/>
            <pc:sldMk cId="1336103153" sldId="570"/>
            <ac:spMk id="2" creationId="{4BBF1F6C-420C-B5DD-BAB5-03191DF2B959}"/>
          </ac:spMkLst>
        </pc:spChg>
        <pc:spChg chg="mod">
          <ac:chgData name="Rajarajeshwari S" userId="e4d90711455572c4" providerId="LiveId" clId="{CCD4E902-00B9-4B30-B952-A9A7A2B9871A}" dt="2026-01-10T02:48:24.190" v="904" actId="14100"/>
          <ac:spMkLst>
            <pc:docMk/>
            <pc:sldMk cId="1336103153" sldId="570"/>
            <ac:spMk id="3" creationId="{759ED588-8486-2503-86DE-D04BB68D3354}"/>
          </ac:spMkLst>
        </pc:spChg>
        <pc:spChg chg="add mod">
          <ac:chgData name="Rajarajeshwari S" userId="e4d90711455572c4" providerId="LiveId" clId="{CCD4E902-00B9-4B30-B952-A9A7A2B9871A}" dt="2026-01-09T15:29:44.231" v="444" actId="27636"/>
          <ac:spMkLst>
            <pc:docMk/>
            <pc:sldMk cId="1336103153" sldId="570"/>
            <ac:spMk id="4" creationId="{23BA609A-8D9C-A4F5-FA1E-55F4AD744319}"/>
          </ac:spMkLst>
        </pc:spChg>
        <pc:picChg chg="add mod">
          <ac:chgData name="Rajarajeshwari S" userId="e4d90711455572c4" providerId="LiveId" clId="{CCD4E902-00B9-4B30-B952-A9A7A2B9871A}" dt="2026-01-10T02:48:29.422" v="907" actId="14100"/>
          <ac:picMkLst>
            <pc:docMk/>
            <pc:sldMk cId="1336103153" sldId="570"/>
            <ac:picMk id="5" creationId="{C41A1E41-583B-ABD3-8C1B-55DC9227C69D}"/>
          </ac:picMkLst>
        </pc:picChg>
      </pc:sldChg>
      <pc:sldChg chg="addSp modSp new mod">
        <pc:chgData name="Rajarajeshwari S" userId="e4d90711455572c4" providerId="LiveId" clId="{CCD4E902-00B9-4B30-B952-A9A7A2B9871A}" dt="2026-01-09T15:30:53.698" v="467" actId="14100"/>
        <pc:sldMkLst>
          <pc:docMk/>
          <pc:sldMk cId="5012887" sldId="571"/>
        </pc:sldMkLst>
        <pc:spChg chg="mod">
          <ac:chgData name="Rajarajeshwari S" userId="e4d90711455572c4" providerId="LiveId" clId="{CCD4E902-00B9-4B30-B952-A9A7A2B9871A}" dt="2026-01-09T15:30:07.313" v="450" actId="27636"/>
          <ac:spMkLst>
            <pc:docMk/>
            <pc:sldMk cId="5012887" sldId="571"/>
            <ac:spMk id="2" creationId="{9D2FD908-6E9C-9562-A4C5-9D07745CC1B5}"/>
          </ac:spMkLst>
        </pc:spChg>
        <pc:spChg chg="mod">
          <ac:chgData name="Rajarajeshwari S" userId="e4d90711455572c4" providerId="LiveId" clId="{CCD4E902-00B9-4B30-B952-A9A7A2B9871A}" dt="2026-01-09T15:30:48.951" v="466" actId="20577"/>
          <ac:spMkLst>
            <pc:docMk/>
            <pc:sldMk cId="5012887" sldId="571"/>
            <ac:spMk id="3" creationId="{F674958C-BC5C-B5C5-92EB-9C6613614A8C}"/>
          </ac:spMkLst>
        </pc:spChg>
        <pc:picChg chg="add mod">
          <ac:chgData name="Rajarajeshwari S" userId="e4d90711455572c4" providerId="LiveId" clId="{CCD4E902-00B9-4B30-B952-A9A7A2B9871A}" dt="2026-01-09T15:30:53.698" v="467" actId="14100"/>
          <ac:picMkLst>
            <pc:docMk/>
            <pc:sldMk cId="5012887" sldId="571"/>
            <ac:picMk id="7170" creationId="{9BF4B953-07D7-ED5A-51D1-3907B3BB886A}"/>
          </ac:picMkLst>
        </pc:picChg>
      </pc:sldChg>
      <pc:sldChg chg="modSp new mod">
        <pc:chgData name="Rajarajeshwari S" userId="e4d90711455572c4" providerId="LiveId" clId="{CCD4E902-00B9-4B30-B952-A9A7A2B9871A}" dt="2026-01-10T02:49:07.106" v="911" actId="115"/>
        <pc:sldMkLst>
          <pc:docMk/>
          <pc:sldMk cId="489944577" sldId="572"/>
        </pc:sldMkLst>
        <pc:spChg chg="mod">
          <ac:chgData name="Rajarajeshwari S" userId="e4d90711455572c4" providerId="LiveId" clId="{CCD4E902-00B9-4B30-B952-A9A7A2B9871A}" dt="2026-01-09T15:31:29.923" v="476" actId="20577"/>
          <ac:spMkLst>
            <pc:docMk/>
            <pc:sldMk cId="489944577" sldId="572"/>
            <ac:spMk id="2" creationId="{81BBC517-B813-B784-CBA2-6ED745F7B2C9}"/>
          </ac:spMkLst>
        </pc:spChg>
        <pc:spChg chg="mod">
          <ac:chgData name="Rajarajeshwari S" userId="e4d90711455572c4" providerId="LiveId" clId="{CCD4E902-00B9-4B30-B952-A9A7A2B9871A}" dt="2026-01-10T02:49:07.106" v="911" actId="115"/>
          <ac:spMkLst>
            <pc:docMk/>
            <pc:sldMk cId="489944577" sldId="572"/>
            <ac:spMk id="3" creationId="{2C1E7E0E-481C-BF30-3299-529EF4A5E406}"/>
          </ac:spMkLst>
        </pc:spChg>
      </pc:sldChg>
      <pc:sldChg chg="addSp modSp new mod">
        <pc:chgData name="Rajarajeshwari S" userId="e4d90711455572c4" providerId="LiveId" clId="{CCD4E902-00B9-4B30-B952-A9A7A2B9871A}" dt="2026-01-10T02:49:27.034" v="917" actId="1076"/>
        <pc:sldMkLst>
          <pc:docMk/>
          <pc:sldMk cId="57264091" sldId="573"/>
        </pc:sldMkLst>
        <pc:spChg chg="mod">
          <ac:chgData name="Rajarajeshwari S" userId="e4d90711455572c4" providerId="LiveId" clId="{CCD4E902-00B9-4B30-B952-A9A7A2B9871A}" dt="2026-01-09T15:32:03.447" v="482" actId="27636"/>
          <ac:spMkLst>
            <pc:docMk/>
            <pc:sldMk cId="57264091" sldId="573"/>
            <ac:spMk id="2" creationId="{1C51329F-5627-50C0-231F-BDF32FAC0954}"/>
          </ac:spMkLst>
        </pc:spChg>
        <pc:spChg chg="mod">
          <ac:chgData name="Rajarajeshwari S" userId="e4d90711455572c4" providerId="LiveId" clId="{CCD4E902-00B9-4B30-B952-A9A7A2B9871A}" dt="2026-01-10T02:49:19.386" v="913" actId="14100"/>
          <ac:spMkLst>
            <pc:docMk/>
            <pc:sldMk cId="57264091" sldId="573"/>
            <ac:spMk id="3" creationId="{C178E8F0-9650-059E-E9F0-1A8C7BE07E3D}"/>
          </ac:spMkLst>
        </pc:spChg>
        <pc:spChg chg="add mod">
          <ac:chgData name="Rajarajeshwari S" userId="e4d90711455572c4" providerId="LiveId" clId="{CCD4E902-00B9-4B30-B952-A9A7A2B9871A}" dt="2026-01-09T15:32:01.092" v="480" actId="27636"/>
          <ac:spMkLst>
            <pc:docMk/>
            <pc:sldMk cId="57264091" sldId="573"/>
            <ac:spMk id="4" creationId="{BE1BB74A-A6F2-8A58-93DA-E6812648EDA8}"/>
          </ac:spMkLst>
        </pc:spChg>
        <pc:picChg chg="add mod">
          <ac:chgData name="Rajarajeshwari S" userId="e4d90711455572c4" providerId="LiveId" clId="{CCD4E902-00B9-4B30-B952-A9A7A2B9871A}" dt="2026-01-10T02:49:27.034" v="917" actId="1076"/>
          <ac:picMkLst>
            <pc:docMk/>
            <pc:sldMk cId="57264091" sldId="573"/>
            <ac:picMk id="5" creationId="{03AD9BF1-D033-DC9F-8CF2-3C4DC531246D}"/>
          </ac:picMkLst>
        </pc:picChg>
      </pc:sldChg>
      <pc:sldChg chg="modSp new mod">
        <pc:chgData name="Rajarajeshwari S" userId="e4d90711455572c4" providerId="LiveId" clId="{CCD4E902-00B9-4B30-B952-A9A7A2B9871A}" dt="2026-01-10T02:50:21.617" v="920" actId="27636"/>
        <pc:sldMkLst>
          <pc:docMk/>
          <pc:sldMk cId="4114400830" sldId="574"/>
        </pc:sldMkLst>
        <pc:spChg chg="mod">
          <ac:chgData name="Rajarajeshwari S" userId="e4d90711455572c4" providerId="LiveId" clId="{CCD4E902-00B9-4B30-B952-A9A7A2B9871A}" dt="2026-01-09T15:32:38.122" v="491" actId="20577"/>
          <ac:spMkLst>
            <pc:docMk/>
            <pc:sldMk cId="4114400830" sldId="574"/>
            <ac:spMk id="2" creationId="{71991EBE-8189-3EF1-9BA3-512F9874C9A8}"/>
          </ac:spMkLst>
        </pc:spChg>
        <pc:spChg chg="mod">
          <ac:chgData name="Rajarajeshwari S" userId="e4d90711455572c4" providerId="LiveId" clId="{CCD4E902-00B9-4B30-B952-A9A7A2B9871A}" dt="2026-01-10T02:50:21.617" v="920" actId="27636"/>
          <ac:spMkLst>
            <pc:docMk/>
            <pc:sldMk cId="4114400830" sldId="574"/>
            <ac:spMk id="3" creationId="{AC7ED600-7F0D-AB65-BB00-998710EC595A}"/>
          </ac:spMkLst>
        </pc:spChg>
      </pc:sldChg>
      <pc:sldChg chg="modSp new mod">
        <pc:chgData name="Rajarajeshwari S" userId="e4d90711455572c4" providerId="LiveId" clId="{CCD4E902-00B9-4B30-B952-A9A7A2B9871A}" dt="2026-01-10T02:51:13.524" v="924" actId="14100"/>
        <pc:sldMkLst>
          <pc:docMk/>
          <pc:sldMk cId="2429792410" sldId="575"/>
        </pc:sldMkLst>
        <pc:spChg chg="mod">
          <ac:chgData name="Rajarajeshwari S" userId="e4d90711455572c4" providerId="LiveId" clId="{CCD4E902-00B9-4B30-B952-A9A7A2B9871A}" dt="2026-01-09T15:32:53.551" v="495" actId="27636"/>
          <ac:spMkLst>
            <pc:docMk/>
            <pc:sldMk cId="2429792410" sldId="575"/>
            <ac:spMk id="2" creationId="{5A133357-8D5A-6799-A281-904C339D8547}"/>
          </ac:spMkLst>
        </pc:spChg>
        <pc:spChg chg="mod">
          <ac:chgData name="Rajarajeshwari S" userId="e4d90711455572c4" providerId="LiveId" clId="{CCD4E902-00B9-4B30-B952-A9A7A2B9871A}" dt="2026-01-10T02:51:13.524" v="924" actId="14100"/>
          <ac:spMkLst>
            <pc:docMk/>
            <pc:sldMk cId="2429792410" sldId="575"/>
            <ac:spMk id="3" creationId="{82CCD903-32FE-B98E-992C-62E4B2B319AA}"/>
          </ac:spMkLst>
        </pc:spChg>
      </pc:sldChg>
      <pc:sldChg chg="addSp delSp modSp new mod">
        <pc:chgData name="Rajarajeshwari S" userId="e4d90711455572c4" providerId="LiveId" clId="{CCD4E902-00B9-4B30-B952-A9A7A2B9871A}" dt="2026-01-10T02:51:52.127" v="926" actId="478"/>
        <pc:sldMkLst>
          <pc:docMk/>
          <pc:sldMk cId="62775623" sldId="576"/>
        </pc:sldMkLst>
        <pc:spChg chg="del mod">
          <ac:chgData name="Rajarajeshwari S" userId="e4d90711455572c4" providerId="LiveId" clId="{CCD4E902-00B9-4B30-B952-A9A7A2B9871A}" dt="2026-01-10T02:51:52.127" v="926" actId="478"/>
          <ac:spMkLst>
            <pc:docMk/>
            <pc:sldMk cId="62775623" sldId="576"/>
            <ac:spMk id="2" creationId="{FAB73826-5D84-D7B6-9D3A-57E0243E8FB8}"/>
          </ac:spMkLst>
        </pc:spChg>
        <pc:spChg chg="del">
          <ac:chgData name="Rajarajeshwari S" userId="e4d90711455572c4" providerId="LiveId" clId="{CCD4E902-00B9-4B30-B952-A9A7A2B9871A}" dt="2026-01-10T02:51:47.988" v="925" actId="478"/>
          <ac:spMkLst>
            <pc:docMk/>
            <pc:sldMk cId="62775623" sldId="576"/>
            <ac:spMk id="3" creationId="{15B9BEA7-D451-A52F-18B9-63494677DBF1}"/>
          </ac:spMkLst>
        </pc:spChg>
        <pc:spChg chg="add mod">
          <ac:chgData name="Rajarajeshwari S" userId="e4d90711455572c4" providerId="LiveId" clId="{CCD4E902-00B9-4B30-B952-A9A7A2B9871A}" dt="2026-01-09T15:33:58.170" v="506" actId="27636"/>
          <ac:spMkLst>
            <pc:docMk/>
            <pc:sldMk cId="62775623" sldId="576"/>
            <ac:spMk id="4" creationId="{26960A83-406E-CD21-812F-CFBD732C1BE4}"/>
          </ac:spMkLst>
        </pc:spChg>
        <pc:picChg chg="add mod">
          <ac:chgData name="Rajarajeshwari S" userId="e4d90711455572c4" providerId="LiveId" clId="{CCD4E902-00B9-4B30-B952-A9A7A2B9871A}" dt="2026-01-09T15:34:07.009" v="510" actId="1076"/>
          <ac:picMkLst>
            <pc:docMk/>
            <pc:sldMk cId="62775623" sldId="576"/>
            <ac:picMk id="5" creationId="{67864242-2245-ABA3-F29B-69D18DF4B8B3}"/>
          </ac:picMkLst>
        </pc:picChg>
      </pc:sldChg>
      <pc:sldChg chg="modSp new mod">
        <pc:chgData name="Rajarajeshwari S" userId="e4d90711455572c4" providerId="LiveId" clId="{CCD4E902-00B9-4B30-B952-A9A7A2B9871A}" dt="2026-01-10T02:54:18.634" v="931" actId="6549"/>
        <pc:sldMkLst>
          <pc:docMk/>
          <pc:sldMk cId="3777810403" sldId="577"/>
        </pc:sldMkLst>
        <pc:spChg chg="mod">
          <ac:chgData name="Rajarajeshwari S" userId="e4d90711455572c4" providerId="LiveId" clId="{CCD4E902-00B9-4B30-B952-A9A7A2B9871A}" dt="2026-01-09T15:34:27.574" v="516" actId="20577"/>
          <ac:spMkLst>
            <pc:docMk/>
            <pc:sldMk cId="3777810403" sldId="577"/>
            <ac:spMk id="2" creationId="{0283ACBE-64D6-85AC-A9F2-93ECB0619822}"/>
          </ac:spMkLst>
        </pc:spChg>
        <pc:spChg chg="mod">
          <ac:chgData name="Rajarajeshwari S" userId="e4d90711455572c4" providerId="LiveId" clId="{CCD4E902-00B9-4B30-B952-A9A7A2B9871A}" dt="2026-01-10T02:54:18.634" v="931" actId="6549"/>
          <ac:spMkLst>
            <pc:docMk/>
            <pc:sldMk cId="3777810403" sldId="577"/>
            <ac:spMk id="3" creationId="{003F7868-9869-0D1E-2506-E482EBEA995E}"/>
          </ac:spMkLst>
        </pc:spChg>
      </pc:sldChg>
      <pc:sldChg chg="modSp new mod">
        <pc:chgData name="Rajarajeshwari S" userId="e4d90711455572c4" providerId="LiveId" clId="{CCD4E902-00B9-4B30-B952-A9A7A2B9871A}" dt="2026-01-10T02:55:36.302" v="933" actId="14100"/>
        <pc:sldMkLst>
          <pc:docMk/>
          <pc:sldMk cId="2043070658" sldId="578"/>
        </pc:sldMkLst>
        <pc:spChg chg="mod">
          <ac:chgData name="Rajarajeshwari S" userId="e4d90711455572c4" providerId="LiveId" clId="{CCD4E902-00B9-4B30-B952-A9A7A2B9871A}" dt="2026-01-09T15:34:52.768" v="526" actId="20577"/>
          <ac:spMkLst>
            <pc:docMk/>
            <pc:sldMk cId="2043070658" sldId="578"/>
            <ac:spMk id="2" creationId="{3D73B0D1-C458-7455-CC5D-DD704AB32D68}"/>
          </ac:spMkLst>
        </pc:spChg>
        <pc:spChg chg="mod">
          <ac:chgData name="Rajarajeshwari S" userId="e4d90711455572c4" providerId="LiveId" clId="{CCD4E902-00B9-4B30-B952-A9A7A2B9871A}" dt="2026-01-10T02:55:36.302" v="933" actId="14100"/>
          <ac:spMkLst>
            <pc:docMk/>
            <pc:sldMk cId="2043070658" sldId="578"/>
            <ac:spMk id="3" creationId="{80D335E0-9808-01D3-1030-00C96E18122A}"/>
          </ac:spMkLst>
        </pc:spChg>
      </pc:sldChg>
      <pc:sldChg chg="addSp delSp modSp new mod ord">
        <pc:chgData name="Rajarajeshwari S" userId="e4d90711455572c4" providerId="LiveId" clId="{CCD4E902-00B9-4B30-B952-A9A7A2B9871A}" dt="2026-01-09T15:41:20.950" v="574" actId="255"/>
        <pc:sldMkLst>
          <pc:docMk/>
          <pc:sldMk cId="894124002" sldId="579"/>
        </pc:sldMkLst>
        <pc:spChg chg="mod">
          <ac:chgData name="Rajarajeshwari S" userId="e4d90711455572c4" providerId="LiveId" clId="{CCD4E902-00B9-4B30-B952-A9A7A2B9871A}" dt="2026-01-09T15:35:36.323" v="531" actId="27636"/>
          <ac:spMkLst>
            <pc:docMk/>
            <pc:sldMk cId="894124002" sldId="579"/>
            <ac:spMk id="2" creationId="{98264D83-DFE6-097F-B338-D7B80A158E7A}"/>
          </ac:spMkLst>
        </pc:spChg>
        <pc:spChg chg="del">
          <ac:chgData name="Rajarajeshwari S" userId="e4d90711455572c4" providerId="LiveId" clId="{CCD4E902-00B9-4B30-B952-A9A7A2B9871A}" dt="2026-01-09T15:37:53.231" v="532"/>
          <ac:spMkLst>
            <pc:docMk/>
            <pc:sldMk cId="894124002" sldId="579"/>
            <ac:spMk id="3" creationId="{79C6714A-C406-2814-1F3B-747A166F4A4D}"/>
          </ac:spMkLst>
        </pc:spChg>
        <pc:graphicFrameChg chg="add mod modGraphic">
          <ac:chgData name="Rajarajeshwari S" userId="e4d90711455572c4" providerId="LiveId" clId="{CCD4E902-00B9-4B30-B952-A9A7A2B9871A}" dt="2026-01-09T15:41:20.950" v="574" actId="255"/>
          <ac:graphicFrameMkLst>
            <pc:docMk/>
            <pc:sldMk cId="894124002" sldId="579"/>
            <ac:graphicFrameMk id="4" creationId="{AA8FAED0-D883-6B45-984D-20A2EF309EDF}"/>
          </ac:graphicFrameMkLst>
        </pc:graphicFrameChg>
      </pc:sldChg>
      <pc:sldChg chg="modSp add mod">
        <pc:chgData name="Rajarajeshwari S" userId="e4d90711455572c4" providerId="LiveId" clId="{CCD4E902-00B9-4B30-B952-A9A7A2B9871A}" dt="2026-01-09T15:40:07.708" v="561" actId="14734"/>
        <pc:sldMkLst>
          <pc:docMk/>
          <pc:sldMk cId="774673727" sldId="580"/>
        </pc:sldMkLst>
        <pc:graphicFrameChg chg="mod modGraphic">
          <ac:chgData name="Rajarajeshwari S" userId="e4d90711455572c4" providerId="LiveId" clId="{CCD4E902-00B9-4B30-B952-A9A7A2B9871A}" dt="2026-01-09T15:40:07.708" v="561" actId="14734"/>
          <ac:graphicFrameMkLst>
            <pc:docMk/>
            <pc:sldMk cId="774673727" sldId="580"/>
            <ac:graphicFrameMk id="4" creationId="{D7E993BF-B48C-7C65-A620-728C60399898}"/>
          </ac:graphicFrameMkLst>
        </pc:graphicFrameChg>
      </pc:sldChg>
      <pc:sldChg chg="modSp add mod">
        <pc:chgData name="Rajarajeshwari S" userId="e4d90711455572c4" providerId="LiveId" clId="{CCD4E902-00B9-4B30-B952-A9A7A2B9871A}" dt="2026-01-09T15:39:03.973" v="549" actId="1076"/>
        <pc:sldMkLst>
          <pc:docMk/>
          <pc:sldMk cId="3809631384" sldId="581"/>
        </pc:sldMkLst>
        <pc:graphicFrameChg chg="mod modGraphic">
          <ac:chgData name="Rajarajeshwari S" userId="e4d90711455572c4" providerId="LiveId" clId="{CCD4E902-00B9-4B30-B952-A9A7A2B9871A}" dt="2026-01-09T15:39:03.973" v="549" actId="1076"/>
          <ac:graphicFrameMkLst>
            <pc:docMk/>
            <pc:sldMk cId="3809631384" sldId="581"/>
            <ac:graphicFrameMk id="4" creationId="{69154950-9339-12AB-58EC-6C7E0C7143A8}"/>
          </ac:graphicFrameMkLst>
        </pc:graphicFrameChg>
      </pc:sldChg>
      <pc:sldChg chg="modSp new mod">
        <pc:chgData name="Rajarajeshwari S" userId="e4d90711455572c4" providerId="LiveId" clId="{CCD4E902-00B9-4B30-B952-A9A7A2B9871A}" dt="2026-01-10T02:57:16.294" v="936" actId="255"/>
        <pc:sldMkLst>
          <pc:docMk/>
          <pc:sldMk cId="2510634313" sldId="582"/>
        </pc:sldMkLst>
        <pc:spChg chg="mod">
          <ac:chgData name="Rajarajeshwari S" userId="e4d90711455572c4" providerId="LiveId" clId="{CCD4E902-00B9-4B30-B952-A9A7A2B9871A}" dt="2026-01-09T15:43:06.351" v="580" actId="113"/>
          <ac:spMkLst>
            <pc:docMk/>
            <pc:sldMk cId="2510634313" sldId="582"/>
            <ac:spMk id="2" creationId="{89CA75C6-E797-5842-D636-27A6BFF41929}"/>
          </ac:spMkLst>
        </pc:spChg>
        <pc:spChg chg="mod">
          <ac:chgData name="Rajarajeshwari S" userId="e4d90711455572c4" providerId="LiveId" clId="{CCD4E902-00B9-4B30-B952-A9A7A2B9871A}" dt="2026-01-10T02:57:16.294" v="936" actId="255"/>
          <ac:spMkLst>
            <pc:docMk/>
            <pc:sldMk cId="2510634313" sldId="582"/>
            <ac:spMk id="3" creationId="{7D1D0A2F-E9EC-AD4D-3839-A2DD310B146E}"/>
          </ac:spMkLst>
        </pc:spChg>
      </pc:sldChg>
      <pc:sldChg chg="modSp new mod">
        <pc:chgData name="Rajarajeshwari S" userId="e4d90711455572c4" providerId="LiveId" clId="{CCD4E902-00B9-4B30-B952-A9A7A2B9871A}" dt="2026-01-09T15:46:05.169" v="596"/>
        <pc:sldMkLst>
          <pc:docMk/>
          <pc:sldMk cId="2526279610" sldId="583"/>
        </pc:sldMkLst>
        <pc:spChg chg="mod">
          <ac:chgData name="Rajarajeshwari S" userId="e4d90711455572c4" providerId="LiveId" clId="{CCD4E902-00B9-4B30-B952-A9A7A2B9871A}" dt="2026-01-09T15:45:42.328" v="590" actId="27636"/>
          <ac:spMkLst>
            <pc:docMk/>
            <pc:sldMk cId="2526279610" sldId="583"/>
            <ac:spMk id="2" creationId="{16EFE638-DA2D-C628-CB9A-9FC447147308}"/>
          </ac:spMkLst>
        </pc:spChg>
        <pc:spChg chg="mod">
          <ac:chgData name="Rajarajeshwari S" userId="e4d90711455572c4" providerId="LiveId" clId="{CCD4E902-00B9-4B30-B952-A9A7A2B9871A}" dt="2026-01-09T15:46:05.169" v="596"/>
          <ac:spMkLst>
            <pc:docMk/>
            <pc:sldMk cId="2526279610" sldId="583"/>
            <ac:spMk id="3" creationId="{4B9B6DCB-5A7F-683F-F89B-9454E9A3C726}"/>
          </ac:spMkLst>
        </pc:spChg>
      </pc:sldChg>
      <pc:sldChg chg="modSp new mod">
        <pc:chgData name="Rajarajeshwari S" userId="e4d90711455572c4" providerId="LiveId" clId="{CCD4E902-00B9-4B30-B952-A9A7A2B9871A}" dt="2026-01-09T15:46:24.869" v="601"/>
        <pc:sldMkLst>
          <pc:docMk/>
          <pc:sldMk cId="2855389411" sldId="584"/>
        </pc:sldMkLst>
        <pc:spChg chg="mod">
          <ac:chgData name="Rajarajeshwari S" userId="e4d90711455572c4" providerId="LiveId" clId="{CCD4E902-00B9-4B30-B952-A9A7A2B9871A}" dt="2026-01-09T15:46:17.301" v="600" actId="20577"/>
          <ac:spMkLst>
            <pc:docMk/>
            <pc:sldMk cId="2855389411" sldId="584"/>
            <ac:spMk id="2" creationId="{A9AE606E-B24E-DC11-6C9E-EFAFE82F7FA4}"/>
          </ac:spMkLst>
        </pc:spChg>
        <pc:spChg chg="mod">
          <ac:chgData name="Rajarajeshwari S" userId="e4d90711455572c4" providerId="LiveId" clId="{CCD4E902-00B9-4B30-B952-A9A7A2B9871A}" dt="2026-01-09T15:46:24.869" v="601"/>
          <ac:spMkLst>
            <pc:docMk/>
            <pc:sldMk cId="2855389411" sldId="584"/>
            <ac:spMk id="3" creationId="{4A535507-1F33-FE4C-BA8F-2C94C3776FB4}"/>
          </ac:spMkLst>
        </pc:spChg>
      </pc:sldChg>
      <pc:sldChg chg="modSp new mod">
        <pc:chgData name="Rajarajeshwari S" userId="e4d90711455572c4" providerId="LiveId" clId="{CCD4E902-00B9-4B30-B952-A9A7A2B9871A}" dt="2026-01-09T15:47:01.163" v="604" actId="27636"/>
        <pc:sldMkLst>
          <pc:docMk/>
          <pc:sldMk cId="1717902465" sldId="585"/>
        </pc:sldMkLst>
        <pc:spChg chg="mod">
          <ac:chgData name="Rajarajeshwari S" userId="e4d90711455572c4" providerId="LiveId" clId="{CCD4E902-00B9-4B30-B952-A9A7A2B9871A}" dt="2026-01-09T15:47:01.163" v="604" actId="27636"/>
          <ac:spMkLst>
            <pc:docMk/>
            <pc:sldMk cId="1717902465" sldId="585"/>
            <ac:spMk id="2" creationId="{F6B33EDE-D899-7A64-C97C-E199BE0E6CBD}"/>
          </ac:spMkLst>
        </pc:spChg>
        <pc:spChg chg="mod">
          <ac:chgData name="Rajarajeshwari S" userId="e4d90711455572c4" providerId="LiveId" clId="{CCD4E902-00B9-4B30-B952-A9A7A2B9871A}" dt="2026-01-09T15:47:01.131" v="603"/>
          <ac:spMkLst>
            <pc:docMk/>
            <pc:sldMk cId="1717902465" sldId="585"/>
            <ac:spMk id="3" creationId="{AB504B59-9DB4-3711-F748-23567F3D43CA}"/>
          </ac:spMkLst>
        </pc:spChg>
      </pc:sldChg>
      <pc:sldChg chg="modSp new mod">
        <pc:chgData name="Rajarajeshwari S" userId="e4d90711455572c4" providerId="LiveId" clId="{CCD4E902-00B9-4B30-B952-A9A7A2B9871A}" dt="2026-01-10T02:51:04.971" v="922" actId="27636"/>
        <pc:sldMkLst>
          <pc:docMk/>
          <pc:sldMk cId="1970929344" sldId="586"/>
        </pc:sldMkLst>
        <pc:spChg chg="mod">
          <ac:chgData name="Rajarajeshwari S" userId="e4d90711455572c4" providerId="LiveId" clId="{CCD4E902-00B9-4B30-B952-A9A7A2B9871A}" dt="2026-01-09T15:47:30.246" v="614" actId="20577"/>
          <ac:spMkLst>
            <pc:docMk/>
            <pc:sldMk cId="1970929344" sldId="586"/>
            <ac:spMk id="2" creationId="{85E6E902-772A-7BA2-8ABA-8A5D510BAB66}"/>
          </ac:spMkLst>
        </pc:spChg>
        <pc:spChg chg="mod">
          <ac:chgData name="Rajarajeshwari S" userId="e4d90711455572c4" providerId="LiveId" clId="{CCD4E902-00B9-4B30-B952-A9A7A2B9871A}" dt="2026-01-10T02:51:04.971" v="922" actId="27636"/>
          <ac:spMkLst>
            <pc:docMk/>
            <pc:sldMk cId="1970929344" sldId="586"/>
            <ac:spMk id="3" creationId="{569DF064-A587-8028-64EF-CEBF12F8083F}"/>
          </ac:spMkLst>
        </pc:spChg>
      </pc:sldChg>
      <pc:sldChg chg="addSp delSp modSp new mod">
        <pc:chgData name="Rajarajeshwari S" userId="e4d90711455572c4" providerId="LiveId" clId="{CCD4E902-00B9-4B30-B952-A9A7A2B9871A}" dt="2026-01-10T02:57:38.471" v="938" actId="478"/>
        <pc:sldMkLst>
          <pc:docMk/>
          <pc:sldMk cId="1750370132" sldId="587"/>
        </pc:sldMkLst>
        <pc:spChg chg="del mod">
          <ac:chgData name="Rajarajeshwari S" userId="e4d90711455572c4" providerId="LiveId" clId="{CCD4E902-00B9-4B30-B952-A9A7A2B9871A}" dt="2026-01-10T02:57:38.471" v="938" actId="478"/>
          <ac:spMkLst>
            <pc:docMk/>
            <pc:sldMk cId="1750370132" sldId="587"/>
            <ac:spMk id="2" creationId="{ABA95BA3-C91F-2877-3091-F678C841F92A}"/>
          </ac:spMkLst>
        </pc:spChg>
        <pc:spChg chg="del">
          <ac:chgData name="Rajarajeshwari S" userId="e4d90711455572c4" providerId="LiveId" clId="{CCD4E902-00B9-4B30-B952-A9A7A2B9871A}" dt="2026-01-10T02:57:35.516" v="937" actId="478"/>
          <ac:spMkLst>
            <pc:docMk/>
            <pc:sldMk cId="1750370132" sldId="587"/>
            <ac:spMk id="3" creationId="{499CC6C8-D0C4-147B-D329-F6FB61825CF2}"/>
          </ac:spMkLst>
        </pc:spChg>
        <pc:picChg chg="add mod">
          <ac:chgData name="Rajarajeshwari S" userId="e4d90711455572c4" providerId="LiveId" clId="{CCD4E902-00B9-4B30-B952-A9A7A2B9871A}" dt="2026-01-09T15:50:33.243" v="620" actId="1076"/>
          <ac:picMkLst>
            <pc:docMk/>
            <pc:sldMk cId="1750370132" sldId="587"/>
            <ac:picMk id="5" creationId="{2C8BE4D8-3429-0798-B1A5-3211E643C419}"/>
          </ac:picMkLst>
        </pc:picChg>
      </pc:sldChg>
      <pc:sldChg chg="modSp new mod">
        <pc:chgData name="Rajarajeshwari S" userId="e4d90711455572c4" providerId="LiveId" clId="{CCD4E902-00B9-4B30-B952-A9A7A2B9871A}" dt="2026-01-09T15:51:30.390" v="636" actId="20577"/>
        <pc:sldMkLst>
          <pc:docMk/>
          <pc:sldMk cId="1023006790" sldId="588"/>
        </pc:sldMkLst>
        <pc:spChg chg="mod">
          <ac:chgData name="Rajarajeshwari S" userId="e4d90711455572c4" providerId="LiveId" clId="{CCD4E902-00B9-4B30-B952-A9A7A2B9871A}" dt="2026-01-09T15:51:30.390" v="636" actId="20577"/>
          <ac:spMkLst>
            <pc:docMk/>
            <pc:sldMk cId="1023006790" sldId="588"/>
            <ac:spMk id="2" creationId="{34917B5E-C1D3-757D-EDC3-C53A19FDFA6E}"/>
          </ac:spMkLst>
        </pc:spChg>
        <pc:spChg chg="mod">
          <ac:chgData name="Rajarajeshwari S" userId="e4d90711455572c4" providerId="LiveId" clId="{CCD4E902-00B9-4B30-B952-A9A7A2B9871A}" dt="2026-01-09T15:51:24.841" v="625" actId="20577"/>
          <ac:spMkLst>
            <pc:docMk/>
            <pc:sldMk cId="1023006790" sldId="588"/>
            <ac:spMk id="3" creationId="{DA93FB65-11FE-80CA-EE8A-FA250D1337EC}"/>
          </ac:spMkLst>
        </pc:spChg>
      </pc:sldChg>
      <pc:sldChg chg="addSp modSp new mod">
        <pc:chgData name="Rajarajeshwari S" userId="e4d90711455572c4" providerId="LiveId" clId="{CCD4E902-00B9-4B30-B952-A9A7A2B9871A}" dt="2026-01-10T03:00:35.341" v="941" actId="14100"/>
        <pc:sldMkLst>
          <pc:docMk/>
          <pc:sldMk cId="2426683576" sldId="589"/>
        </pc:sldMkLst>
        <pc:spChg chg="mod">
          <ac:chgData name="Rajarajeshwari S" userId="e4d90711455572c4" providerId="LiveId" clId="{CCD4E902-00B9-4B30-B952-A9A7A2B9871A}" dt="2026-01-09T15:55:54.945" v="667" actId="20577"/>
          <ac:spMkLst>
            <pc:docMk/>
            <pc:sldMk cId="2426683576" sldId="589"/>
            <ac:spMk id="2" creationId="{9CDF1F6C-E170-14D7-FBE2-24A0C0A70E93}"/>
          </ac:spMkLst>
        </pc:spChg>
        <pc:spChg chg="mod">
          <ac:chgData name="Rajarajeshwari S" userId="e4d90711455572c4" providerId="LiveId" clId="{CCD4E902-00B9-4B30-B952-A9A7A2B9871A}" dt="2026-01-10T03:00:35.341" v="941" actId="14100"/>
          <ac:spMkLst>
            <pc:docMk/>
            <pc:sldMk cId="2426683576" sldId="589"/>
            <ac:spMk id="3" creationId="{769992B5-B9A3-456A-71DD-AEC3C9259F06}"/>
          </ac:spMkLst>
        </pc:spChg>
        <pc:spChg chg="add">
          <ac:chgData name="Rajarajeshwari S" userId="e4d90711455572c4" providerId="LiveId" clId="{CCD4E902-00B9-4B30-B952-A9A7A2B9871A}" dt="2026-01-09T15:56:59.132" v="674"/>
          <ac:spMkLst>
            <pc:docMk/>
            <pc:sldMk cId="2426683576" sldId="589"/>
            <ac:spMk id="4" creationId="{54298C25-EDB5-68CF-E15C-E5E67DBFBD11}"/>
          </ac:spMkLst>
        </pc:spChg>
      </pc:sldChg>
      <pc:sldChg chg="modSp new mod">
        <pc:chgData name="Rajarajeshwari S" userId="e4d90711455572c4" providerId="LiveId" clId="{CCD4E902-00B9-4B30-B952-A9A7A2B9871A}" dt="2026-01-09T15:54:57.095" v="665" actId="12"/>
        <pc:sldMkLst>
          <pc:docMk/>
          <pc:sldMk cId="1797288437" sldId="590"/>
        </pc:sldMkLst>
        <pc:spChg chg="mod">
          <ac:chgData name="Rajarajeshwari S" userId="e4d90711455572c4" providerId="LiveId" clId="{CCD4E902-00B9-4B30-B952-A9A7A2B9871A}" dt="2026-01-09T15:51:55.662" v="641" actId="27636"/>
          <ac:spMkLst>
            <pc:docMk/>
            <pc:sldMk cId="1797288437" sldId="590"/>
            <ac:spMk id="2" creationId="{2374810D-3EA0-824B-44E0-D7AB2C322CEE}"/>
          </ac:spMkLst>
        </pc:spChg>
        <pc:spChg chg="mod">
          <ac:chgData name="Rajarajeshwari S" userId="e4d90711455572c4" providerId="LiveId" clId="{CCD4E902-00B9-4B30-B952-A9A7A2B9871A}" dt="2026-01-09T15:54:57.095" v="665" actId="12"/>
          <ac:spMkLst>
            <pc:docMk/>
            <pc:sldMk cId="1797288437" sldId="590"/>
            <ac:spMk id="3" creationId="{5E9827EA-E87A-759F-E372-10520C52C9D5}"/>
          </ac:spMkLst>
        </pc:spChg>
      </pc:sldChg>
      <pc:sldChg chg="modSp new mod">
        <pc:chgData name="Rajarajeshwari S" userId="e4d90711455572c4" providerId="LiveId" clId="{CCD4E902-00B9-4B30-B952-A9A7A2B9871A}" dt="2026-01-09T15:57:40.214" v="683" actId="27636"/>
        <pc:sldMkLst>
          <pc:docMk/>
          <pc:sldMk cId="2021358495" sldId="591"/>
        </pc:sldMkLst>
        <pc:spChg chg="mod">
          <ac:chgData name="Rajarajeshwari S" userId="e4d90711455572c4" providerId="LiveId" clId="{CCD4E902-00B9-4B30-B952-A9A7A2B9871A}" dt="2026-01-09T15:57:40.214" v="683" actId="27636"/>
          <ac:spMkLst>
            <pc:docMk/>
            <pc:sldMk cId="2021358495" sldId="591"/>
            <ac:spMk id="2" creationId="{A3196411-0C02-2BA3-0A92-FF210EA7C3AC}"/>
          </ac:spMkLst>
        </pc:spChg>
        <pc:spChg chg="mod">
          <ac:chgData name="Rajarajeshwari S" userId="e4d90711455572c4" providerId="LiveId" clId="{CCD4E902-00B9-4B30-B952-A9A7A2B9871A}" dt="2026-01-09T15:57:40.134" v="682"/>
          <ac:spMkLst>
            <pc:docMk/>
            <pc:sldMk cId="2021358495" sldId="591"/>
            <ac:spMk id="3" creationId="{CD6DA143-17EC-945F-72BC-E2941F7469D4}"/>
          </ac:spMkLst>
        </pc:spChg>
      </pc:sldChg>
      <pc:sldChg chg="modSp new mod">
        <pc:chgData name="Rajarajeshwari S" userId="e4d90711455572c4" providerId="LiveId" clId="{CCD4E902-00B9-4B30-B952-A9A7A2B9871A}" dt="2026-01-09T15:57:55.500" v="686" actId="27636"/>
        <pc:sldMkLst>
          <pc:docMk/>
          <pc:sldMk cId="4050274207" sldId="592"/>
        </pc:sldMkLst>
        <pc:spChg chg="mod">
          <ac:chgData name="Rajarajeshwari S" userId="e4d90711455572c4" providerId="LiveId" clId="{CCD4E902-00B9-4B30-B952-A9A7A2B9871A}" dt="2026-01-09T15:57:55.500" v="686" actId="27636"/>
          <ac:spMkLst>
            <pc:docMk/>
            <pc:sldMk cId="4050274207" sldId="592"/>
            <ac:spMk id="2" creationId="{D78897B6-51B2-5A1C-97E9-6DD7B5D5DCCB}"/>
          </ac:spMkLst>
        </pc:spChg>
        <pc:spChg chg="mod">
          <ac:chgData name="Rajarajeshwari S" userId="e4d90711455572c4" providerId="LiveId" clId="{CCD4E902-00B9-4B30-B952-A9A7A2B9871A}" dt="2026-01-09T15:57:55.410" v="685"/>
          <ac:spMkLst>
            <pc:docMk/>
            <pc:sldMk cId="4050274207" sldId="592"/>
            <ac:spMk id="3" creationId="{BABAD197-8A84-A0CF-2845-484C9E75D39D}"/>
          </ac:spMkLst>
        </pc:spChg>
      </pc:sldChg>
      <pc:sldChg chg="addSp modSp new mod">
        <pc:chgData name="Rajarajeshwari S" userId="e4d90711455572c4" providerId="LiveId" clId="{CCD4E902-00B9-4B30-B952-A9A7A2B9871A}" dt="2026-01-09T15:59:44.042" v="706" actId="122"/>
        <pc:sldMkLst>
          <pc:docMk/>
          <pc:sldMk cId="3291136355" sldId="593"/>
        </pc:sldMkLst>
        <pc:spChg chg="mod">
          <ac:chgData name="Rajarajeshwari S" userId="e4d90711455572c4" providerId="LiveId" clId="{CCD4E902-00B9-4B30-B952-A9A7A2B9871A}" dt="2026-01-09T15:58:14.473" v="689" actId="27636"/>
          <ac:spMkLst>
            <pc:docMk/>
            <pc:sldMk cId="3291136355" sldId="593"/>
            <ac:spMk id="2" creationId="{A7C8FF55-0195-5285-6C54-A2F49BCF3449}"/>
          </ac:spMkLst>
        </pc:spChg>
        <pc:spChg chg="mod">
          <ac:chgData name="Rajarajeshwari S" userId="e4d90711455572c4" providerId="LiveId" clId="{CCD4E902-00B9-4B30-B952-A9A7A2B9871A}" dt="2026-01-09T15:59:44.042" v="706" actId="122"/>
          <ac:spMkLst>
            <pc:docMk/>
            <pc:sldMk cId="3291136355" sldId="593"/>
            <ac:spMk id="3" creationId="{51125F0D-BC1D-E0D1-6D6E-640E4197FED8}"/>
          </ac:spMkLst>
        </pc:spChg>
        <pc:picChg chg="add mod">
          <ac:chgData name="Rajarajeshwari S" userId="e4d90711455572c4" providerId="LiveId" clId="{CCD4E902-00B9-4B30-B952-A9A7A2B9871A}" dt="2026-01-09T15:59:37.196" v="704" actId="1076"/>
          <ac:picMkLst>
            <pc:docMk/>
            <pc:sldMk cId="3291136355" sldId="593"/>
            <ac:picMk id="5" creationId="{DE8B00CB-45D1-C9CD-E97D-BB56C484686E}"/>
          </ac:picMkLst>
        </pc:picChg>
        <pc:picChg chg="add mod">
          <ac:chgData name="Rajarajeshwari S" userId="e4d90711455572c4" providerId="LiveId" clId="{CCD4E902-00B9-4B30-B952-A9A7A2B9871A}" dt="2026-01-09T15:59:29.351" v="702" actId="1076"/>
          <ac:picMkLst>
            <pc:docMk/>
            <pc:sldMk cId="3291136355" sldId="593"/>
            <ac:picMk id="7" creationId="{01E2D038-36FF-05D0-30BA-7FD5A9AFD996}"/>
          </ac:picMkLst>
        </pc:picChg>
      </pc:sldChg>
      <pc:sldChg chg="modSp new mod">
        <pc:chgData name="Rajarajeshwari S" userId="e4d90711455572c4" providerId="LiveId" clId="{CCD4E902-00B9-4B30-B952-A9A7A2B9871A}" dt="2026-01-09T16:00:08.063" v="711" actId="6549"/>
        <pc:sldMkLst>
          <pc:docMk/>
          <pc:sldMk cId="743876609" sldId="594"/>
        </pc:sldMkLst>
        <pc:spChg chg="mod">
          <ac:chgData name="Rajarajeshwari S" userId="e4d90711455572c4" providerId="LiveId" clId="{CCD4E902-00B9-4B30-B952-A9A7A2B9871A}" dt="2026-01-09T16:00:02.551" v="709" actId="27636"/>
          <ac:spMkLst>
            <pc:docMk/>
            <pc:sldMk cId="743876609" sldId="594"/>
            <ac:spMk id="2" creationId="{8B8C5823-3C12-032A-684F-C1476948D961}"/>
          </ac:spMkLst>
        </pc:spChg>
        <pc:spChg chg="mod">
          <ac:chgData name="Rajarajeshwari S" userId="e4d90711455572c4" providerId="LiveId" clId="{CCD4E902-00B9-4B30-B952-A9A7A2B9871A}" dt="2026-01-09T16:00:08.063" v="711" actId="6549"/>
          <ac:spMkLst>
            <pc:docMk/>
            <pc:sldMk cId="743876609" sldId="594"/>
            <ac:spMk id="3" creationId="{C951C142-D43B-769A-C8AD-DBE3B7B337F7}"/>
          </ac:spMkLst>
        </pc:spChg>
      </pc:sldChg>
      <pc:sldChg chg="modSp new mod">
        <pc:chgData name="Rajarajeshwari S" userId="e4d90711455572c4" providerId="LiveId" clId="{CCD4E902-00B9-4B30-B952-A9A7A2B9871A}" dt="2026-01-09T16:00:39.358" v="716" actId="6549"/>
        <pc:sldMkLst>
          <pc:docMk/>
          <pc:sldMk cId="3394110974" sldId="595"/>
        </pc:sldMkLst>
        <pc:spChg chg="mod">
          <ac:chgData name="Rajarajeshwari S" userId="e4d90711455572c4" providerId="LiveId" clId="{CCD4E902-00B9-4B30-B952-A9A7A2B9871A}" dt="2026-01-09T16:00:33.046" v="714" actId="27636"/>
          <ac:spMkLst>
            <pc:docMk/>
            <pc:sldMk cId="3394110974" sldId="595"/>
            <ac:spMk id="2" creationId="{196D050E-0693-5C28-434E-EF24E3500D68}"/>
          </ac:spMkLst>
        </pc:spChg>
        <pc:spChg chg="mod">
          <ac:chgData name="Rajarajeshwari S" userId="e4d90711455572c4" providerId="LiveId" clId="{CCD4E902-00B9-4B30-B952-A9A7A2B9871A}" dt="2026-01-09T16:00:39.358" v="716" actId="6549"/>
          <ac:spMkLst>
            <pc:docMk/>
            <pc:sldMk cId="3394110974" sldId="595"/>
            <ac:spMk id="3" creationId="{BFFA973C-96ED-0BC8-2E7D-3884898B360B}"/>
          </ac:spMkLst>
        </pc:spChg>
      </pc:sldChg>
      <pc:sldChg chg="addSp delSp modSp new mod">
        <pc:chgData name="Rajarajeshwari S" userId="e4d90711455572c4" providerId="LiveId" clId="{CCD4E902-00B9-4B30-B952-A9A7A2B9871A}" dt="2026-01-09T16:07:19.014" v="731" actId="6549"/>
        <pc:sldMkLst>
          <pc:docMk/>
          <pc:sldMk cId="3494438899" sldId="596"/>
        </pc:sldMkLst>
        <pc:spChg chg="mod">
          <ac:chgData name="Rajarajeshwari S" userId="e4d90711455572c4" providerId="LiveId" clId="{CCD4E902-00B9-4B30-B952-A9A7A2B9871A}" dt="2026-01-09T16:06:58.496" v="722"/>
          <ac:spMkLst>
            <pc:docMk/>
            <pc:sldMk cId="3494438899" sldId="596"/>
            <ac:spMk id="2" creationId="{8D06A56F-1C7F-8538-3B39-895EC67A0C35}"/>
          </ac:spMkLst>
        </pc:spChg>
        <pc:spChg chg="mod">
          <ac:chgData name="Rajarajeshwari S" userId="e4d90711455572c4" providerId="LiveId" clId="{CCD4E902-00B9-4B30-B952-A9A7A2B9871A}" dt="2026-01-09T16:07:19.014" v="731" actId="6549"/>
          <ac:spMkLst>
            <pc:docMk/>
            <pc:sldMk cId="3494438899" sldId="596"/>
            <ac:spMk id="3" creationId="{0AFFFA1E-B09B-7600-E493-173DFE90F164}"/>
          </ac:spMkLst>
        </pc:spChg>
        <pc:spChg chg="add del mod">
          <ac:chgData name="Rajarajeshwari S" userId="e4d90711455572c4" providerId="LiveId" clId="{CCD4E902-00B9-4B30-B952-A9A7A2B9871A}" dt="2026-01-09T16:07:02.862" v="726" actId="478"/>
          <ac:spMkLst>
            <pc:docMk/>
            <pc:sldMk cId="3494438899" sldId="596"/>
            <ac:spMk id="4" creationId="{9DECCE30-ED5C-2D57-F853-BE6E87D61532}"/>
          </ac:spMkLst>
        </pc:spChg>
      </pc:sldChg>
      <pc:sldChg chg="addSp modSp new mod">
        <pc:chgData name="Rajarajeshwari S" userId="e4d90711455572c4" providerId="LiveId" clId="{CCD4E902-00B9-4B30-B952-A9A7A2B9871A}" dt="2026-01-09T16:09:14.207" v="748" actId="14100"/>
        <pc:sldMkLst>
          <pc:docMk/>
          <pc:sldMk cId="941475064" sldId="597"/>
        </pc:sldMkLst>
        <pc:spChg chg="mod">
          <ac:chgData name="Rajarajeshwari S" userId="e4d90711455572c4" providerId="LiveId" clId="{CCD4E902-00B9-4B30-B952-A9A7A2B9871A}" dt="2026-01-09T16:07:35.703" v="734" actId="27636"/>
          <ac:spMkLst>
            <pc:docMk/>
            <pc:sldMk cId="941475064" sldId="597"/>
            <ac:spMk id="2" creationId="{DEBB01C8-54F8-09EA-1DA3-C718FDD6BF84}"/>
          </ac:spMkLst>
        </pc:spChg>
        <pc:spChg chg="mod">
          <ac:chgData name="Rajarajeshwari S" userId="e4d90711455572c4" providerId="LiveId" clId="{CCD4E902-00B9-4B30-B952-A9A7A2B9871A}" dt="2026-01-09T16:08:30.384" v="745" actId="14100"/>
          <ac:spMkLst>
            <pc:docMk/>
            <pc:sldMk cId="941475064" sldId="597"/>
            <ac:spMk id="3" creationId="{57EB9340-BFAD-7E56-1B50-F7F8019372D2}"/>
          </ac:spMkLst>
        </pc:spChg>
        <pc:graphicFrameChg chg="add mod modGraphic">
          <ac:chgData name="Rajarajeshwari S" userId="e4d90711455572c4" providerId="LiveId" clId="{CCD4E902-00B9-4B30-B952-A9A7A2B9871A}" dt="2026-01-09T16:09:14.207" v="748" actId="14100"/>
          <ac:graphicFrameMkLst>
            <pc:docMk/>
            <pc:sldMk cId="941475064" sldId="597"/>
            <ac:graphicFrameMk id="4" creationId="{B8051727-38D3-68EA-175F-D25DC287097C}"/>
          </ac:graphicFrameMkLst>
        </pc:graphicFrameChg>
      </pc:sldChg>
      <pc:sldChg chg="addSp modSp new mod">
        <pc:chgData name="Rajarajeshwari S" userId="e4d90711455572c4" providerId="LiveId" clId="{CCD4E902-00B9-4B30-B952-A9A7A2B9871A}" dt="2026-01-09T16:10:02.669" v="758" actId="14100"/>
        <pc:sldMkLst>
          <pc:docMk/>
          <pc:sldMk cId="2063966200" sldId="598"/>
        </pc:sldMkLst>
        <pc:spChg chg="mod">
          <ac:chgData name="Rajarajeshwari S" userId="e4d90711455572c4" providerId="LiveId" clId="{CCD4E902-00B9-4B30-B952-A9A7A2B9871A}" dt="2026-01-09T16:09:38.054" v="751" actId="27636"/>
          <ac:spMkLst>
            <pc:docMk/>
            <pc:sldMk cId="2063966200" sldId="598"/>
            <ac:spMk id="2" creationId="{8EA66FA3-4764-E324-3042-3C1328B6E497}"/>
          </ac:spMkLst>
        </pc:spChg>
        <pc:spChg chg="mod">
          <ac:chgData name="Rajarajeshwari S" userId="e4d90711455572c4" providerId="LiveId" clId="{CCD4E902-00B9-4B30-B952-A9A7A2B9871A}" dt="2026-01-09T16:09:40.171" v="752" actId="14100"/>
          <ac:spMkLst>
            <pc:docMk/>
            <pc:sldMk cId="2063966200" sldId="598"/>
            <ac:spMk id="3" creationId="{6865A2C5-656F-8981-7CA5-68DB2807F7E1}"/>
          </ac:spMkLst>
        </pc:spChg>
        <pc:graphicFrameChg chg="add mod modGraphic">
          <ac:chgData name="Rajarajeshwari S" userId="e4d90711455572c4" providerId="LiveId" clId="{CCD4E902-00B9-4B30-B952-A9A7A2B9871A}" dt="2026-01-09T16:10:02.669" v="758" actId="14100"/>
          <ac:graphicFrameMkLst>
            <pc:docMk/>
            <pc:sldMk cId="2063966200" sldId="598"/>
            <ac:graphicFrameMk id="4" creationId="{B823749C-3AAE-75E0-4F07-1349577DDB14}"/>
          </ac:graphicFrameMkLst>
        </pc:graphicFrameChg>
      </pc:sldChg>
      <pc:sldChg chg="addSp modSp new mod">
        <pc:chgData name="Rajarajeshwari S" userId="e4d90711455572c4" providerId="LiveId" clId="{CCD4E902-00B9-4B30-B952-A9A7A2B9871A}" dt="2026-01-09T16:10:37.217" v="766" actId="113"/>
        <pc:sldMkLst>
          <pc:docMk/>
          <pc:sldMk cId="829812428" sldId="599"/>
        </pc:sldMkLst>
        <pc:spChg chg="mod">
          <ac:chgData name="Rajarajeshwari S" userId="e4d90711455572c4" providerId="LiveId" clId="{CCD4E902-00B9-4B30-B952-A9A7A2B9871A}" dt="2026-01-09T16:10:15.800" v="761" actId="27636"/>
          <ac:spMkLst>
            <pc:docMk/>
            <pc:sldMk cId="829812428" sldId="599"/>
            <ac:spMk id="2" creationId="{0EB7AF6F-5B91-6ABA-EA80-9CBD2B58BEEA}"/>
          </ac:spMkLst>
        </pc:spChg>
        <pc:spChg chg="mod">
          <ac:chgData name="Rajarajeshwari S" userId="e4d90711455572c4" providerId="LiveId" clId="{CCD4E902-00B9-4B30-B952-A9A7A2B9871A}" dt="2026-01-09T16:10:25.349" v="762" actId="20577"/>
          <ac:spMkLst>
            <pc:docMk/>
            <pc:sldMk cId="829812428" sldId="599"/>
            <ac:spMk id="3" creationId="{41DC61C8-C827-821D-EEE1-55DDCC82DB58}"/>
          </ac:spMkLst>
        </pc:spChg>
        <pc:graphicFrameChg chg="add mod modGraphic">
          <ac:chgData name="Rajarajeshwari S" userId="e4d90711455572c4" providerId="LiveId" clId="{CCD4E902-00B9-4B30-B952-A9A7A2B9871A}" dt="2026-01-09T16:10:37.217" v="766" actId="113"/>
          <ac:graphicFrameMkLst>
            <pc:docMk/>
            <pc:sldMk cId="829812428" sldId="599"/>
            <ac:graphicFrameMk id="4" creationId="{EDE7F39C-24B9-A8A8-CF8F-B4DDC4761FB6}"/>
          </ac:graphicFrameMkLst>
        </pc:graphicFrameChg>
      </pc:sldChg>
      <pc:sldChg chg="addSp modSp new mod">
        <pc:chgData name="Rajarajeshwari S" userId="e4d90711455572c4" providerId="LiveId" clId="{CCD4E902-00B9-4B30-B952-A9A7A2B9871A}" dt="2026-01-09T16:11:02.541" v="772" actId="113"/>
        <pc:sldMkLst>
          <pc:docMk/>
          <pc:sldMk cId="1663430349" sldId="600"/>
        </pc:sldMkLst>
        <pc:spChg chg="mod">
          <ac:chgData name="Rajarajeshwari S" userId="e4d90711455572c4" providerId="LiveId" clId="{CCD4E902-00B9-4B30-B952-A9A7A2B9871A}" dt="2026-01-09T16:10:48.145" v="769" actId="27636"/>
          <ac:spMkLst>
            <pc:docMk/>
            <pc:sldMk cId="1663430349" sldId="600"/>
            <ac:spMk id="2" creationId="{E54D19D3-4636-8997-50AE-CEF09508F19A}"/>
          </ac:spMkLst>
        </pc:spChg>
        <pc:spChg chg="mod">
          <ac:chgData name="Rajarajeshwari S" userId="e4d90711455572c4" providerId="LiveId" clId="{CCD4E902-00B9-4B30-B952-A9A7A2B9871A}" dt="2026-01-09T16:10:48.114" v="768"/>
          <ac:spMkLst>
            <pc:docMk/>
            <pc:sldMk cId="1663430349" sldId="600"/>
            <ac:spMk id="3" creationId="{6BC1A4FF-5CB1-A00E-9150-9D9C5FA4D797}"/>
          </ac:spMkLst>
        </pc:spChg>
        <pc:graphicFrameChg chg="add mod modGraphic">
          <ac:chgData name="Rajarajeshwari S" userId="e4d90711455572c4" providerId="LiveId" clId="{CCD4E902-00B9-4B30-B952-A9A7A2B9871A}" dt="2026-01-09T16:11:02.541" v="772" actId="113"/>
          <ac:graphicFrameMkLst>
            <pc:docMk/>
            <pc:sldMk cId="1663430349" sldId="600"/>
            <ac:graphicFrameMk id="4" creationId="{6816F48E-5EF1-9CF8-8B24-FEC7BBBFFABC}"/>
          </ac:graphicFrameMkLst>
        </pc:graphicFrameChg>
      </pc:sldChg>
      <pc:sldChg chg="addSp modSp new mod">
        <pc:chgData name="Rajarajeshwari S" userId="e4d90711455572c4" providerId="LiveId" clId="{CCD4E902-00B9-4B30-B952-A9A7A2B9871A}" dt="2026-01-09T16:11:54.766" v="782" actId="113"/>
        <pc:sldMkLst>
          <pc:docMk/>
          <pc:sldMk cId="1393844138" sldId="601"/>
        </pc:sldMkLst>
        <pc:spChg chg="mod">
          <ac:chgData name="Rajarajeshwari S" userId="e4d90711455572c4" providerId="LiveId" clId="{CCD4E902-00B9-4B30-B952-A9A7A2B9871A}" dt="2026-01-09T16:11:25.642" v="775" actId="27636"/>
          <ac:spMkLst>
            <pc:docMk/>
            <pc:sldMk cId="1393844138" sldId="601"/>
            <ac:spMk id="2" creationId="{8E181613-D6A4-04B6-9470-D5ED54FEB14B}"/>
          </ac:spMkLst>
        </pc:spChg>
        <pc:spChg chg="mod">
          <ac:chgData name="Rajarajeshwari S" userId="e4d90711455572c4" providerId="LiveId" clId="{CCD4E902-00B9-4B30-B952-A9A7A2B9871A}" dt="2026-01-09T16:11:44.999" v="779" actId="20577"/>
          <ac:spMkLst>
            <pc:docMk/>
            <pc:sldMk cId="1393844138" sldId="601"/>
            <ac:spMk id="3" creationId="{CBCB843E-0807-8C55-46BB-2EA3E7058464}"/>
          </ac:spMkLst>
        </pc:spChg>
        <pc:graphicFrameChg chg="add mod modGraphic">
          <ac:chgData name="Rajarajeshwari S" userId="e4d90711455572c4" providerId="LiveId" clId="{CCD4E902-00B9-4B30-B952-A9A7A2B9871A}" dt="2026-01-09T16:11:54.766" v="782" actId="113"/>
          <ac:graphicFrameMkLst>
            <pc:docMk/>
            <pc:sldMk cId="1393844138" sldId="601"/>
            <ac:graphicFrameMk id="4" creationId="{715FF11E-05E3-1434-6D3D-BA1038FCE288}"/>
          </ac:graphicFrameMkLst>
        </pc:graphicFrameChg>
      </pc:sldChg>
      <pc:sldChg chg="modSp new mod">
        <pc:chgData name="Rajarajeshwari S" userId="e4d90711455572c4" providerId="LiveId" clId="{CCD4E902-00B9-4B30-B952-A9A7A2B9871A}" dt="2026-01-10T03:16:02.806" v="943" actId="20577"/>
        <pc:sldMkLst>
          <pc:docMk/>
          <pc:sldMk cId="882329446" sldId="602"/>
        </pc:sldMkLst>
        <pc:spChg chg="mod">
          <ac:chgData name="Rajarajeshwari S" userId="e4d90711455572c4" providerId="LiveId" clId="{CCD4E902-00B9-4B30-B952-A9A7A2B9871A}" dt="2026-01-10T03:16:02.806" v="943" actId="20577"/>
          <ac:spMkLst>
            <pc:docMk/>
            <pc:sldMk cId="882329446" sldId="602"/>
            <ac:spMk id="2" creationId="{EE833329-AAD7-A786-1712-2DABCF5E11B1}"/>
          </ac:spMkLst>
        </pc:spChg>
        <pc:spChg chg="mod">
          <ac:chgData name="Rajarajeshwari S" userId="e4d90711455572c4" providerId="LiveId" clId="{CCD4E902-00B9-4B30-B952-A9A7A2B9871A}" dt="2026-01-09T16:15:22.923" v="816" actId="27636"/>
          <ac:spMkLst>
            <pc:docMk/>
            <pc:sldMk cId="882329446" sldId="602"/>
            <ac:spMk id="3" creationId="{E18FF5B2-A2DD-E237-ADF0-DE8CFC2224B6}"/>
          </ac:spMkLst>
        </pc:spChg>
      </pc:sldChg>
      <pc:sldChg chg="addSp modSp new">
        <pc:chgData name="Rajarajeshwari S" userId="e4d90711455572c4" providerId="LiveId" clId="{CCD4E902-00B9-4B30-B952-A9A7A2B9871A}" dt="2026-01-09T16:12:48.729" v="789" actId="14100"/>
        <pc:sldMkLst>
          <pc:docMk/>
          <pc:sldMk cId="273951232" sldId="603"/>
        </pc:sldMkLst>
        <pc:picChg chg="add mod">
          <ac:chgData name="Rajarajeshwari S" userId="e4d90711455572c4" providerId="LiveId" clId="{CCD4E902-00B9-4B30-B952-A9A7A2B9871A}" dt="2026-01-09T16:12:48.729" v="789" actId="14100"/>
          <ac:picMkLst>
            <pc:docMk/>
            <pc:sldMk cId="273951232" sldId="603"/>
            <ac:picMk id="17410" creationId="{8A4E169B-2D28-3CDE-319B-B91EAF8F39AD}"/>
          </ac:picMkLst>
        </pc:picChg>
      </pc:sldChg>
      <pc:sldChg chg="addSp modSp new">
        <pc:chgData name="Rajarajeshwari S" userId="e4d90711455572c4" providerId="LiveId" clId="{CCD4E902-00B9-4B30-B952-A9A7A2B9871A}" dt="2026-01-09T16:13:30.130" v="794" actId="14100"/>
        <pc:sldMkLst>
          <pc:docMk/>
          <pc:sldMk cId="1153144312" sldId="604"/>
        </pc:sldMkLst>
        <pc:picChg chg="add mod">
          <ac:chgData name="Rajarajeshwari S" userId="e4d90711455572c4" providerId="LiveId" clId="{CCD4E902-00B9-4B30-B952-A9A7A2B9871A}" dt="2026-01-09T16:13:30.130" v="794" actId="14100"/>
          <ac:picMkLst>
            <pc:docMk/>
            <pc:sldMk cId="1153144312" sldId="604"/>
            <ac:picMk id="18434" creationId="{88CD512C-5C26-2B20-255B-1C3CCD7D52D4}"/>
          </ac:picMkLst>
        </pc:picChg>
      </pc:sldChg>
      <pc:sldChg chg="addSp modSp new">
        <pc:chgData name="Rajarajeshwari S" userId="e4d90711455572c4" providerId="LiveId" clId="{CCD4E902-00B9-4B30-B952-A9A7A2B9871A}" dt="2026-01-09T16:13:49.125" v="801" actId="1076"/>
        <pc:sldMkLst>
          <pc:docMk/>
          <pc:sldMk cId="1101767893" sldId="605"/>
        </pc:sldMkLst>
        <pc:picChg chg="add mod">
          <ac:chgData name="Rajarajeshwari S" userId="e4d90711455572c4" providerId="LiveId" clId="{CCD4E902-00B9-4B30-B952-A9A7A2B9871A}" dt="2026-01-09T16:13:49.125" v="801" actId="1076"/>
          <ac:picMkLst>
            <pc:docMk/>
            <pc:sldMk cId="1101767893" sldId="605"/>
            <ac:picMk id="19458" creationId="{081BAA46-6E96-3AEF-9FF1-67CC5287BA3A}"/>
          </ac:picMkLst>
        </pc:picChg>
      </pc:sldChg>
      <pc:sldChg chg="new">
        <pc:chgData name="Rajarajeshwari S" userId="e4d90711455572c4" providerId="LiveId" clId="{CCD4E902-00B9-4B30-B952-A9A7A2B9871A}" dt="2026-01-09T16:13:51.510" v="802" actId="680"/>
        <pc:sldMkLst>
          <pc:docMk/>
          <pc:sldMk cId="336631334" sldId="606"/>
        </pc:sldMkLst>
      </pc:sldChg>
      <pc:sldChg chg="addSp delSp modSp new">
        <pc:chgData name="Rajarajeshwari S" userId="e4d90711455572c4" providerId="LiveId" clId="{CCD4E902-00B9-4B30-B952-A9A7A2B9871A}" dt="2026-01-09T16:14:11.956" v="807" actId="14100"/>
        <pc:sldMkLst>
          <pc:docMk/>
          <pc:sldMk cId="2557304645" sldId="607"/>
        </pc:sldMkLst>
        <pc:spChg chg="del">
          <ac:chgData name="Rajarajeshwari S" userId="e4d90711455572c4" providerId="LiveId" clId="{CCD4E902-00B9-4B30-B952-A9A7A2B9871A}" dt="2026-01-09T16:14:09.544" v="804"/>
          <ac:spMkLst>
            <pc:docMk/>
            <pc:sldMk cId="2557304645" sldId="607"/>
            <ac:spMk id="3" creationId="{6919D0E3-67AA-2257-B787-91972BE73E67}"/>
          </ac:spMkLst>
        </pc:spChg>
        <pc:picChg chg="add mod">
          <ac:chgData name="Rajarajeshwari S" userId="e4d90711455572c4" providerId="LiveId" clId="{CCD4E902-00B9-4B30-B952-A9A7A2B9871A}" dt="2026-01-09T16:14:11.956" v="807" actId="14100"/>
          <ac:picMkLst>
            <pc:docMk/>
            <pc:sldMk cId="2557304645" sldId="607"/>
            <ac:picMk id="20482" creationId="{DAFDD347-E9B8-B635-3AFA-DB9658351BA1}"/>
          </ac:picMkLst>
        </pc:picChg>
      </pc:sldChg>
      <pc:sldChg chg="addSp modSp new">
        <pc:chgData name="Rajarajeshwari S" userId="e4d90711455572c4" providerId="LiveId" clId="{CCD4E902-00B9-4B30-B952-A9A7A2B9871A}" dt="2026-01-09T16:14:30.763" v="812" actId="1076"/>
        <pc:sldMkLst>
          <pc:docMk/>
          <pc:sldMk cId="4238371247" sldId="608"/>
        </pc:sldMkLst>
        <pc:picChg chg="add mod">
          <ac:chgData name="Rajarajeshwari S" userId="e4d90711455572c4" providerId="LiveId" clId="{CCD4E902-00B9-4B30-B952-A9A7A2B9871A}" dt="2026-01-09T16:14:30.763" v="812" actId="1076"/>
          <ac:picMkLst>
            <pc:docMk/>
            <pc:sldMk cId="4238371247" sldId="608"/>
            <ac:picMk id="21506" creationId="{0B02789C-7A09-1718-A9E2-4AABBB440CC0}"/>
          </ac:picMkLst>
        </pc:picChg>
      </pc:sldChg>
      <pc:sldChg chg="addSp modSp new mod">
        <pc:chgData name="Rajarajeshwari S" userId="e4d90711455572c4" providerId="LiveId" clId="{CCD4E902-00B9-4B30-B952-A9A7A2B9871A}" dt="2026-01-09T16:16:22.071" v="825" actId="14100"/>
        <pc:sldMkLst>
          <pc:docMk/>
          <pc:sldMk cId="1665481575" sldId="609"/>
        </pc:sldMkLst>
        <pc:spChg chg="mod">
          <ac:chgData name="Rajarajeshwari S" userId="e4d90711455572c4" providerId="LiveId" clId="{CCD4E902-00B9-4B30-B952-A9A7A2B9871A}" dt="2026-01-09T16:16:17.681" v="823" actId="27636"/>
          <ac:spMkLst>
            <pc:docMk/>
            <pc:sldMk cId="1665481575" sldId="609"/>
            <ac:spMk id="2" creationId="{8F772022-F733-563C-A4B4-08BA96FC7210}"/>
          </ac:spMkLst>
        </pc:spChg>
        <pc:spChg chg="add mod">
          <ac:chgData name="Rajarajeshwari S" userId="e4d90711455572c4" providerId="LiveId" clId="{CCD4E902-00B9-4B30-B952-A9A7A2B9871A}" dt="2026-01-09T16:16:15.251" v="821" actId="27636"/>
          <ac:spMkLst>
            <pc:docMk/>
            <pc:sldMk cId="1665481575" sldId="609"/>
            <ac:spMk id="4" creationId="{9C8CB094-2228-C87C-FE37-B399A8F1E6BB}"/>
          </ac:spMkLst>
        </pc:spChg>
        <pc:picChg chg="add mod">
          <ac:chgData name="Rajarajeshwari S" userId="e4d90711455572c4" providerId="LiveId" clId="{CCD4E902-00B9-4B30-B952-A9A7A2B9871A}" dt="2026-01-09T16:16:22.071" v="825" actId="14100"/>
          <ac:picMkLst>
            <pc:docMk/>
            <pc:sldMk cId="1665481575" sldId="609"/>
            <ac:picMk id="5" creationId="{DE748680-C723-BC89-F9D0-581599937575}"/>
          </ac:picMkLst>
        </pc:picChg>
      </pc:sldChg>
      <pc:sldChg chg="modSp new mod">
        <pc:chgData name="Rajarajeshwari S" userId="e4d90711455572c4" providerId="LiveId" clId="{CCD4E902-00B9-4B30-B952-A9A7A2B9871A}" dt="2026-01-09T16:17:04.692" v="836" actId="20577"/>
        <pc:sldMkLst>
          <pc:docMk/>
          <pc:sldMk cId="1028681141" sldId="610"/>
        </pc:sldMkLst>
        <pc:spChg chg="mod">
          <ac:chgData name="Rajarajeshwari S" userId="e4d90711455572c4" providerId="LiveId" clId="{CCD4E902-00B9-4B30-B952-A9A7A2B9871A}" dt="2026-01-09T16:17:04.692" v="836" actId="20577"/>
          <ac:spMkLst>
            <pc:docMk/>
            <pc:sldMk cId="1028681141" sldId="610"/>
            <ac:spMk id="2" creationId="{91C5C36F-2461-52E2-B9E1-8F84EBF2E1CC}"/>
          </ac:spMkLst>
        </pc:spChg>
        <pc:spChg chg="mod">
          <ac:chgData name="Rajarajeshwari S" userId="e4d90711455572c4" providerId="LiveId" clId="{CCD4E902-00B9-4B30-B952-A9A7A2B9871A}" dt="2026-01-09T16:17:01.760" v="831" actId="20577"/>
          <ac:spMkLst>
            <pc:docMk/>
            <pc:sldMk cId="1028681141" sldId="610"/>
            <ac:spMk id="3" creationId="{3131F678-33EE-B847-C130-3D06C73D5019}"/>
          </ac:spMkLst>
        </pc:spChg>
      </pc:sldChg>
      <pc:sldChg chg="modSp new mod">
        <pc:chgData name="Rajarajeshwari S" userId="e4d90711455572c4" providerId="LiveId" clId="{CCD4E902-00B9-4B30-B952-A9A7A2B9871A}" dt="2026-01-09T16:18:15.376" v="840"/>
        <pc:sldMkLst>
          <pc:docMk/>
          <pc:sldMk cId="835689636" sldId="611"/>
        </pc:sldMkLst>
        <pc:spChg chg="mod">
          <ac:chgData name="Rajarajeshwari S" userId="e4d90711455572c4" providerId="LiveId" clId="{CCD4E902-00B9-4B30-B952-A9A7A2B9871A}" dt="2026-01-09T16:18:07.695" v="839" actId="27636"/>
          <ac:spMkLst>
            <pc:docMk/>
            <pc:sldMk cId="835689636" sldId="611"/>
            <ac:spMk id="2" creationId="{7F0181B3-08B4-861F-0BF8-6C3DD547667B}"/>
          </ac:spMkLst>
        </pc:spChg>
        <pc:spChg chg="mod">
          <ac:chgData name="Rajarajeshwari S" userId="e4d90711455572c4" providerId="LiveId" clId="{CCD4E902-00B9-4B30-B952-A9A7A2B9871A}" dt="2026-01-09T16:18:15.376" v="840"/>
          <ac:spMkLst>
            <pc:docMk/>
            <pc:sldMk cId="835689636" sldId="611"/>
            <ac:spMk id="3" creationId="{BF804FD0-F643-E115-44C9-CB157DA35542}"/>
          </ac:spMkLst>
        </pc:spChg>
      </pc:sldChg>
      <pc:sldChg chg="addSp delSp modSp new mod">
        <pc:chgData name="Rajarajeshwari S" userId="e4d90711455572c4" providerId="LiveId" clId="{CCD4E902-00B9-4B30-B952-A9A7A2B9871A}" dt="2026-01-09T16:18:57.450" v="847" actId="14100"/>
        <pc:sldMkLst>
          <pc:docMk/>
          <pc:sldMk cId="1594783837" sldId="612"/>
        </pc:sldMkLst>
        <pc:spChg chg="mod">
          <ac:chgData name="Rajarajeshwari S" userId="e4d90711455572c4" providerId="LiveId" clId="{CCD4E902-00B9-4B30-B952-A9A7A2B9871A}" dt="2026-01-09T16:18:36.626" v="843" actId="27636"/>
          <ac:spMkLst>
            <pc:docMk/>
            <pc:sldMk cId="1594783837" sldId="612"/>
            <ac:spMk id="2" creationId="{D5C52263-D9F1-EDD6-7830-6E0ACB5334A2}"/>
          </ac:spMkLst>
        </pc:spChg>
        <pc:spChg chg="del">
          <ac:chgData name="Rajarajeshwari S" userId="e4d90711455572c4" providerId="LiveId" clId="{CCD4E902-00B9-4B30-B952-A9A7A2B9871A}" dt="2026-01-09T16:18:42.616" v="844"/>
          <ac:spMkLst>
            <pc:docMk/>
            <pc:sldMk cId="1594783837" sldId="612"/>
            <ac:spMk id="3" creationId="{7563C817-6804-B16A-EA41-EDBC0B02D57C}"/>
          </ac:spMkLst>
        </pc:spChg>
        <pc:graphicFrameChg chg="add mod modGraphic">
          <ac:chgData name="Rajarajeshwari S" userId="e4d90711455572c4" providerId="LiveId" clId="{CCD4E902-00B9-4B30-B952-A9A7A2B9871A}" dt="2026-01-09T16:18:57.450" v="847" actId="14100"/>
          <ac:graphicFrameMkLst>
            <pc:docMk/>
            <pc:sldMk cId="1594783837" sldId="612"/>
            <ac:graphicFrameMk id="4" creationId="{99CE0E44-6EFD-63E9-EAF3-A81DC8071EA6}"/>
          </ac:graphicFrameMkLst>
        </pc:graphicFrameChg>
      </pc:sldChg>
      <pc:sldChg chg="addSp delSp modSp new mod">
        <pc:chgData name="Rajarajeshwari S" userId="e4d90711455572c4" providerId="LiveId" clId="{CCD4E902-00B9-4B30-B952-A9A7A2B9871A}" dt="2026-01-09T16:19:34.535" v="854" actId="113"/>
        <pc:sldMkLst>
          <pc:docMk/>
          <pc:sldMk cId="3986662921" sldId="613"/>
        </pc:sldMkLst>
        <pc:spChg chg="mod">
          <ac:chgData name="Rajarajeshwari S" userId="e4d90711455572c4" providerId="LiveId" clId="{CCD4E902-00B9-4B30-B952-A9A7A2B9871A}" dt="2026-01-09T16:19:18.902" v="850" actId="27636"/>
          <ac:spMkLst>
            <pc:docMk/>
            <pc:sldMk cId="3986662921" sldId="613"/>
            <ac:spMk id="2" creationId="{ED26E379-055C-6285-424A-5CB81DD489F9}"/>
          </ac:spMkLst>
        </pc:spChg>
        <pc:spChg chg="del">
          <ac:chgData name="Rajarajeshwari S" userId="e4d90711455572c4" providerId="LiveId" clId="{CCD4E902-00B9-4B30-B952-A9A7A2B9871A}" dt="2026-01-09T16:19:24.938" v="851"/>
          <ac:spMkLst>
            <pc:docMk/>
            <pc:sldMk cId="3986662921" sldId="613"/>
            <ac:spMk id="3" creationId="{5CA7A8FE-10D7-3471-C3DD-8126C1A930B2}"/>
          </ac:spMkLst>
        </pc:spChg>
        <pc:graphicFrameChg chg="add mod modGraphic">
          <ac:chgData name="Rajarajeshwari S" userId="e4d90711455572c4" providerId="LiveId" clId="{CCD4E902-00B9-4B30-B952-A9A7A2B9871A}" dt="2026-01-09T16:19:34.535" v="854" actId="113"/>
          <ac:graphicFrameMkLst>
            <pc:docMk/>
            <pc:sldMk cId="3986662921" sldId="613"/>
            <ac:graphicFrameMk id="4" creationId="{0347F822-F9D1-46AE-6FB2-3C1140F71901}"/>
          </ac:graphicFrameMkLst>
        </pc:graphicFrameChg>
      </pc:sldChg>
      <pc:sldChg chg="modSp new mod">
        <pc:chgData name="Rajarajeshwari S" userId="e4d90711455572c4" providerId="LiveId" clId="{CCD4E902-00B9-4B30-B952-A9A7A2B9871A}" dt="2026-01-09T16:19:54.319" v="860" actId="27636"/>
        <pc:sldMkLst>
          <pc:docMk/>
          <pc:sldMk cId="381008435" sldId="614"/>
        </pc:sldMkLst>
        <pc:spChg chg="mod">
          <ac:chgData name="Rajarajeshwari S" userId="e4d90711455572c4" providerId="LiveId" clId="{CCD4E902-00B9-4B30-B952-A9A7A2B9871A}" dt="2026-01-09T16:19:50.687" v="857" actId="27636"/>
          <ac:spMkLst>
            <pc:docMk/>
            <pc:sldMk cId="381008435" sldId="614"/>
            <ac:spMk id="2" creationId="{390B2D4D-7C62-E168-BCA1-D9E153CEBF65}"/>
          </ac:spMkLst>
        </pc:spChg>
        <pc:spChg chg="mod">
          <ac:chgData name="Rajarajeshwari S" userId="e4d90711455572c4" providerId="LiveId" clId="{CCD4E902-00B9-4B30-B952-A9A7A2B9871A}" dt="2026-01-09T16:19:54.319" v="860" actId="27636"/>
          <ac:spMkLst>
            <pc:docMk/>
            <pc:sldMk cId="381008435" sldId="614"/>
            <ac:spMk id="3" creationId="{13E4E076-AEAC-96D2-8FB0-243E446CB11C}"/>
          </ac:spMkLst>
        </pc:spChg>
      </pc:sldChg>
      <pc:sldChg chg="addSp delSp modSp new ord">
        <pc:chgData name="Rajarajeshwari S" userId="e4d90711455572c4" providerId="LiveId" clId="{CCD4E902-00B9-4B30-B952-A9A7A2B9871A}" dt="2026-01-09T16:21:09.800" v="872" actId="14100"/>
        <pc:sldMkLst>
          <pc:docMk/>
          <pc:sldMk cId="1232300458" sldId="615"/>
        </pc:sldMkLst>
        <pc:spChg chg="del">
          <ac:chgData name="Rajarajeshwari S" userId="e4d90711455572c4" providerId="LiveId" clId="{CCD4E902-00B9-4B30-B952-A9A7A2B9871A}" dt="2026-01-09T16:20:38.261" v="862"/>
          <ac:spMkLst>
            <pc:docMk/>
            <pc:sldMk cId="1232300458" sldId="615"/>
            <ac:spMk id="3" creationId="{1BBEBCCB-0DB8-885D-73F0-6DEFCF3D0532}"/>
          </ac:spMkLst>
        </pc:spChg>
        <pc:picChg chg="add mod">
          <ac:chgData name="Rajarajeshwari S" userId="e4d90711455572c4" providerId="LiveId" clId="{CCD4E902-00B9-4B30-B952-A9A7A2B9871A}" dt="2026-01-09T16:21:09.800" v="872" actId="14100"/>
          <ac:picMkLst>
            <pc:docMk/>
            <pc:sldMk cId="1232300458" sldId="615"/>
            <ac:picMk id="25602" creationId="{4E9779B4-C7A1-3834-63A7-33DB224D46DC}"/>
          </ac:picMkLst>
        </pc:picChg>
      </pc:sldChg>
      <pc:sldChg chg="addSp modSp new">
        <pc:chgData name="Rajarajeshwari S" userId="e4d90711455572c4" providerId="LiveId" clId="{CCD4E902-00B9-4B30-B952-A9A7A2B9871A}" dt="2026-01-09T16:21:04.379" v="870" actId="14100"/>
        <pc:sldMkLst>
          <pc:docMk/>
          <pc:sldMk cId="4173306436" sldId="616"/>
        </pc:sldMkLst>
        <pc:picChg chg="add mod">
          <ac:chgData name="Rajarajeshwari S" userId="e4d90711455572c4" providerId="LiveId" clId="{CCD4E902-00B9-4B30-B952-A9A7A2B9871A}" dt="2026-01-09T16:21:04.379" v="870" actId="14100"/>
          <ac:picMkLst>
            <pc:docMk/>
            <pc:sldMk cId="4173306436" sldId="616"/>
            <ac:picMk id="26626" creationId="{38E05F4E-3A29-EFB7-5E7C-BCF043F1D805}"/>
          </ac:picMkLst>
        </pc:picChg>
      </pc:sldChg>
      <pc:sldChg chg="addSp delSp modSp new mod">
        <pc:chgData name="Rajarajeshwari S" userId="e4d90711455572c4" providerId="LiveId" clId="{CCD4E902-00B9-4B30-B952-A9A7A2B9871A}" dt="2026-01-09T16:22:51.769" v="896" actId="27636"/>
        <pc:sldMkLst>
          <pc:docMk/>
          <pc:sldMk cId="3385544597" sldId="617"/>
        </pc:sldMkLst>
        <pc:spChg chg="mod">
          <ac:chgData name="Rajarajeshwari S" userId="e4d90711455572c4" providerId="LiveId" clId="{CCD4E902-00B9-4B30-B952-A9A7A2B9871A}" dt="2026-01-09T16:22:15.355" v="877" actId="27636"/>
          <ac:spMkLst>
            <pc:docMk/>
            <pc:sldMk cId="3385544597" sldId="617"/>
            <ac:spMk id="2" creationId="{298BA0F1-BF2F-3FA7-4346-1E22A940877A}"/>
          </ac:spMkLst>
        </pc:spChg>
        <pc:spChg chg="mod">
          <ac:chgData name="Rajarajeshwari S" userId="e4d90711455572c4" providerId="LiveId" clId="{CCD4E902-00B9-4B30-B952-A9A7A2B9871A}" dt="2026-01-09T16:22:51.769" v="896" actId="27636"/>
          <ac:spMkLst>
            <pc:docMk/>
            <pc:sldMk cId="3385544597" sldId="617"/>
            <ac:spMk id="3" creationId="{D0CFB54A-E1E3-FE89-8E58-8C139123A3DA}"/>
          </ac:spMkLst>
        </pc:spChg>
        <pc:spChg chg="add del">
          <ac:chgData name="Rajarajeshwari S" userId="e4d90711455572c4" providerId="LiveId" clId="{CCD4E902-00B9-4B30-B952-A9A7A2B9871A}" dt="2026-01-09T16:22:13.870" v="875" actId="22"/>
          <ac:spMkLst>
            <pc:docMk/>
            <pc:sldMk cId="3385544597" sldId="617"/>
            <ac:spMk id="5" creationId="{E1C2F59E-F0BF-1714-5DEB-EBDFAC1FA3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67880-2DA9-4115-9868-BB222F67D15D}" type="datetimeFigureOut">
              <a:rPr lang="en-IN" smtClean="0"/>
              <a:t>10-01-2026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EF322-DE0A-4F8B-AB01-B8CD358240E9}" type="slidenum">
              <a:rPr lang="en-IN" smtClean="0"/>
              <a:t>‹#›</a:t>
            </a:fld>
            <a:endParaRPr lang="en-IN"/>
          </a:p>
        </p:txBody>
      </p:sp>
    </p:spTree>
    <p:extLst>
      <p:ext uri="{BB962C8B-B14F-4D97-AF65-F5344CB8AC3E}">
        <p14:creationId xmlns:p14="http://schemas.microsoft.com/office/powerpoint/2010/main" val="123494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6600" b="1"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86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842" y="370001"/>
            <a:ext cx="10058400" cy="677258"/>
          </a:xfrm>
        </p:spPr>
        <p:txBody>
          <a:bodyPr/>
          <a:lstStyle>
            <a:lvl1pPr marL="0">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168717" y="1908666"/>
            <a:ext cx="10058400" cy="4217604"/>
          </a:xfrm>
        </p:spPr>
        <p:txBody>
          <a:bodyPr/>
          <a:lstStyle>
            <a:lvl1pPr marL="361950" indent="-361950">
              <a:buFont typeface="Arial" panose="020B0604020202020204" pitchFamily="34" charset="0"/>
              <a:buChar char="•"/>
              <a:defRPr sz="2400">
                <a:solidFill>
                  <a:schemeClr val="tx1"/>
                </a:solidFill>
              </a:defRPr>
            </a:lvl1pPr>
            <a:lvl2pPr marL="542925" indent="-342900">
              <a:buFont typeface="Arial" panose="020B0604020202020204" pitchFamily="34" charset="0"/>
              <a:buChar char="•"/>
              <a:defRPr sz="2400">
                <a:solidFill>
                  <a:schemeClr val="tx1"/>
                </a:solidFill>
              </a:defRPr>
            </a:lvl2pPr>
            <a:lvl3pPr marL="714375" indent="-330200">
              <a:buFont typeface="Arial" panose="020B0604020202020204" pitchFamily="34" charset="0"/>
              <a:buChar char="•"/>
              <a:tabLst>
                <a:tab pos="714375" algn="l"/>
              </a:tabLst>
              <a:defRPr sz="2400">
                <a:solidFill>
                  <a:schemeClr val="tx1"/>
                </a:solidFill>
              </a:defRPr>
            </a:lvl3pPr>
            <a:lvl4pPr marL="895350" indent="-266700">
              <a:buFont typeface="Arial" panose="020B0604020202020204" pitchFamily="34" charset="0"/>
              <a:buChar char="•"/>
              <a:defRPr sz="2400">
                <a:solidFill>
                  <a:schemeClr val="tx1"/>
                </a:solidFill>
              </a:defRPr>
            </a:lvl4pPr>
            <a:lvl5pPr marL="1162050" indent="-352425">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22B3854-2F0D-42E5-836C-999B4016D793}" type="datetimeFigureOut">
              <a:rPr lang="en-IN" smtClean="0"/>
              <a:t>10-01-2026</a:t>
            </a:fld>
            <a:endParaRPr lang="en-IN"/>
          </a:p>
        </p:txBody>
      </p:sp>
      <p:sp>
        <p:nvSpPr>
          <p:cNvPr id="5" name="Footer Placeholder 4"/>
          <p:cNvSpPr>
            <a:spLocks noGrp="1"/>
          </p:cNvSpPr>
          <p:nvPr>
            <p:ph type="ftr" sz="quarter" idx="11"/>
          </p:nvPr>
        </p:nvSpPr>
        <p:spPr/>
        <p:txBody>
          <a:bodyPr/>
          <a:lstStyle/>
          <a:p>
            <a:r>
              <a:rPr lang="en-US" dirty="0"/>
              <a:t>Dr </a:t>
            </a:r>
            <a:r>
              <a:rPr lang="en-US" dirty="0" err="1"/>
              <a:t>s.rajarajeswari</a:t>
            </a:r>
            <a:endParaRPr lang="en-IN" dirty="0"/>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dirty="0"/>
          </a:p>
        </p:txBody>
      </p:sp>
      <p:sp>
        <p:nvSpPr>
          <p:cNvPr id="8" name="Rectangle 7">
            <a:extLst>
              <a:ext uri="{FF2B5EF4-FFF2-40B4-BE49-F238E27FC236}">
                <a16:creationId xmlns:a16="http://schemas.microsoft.com/office/drawing/2014/main" id="{395C9C08-912F-9753-A37D-05162F3F7943}"/>
              </a:ext>
            </a:extLst>
          </p:cNvPr>
          <p:cNvSpPr/>
          <p:nvPr userDrawn="1"/>
        </p:nvSpPr>
        <p:spPr>
          <a:xfrm>
            <a:off x="1025842" y="1569483"/>
            <a:ext cx="10563225" cy="172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EB51CC6F-C1BB-D139-AAC2-815E43055820}"/>
              </a:ext>
            </a:extLst>
          </p:cNvPr>
          <p:cNvCxnSpPr/>
          <p:nvPr userDrawn="1"/>
        </p:nvCxnSpPr>
        <p:spPr>
          <a:xfrm>
            <a:off x="1025842" y="1295400"/>
            <a:ext cx="10201275"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906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2B3854-2F0D-42E5-836C-999B4016D793}"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76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2B3854-2F0D-42E5-836C-999B4016D793}"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1637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2B3854-2F0D-42E5-836C-999B4016D793}" type="datetimeFigureOut">
              <a:rPr lang="en-IN" smtClean="0"/>
              <a:t>10-01-2026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27409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2B3854-2F0D-42E5-836C-999B4016D793}" type="datetimeFigureOut">
              <a:rPr lang="en-IN" smtClean="0"/>
              <a:t>10-01-2026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741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2B3854-2F0D-42E5-836C-999B4016D793}" type="datetimeFigureOut">
              <a:rPr lang="en-IN" smtClean="0"/>
              <a:t>10-01-2026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143332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2B3854-2F0D-42E5-836C-999B4016D793}" type="datetimeFigureOut">
              <a:rPr lang="en-IN" smtClean="0"/>
              <a:t>10-01-2026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8325E4-7E4B-49F6-9E1B-931F0BCB2F99}" type="slidenum">
              <a:rPr lang="en-IN" smtClean="0"/>
              <a:t>‹#›</a:t>
            </a:fld>
            <a:endParaRPr lang="en-IN"/>
          </a:p>
        </p:txBody>
      </p:sp>
    </p:spTree>
    <p:extLst>
      <p:ext uri="{BB962C8B-B14F-4D97-AF65-F5344CB8AC3E}">
        <p14:creationId xmlns:p14="http://schemas.microsoft.com/office/powerpoint/2010/main" val="376388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2B3854-2F0D-42E5-836C-999B4016D793}"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5305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242180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3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22B3854-2F0D-42E5-836C-999B4016D793}" type="datetimeFigureOut">
              <a:rPr lang="en-IN" smtClean="0"/>
              <a:t>10-01-2026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8325E4-7E4B-49F6-9E1B-931F0BCB2F9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5324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machine-learning/performing-feature-selection-with-gridsearchcv-in-sklear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machine-learning/comparing-randomized-search-and-grid-search-for-hyperparameter-estimation-in-scikit-learn/"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artificial-intelligence/bayesian-optimization-in-machine-learnin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analyticsvidhya.com/blog/2021/03/introduction-to-batch-normalizatio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ibm.com/think/topics/data-augmentation" TargetMode="External"/><Relationship Id="rId2" Type="http://schemas.openxmlformats.org/officeDocument/2006/relationships/hyperlink" Target="https://www.datacamp.com/tutorial/complete-guide-data-augmentation"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0AB0-E2A7-A94E-073C-A411BCE69B37}"/>
              </a:ext>
            </a:extLst>
          </p:cNvPr>
          <p:cNvSpPr>
            <a:spLocks noGrp="1"/>
          </p:cNvSpPr>
          <p:nvPr>
            <p:ph type="ctrTitle"/>
          </p:nvPr>
        </p:nvSpPr>
        <p:spPr>
          <a:xfrm>
            <a:off x="1097280" y="758952"/>
            <a:ext cx="10058400" cy="2797048"/>
          </a:xfrm>
        </p:spPr>
        <p:txBody>
          <a:bodyPr/>
          <a:lstStyle/>
          <a:p>
            <a:pPr algn="ctr"/>
            <a:r>
              <a:rPr lang="en-US" dirty="0"/>
              <a:t>Deep Learning</a:t>
            </a:r>
            <a:br>
              <a:rPr lang="en-US" dirty="0"/>
            </a:br>
            <a:r>
              <a:rPr lang="en-US" sz="6600" b="1" dirty="0"/>
              <a:t>Module 3</a:t>
            </a:r>
            <a:endParaRPr lang="en-IN" sz="6600" b="1" dirty="0"/>
          </a:p>
        </p:txBody>
      </p:sp>
      <p:sp>
        <p:nvSpPr>
          <p:cNvPr id="3" name="Subtitle 2">
            <a:extLst>
              <a:ext uri="{FF2B5EF4-FFF2-40B4-BE49-F238E27FC236}">
                <a16:creationId xmlns:a16="http://schemas.microsoft.com/office/drawing/2014/main" id="{EAF87500-0C3E-CFCE-5683-C0C03EBB0BEB}"/>
              </a:ext>
            </a:extLst>
          </p:cNvPr>
          <p:cNvSpPr>
            <a:spLocks noGrp="1"/>
          </p:cNvSpPr>
          <p:nvPr>
            <p:ph type="subTitle" idx="1"/>
          </p:nvPr>
        </p:nvSpPr>
        <p:spPr/>
        <p:txBody>
          <a:bodyPr/>
          <a:lstStyle/>
          <a:p>
            <a:r>
              <a:rPr lang="en-US" dirty="0"/>
              <a:t>Dr </a:t>
            </a:r>
            <a:r>
              <a:rPr lang="en-US" dirty="0" err="1"/>
              <a:t>S.Rajarajeswari</a:t>
            </a:r>
            <a:endParaRPr lang="en-IN" dirty="0"/>
          </a:p>
        </p:txBody>
      </p:sp>
    </p:spTree>
    <p:extLst>
      <p:ext uri="{BB962C8B-B14F-4D97-AF65-F5344CB8AC3E}">
        <p14:creationId xmlns:p14="http://schemas.microsoft.com/office/powerpoint/2010/main" val="1731249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13575-FE30-C8EE-F8EA-5DD2671489A2}"/>
              </a:ext>
            </a:extLst>
          </p:cNvPr>
          <p:cNvSpPr>
            <a:spLocks noGrp="1"/>
          </p:cNvSpPr>
          <p:nvPr>
            <p:ph type="title"/>
          </p:nvPr>
        </p:nvSpPr>
        <p:spPr/>
        <p:txBody>
          <a:bodyPr>
            <a:normAutofit fontScale="90000"/>
          </a:bodyPr>
          <a:lstStyle/>
          <a:p>
            <a:r>
              <a:rPr lang="en-IN" dirty="0"/>
              <a:t>Exponentially Weighted Average</a:t>
            </a:r>
          </a:p>
        </p:txBody>
      </p:sp>
      <p:sp>
        <p:nvSpPr>
          <p:cNvPr id="3" name="Content Placeholder 2">
            <a:extLst>
              <a:ext uri="{FF2B5EF4-FFF2-40B4-BE49-F238E27FC236}">
                <a16:creationId xmlns:a16="http://schemas.microsoft.com/office/drawing/2014/main" id="{D5B5312C-ED03-AE05-BD01-D39FE917CA60}"/>
              </a:ext>
            </a:extLst>
          </p:cNvPr>
          <p:cNvSpPr>
            <a:spLocks noGrp="1"/>
          </p:cNvSpPr>
          <p:nvPr>
            <p:ph idx="1"/>
          </p:nvPr>
        </p:nvSpPr>
        <p:spPr/>
        <p:txBody>
          <a:bodyPr>
            <a:normAutofit lnSpcReduction="10000"/>
          </a:bodyPr>
          <a:lstStyle/>
          <a:p>
            <a:r>
              <a:rPr lang="en-US" dirty="0"/>
              <a:t>During training, gradients can fluctuate a lot due to:</a:t>
            </a:r>
          </a:p>
          <a:p>
            <a:r>
              <a:rPr lang="en-US" dirty="0"/>
              <a:t>Mini-batch noise</a:t>
            </a:r>
          </a:p>
          <a:p>
            <a:r>
              <a:rPr lang="en-US" dirty="0"/>
              <a:t>Non-convex loss surfaces</a:t>
            </a:r>
          </a:p>
          <a:p>
            <a:r>
              <a:rPr lang="en-US" dirty="0"/>
              <a:t>Outliers</a:t>
            </a:r>
          </a:p>
          <a:p>
            <a:r>
              <a:rPr lang="en-US" dirty="0"/>
              <a:t>Instead of using the </a:t>
            </a:r>
            <a:r>
              <a:rPr lang="en-US" b="1" dirty="0"/>
              <a:t>current value only</a:t>
            </a:r>
            <a:r>
              <a:rPr lang="en-US" dirty="0"/>
              <a:t>, EWA keeps a </a:t>
            </a:r>
            <a:r>
              <a:rPr lang="en-US" b="1" dirty="0"/>
              <a:t>memory of the past</a:t>
            </a:r>
            <a:r>
              <a:rPr lang="en-US" dirty="0"/>
              <a:t>, but gives:</a:t>
            </a:r>
          </a:p>
          <a:p>
            <a:r>
              <a:rPr lang="en-US" b="1" dirty="0"/>
              <a:t>More weight to recent values</a:t>
            </a:r>
            <a:endParaRPr lang="en-US" dirty="0"/>
          </a:p>
          <a:p>
            <a:r>
              <a:rPr lang="en-US" b="1" dirty="0"/>
              <a:t>Less weight to older values</a:t>
            </a:r>
            <a:endParaRPr lang="en-US" dirty="0"/>
          </a:p>
          <a:p>
            <a:r>
              <a:rPr lang="en-US" dirty="0"/>
              <a:t> Think of it as a </a:t>
            </a:r>
            <a:r>
              <a:rPr lang="en-US" b="1" dirty="0"/>
              <a:t>smooth trend line</a:t>
            </a:r>
            <a:r>
              <a:rPr lang="en-US" dirty="0"/>
              <a:t> rather than a jagged curve.</a:t>
            </a:r>
          </a:p>
          <a:p>
            <a:endParaRPr lang="en-IN" dirty="0"/>
          </a:p>
        </p:txBody>
      </p:sp>
    </p:spTree>
    <p:extLst>
      <p:ext uri="{BB962C8B-B14F-4D97-AF65-F5344CB8AC3E}">
        <p14:creationId xmlns:p14="http://schemas.microsoft.com/office/powerpoint/2010/main" val="3536704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98F76-3C0E-E53F-9866-9AEE5DC44769}"/>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6F7920-E247-1646-196C-86AF5A65403D}"/>
                  </a:ext>
                </a:extLst>
              </p:cNvPr>
              <p:cNvSpPr>
                <a:spLocks noGrp="1"/>
              </p:cNvSpPr>
              <p:nvPr>
                <p:ph idx="1"/>
              </p:nvPr>
            </p:nvSpPr>
            <p:spPr>
              <a:xfrm>
                <a:off x="812800" y="1696720"/>
                <a:ext cx="10414317" cy="4429550"/>
              </a:xfrm>
            </p:spPr>
            <p:txBody>
              <a:bodyPr/>
              <a:lstStyle/>
              <a:p>
                <a:r>
                  <a:rPr lang="en-IN" b="1" dirty="0"/>
                  <a:t>Mathematical Definition</a:t>
                </a:r>
              </a:p>
              <a:p>
                <a:r>
                  <a:rPr lang="en-IN" dirty="0"/>
                  <a:t>For a sequence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 </a:t>
                </a:r>
                <a:r>
                  <a:rPr lang="en-IN" dirty="0"/>
                  <a:t>the exponential weighted average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oMath>
                </a14:m>
                <a:r>
                  <a:rPr lang="en-IN" dirty="0"/>
                  <a:t>is:</a:t>
                </a:r>
              </a:p>
              <a:p>
                <a:pPr marL="0" indent="0">
                  <a:buNone/>
                </a:pPr>
                <a:r>
                  <a:rPr lang="en-US" dirty="0"/>
                  <a:t> 			</a:t>
                </a:r>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𝛽</m:t>
                        </m:r>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𝛽</m:t>
                            </m:r>
                          </m:e>
                        </m:d>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e>
                    </m:borderBox>
                  </m:oMath>
                </a14:m>
                <a:endParaRPr lang="ar-AE" dirty="0"/>
              </a:p>
              <a:p>
                <a:r>
                  <a:rPr lang="en-IN" dirty="0"/>
                  <a:t>where: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oMath>
                </a14:m>
                <a:r>
                  <a:rPr lang="ar-AE" dirty="0"/>
                  <a:t>→ </a:t>
                </a:r>
                <a:r>
                  <a:rPr lang="en-IN" dirty="0"/>
                  <a:t>exponentially weighted average at time </a:t>
                </a:r>
                <a14:m>
                  <m:oMath xmlns:m="http://schemas.openxmlformats.org/officeDocument/2006/math">
                    <m:r>
                      <a:rPr lang="en-IN" i="1">
                        <a:latin typeface="Cambria Math" panose="02040503050406030204" pitchFamily="18" charset="0"/>
                      </a:rPr>
                      <m:t>𝑡</m:t>
                    </m:r>
                  </m:oMath>
                </a14:m>
                <a:endParaRPr lang="en-IN"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t>→ </a:t>
                </a:r>
                <a:r>
                  <a:rPr lang="en-IN" dirty="0"/>
                  <a:t>current value (e.g., gradient)</a:t>
                </a:r>
              </a:p>
              <a:p>
                <a14:m>
                  <m:oMath xmlns:m="http://schemas.openxmlformats.org/officeDocument/2006/math">
                    <m:r>
                      <a:rPr lang="en-IN" i="1">
                        <a:latin typeface="Cambria Math" panose="02040503050406030204" pitchFamily="18" charset="0"/>
                      </a:rPr>
                      <m:t>𝛽</m:t>
                    </m:r>
                    <m:r>
                      <a:rPr lang="en-IN">
                        <a:latin typeface="Cambria Math" panose="02040503050406030204" pitchFamily="18" charset="0"/>
                      </a:rPr>
                      <m:t>∈</m:t>
                    </m:r>
                    <m:d>
                      <m:dPr>
                        <m:beg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r>
                  <a:rPr lang="ar-AE" dirty="0"/>
                  <a:t>→ </a:t>
                </a:r>
                <a:r>
                  <a:rPr lang="en-IN" dirty="0"/>
                  <a:t>smoothing parameter</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a:latin typeface="Cambria Math" panose="02040503050406030204" pitchFamily="18" charset="0"/>
                          </a:rPr>
                          <m:t>0</m:t>
                        </m:r>
                      </m:sub>
                    </m:sSub>
                    <m:r>
                      <a:rPr lang="ar-AE">
                        <a:latin typeface="Cambria Math" panose="02040503050406030204" pitchFamily="18" charset="0"/>
                      </a:rPr>
                      <m:t>=</m:t>
                    </m:r>
                    <m:r>
                      <a:rPr lang="ar-AE">
                        <a:latin typeface="Cambria Math" panose="02040503050406030204" pitchFamily="18" charset="0"/>
                      </a:rPr>
                      <m:t>0</m:t>
                    </m:r>
                  </m:oMath>
                </a14:m>
                <a:r>
                  <a:rPr lang="ar-AE" dirty="0"/>
                  <a:t>(</a:t>
                </a:r>
                <a:r>
                  <a:rPr lang="en-IN" dirty="0"/>
                  <a:t>usually)</a:t>
                </a:r>
              </a:p>
              <a:p>
                <a:endParaRPr lang="en-IN" dirty="0"/>
              </a:p>
            </p:txBody>
          </p:sp>
        </mc:Choice>
        <mc:Fallback xmlns="">
          <p:sp>
            <p:nvSpPr>
              <p:cNvPr id="3" name="Content Placeholder 2">
                <a:extLst>
                  <a:ext uri="{FF2B5EF4-FFF2-40B4-BE49-F238E27FC236}">
                    <a16:creationId xmlns:a16="http://schemas.microsoft.com/office/drawing/2014/main" id="{696F7920-E247-1646-196C-86AF5A65403D}"/>
                  </a:ext>
                </a:extLst>
              </p:cNvPr>
              <p:cNvSpPr>
                <a:spLocks noGrp="1" noRot="1" noChangeAspect="1" noMove="1" noResize="1" noEditPoints="1" noAdjustHandles="1" noChangeArrowheads="1" noChangeShapeType="1" noTextEdit="1"/>
              </p:cNvSpPr>
              <p:nvPr>
                <p:ph idx="1"/>
              </p:nvPr>
            </p:nvSpPr>
            <p:spPr>
              <a:xfrm>
                <a:off x="812800" y="1696720"/>
                <a:ext cx="10414317" cy="4429550"/>
              </a:xfrm>
              <a:blipFill>
                <a:blip r:embed="rId2"/>
                <a:stretch>
                  <a:fillRect l="-1638" t="-1926"/>
                </a:stretch>
              </a:blipFill>
            </p:spPr>
            <p:txBody>
              <a:bodyPr/>
              <a:lstStyle/>
              <a:p>
                <a:r>
                  <a:rPr lang="en-IN">
                    <a:noFill/>
                  </a:rPr>
                  <a:t> </a:t>
                </a:r>
              </a:p>
            </p:txBody>
          </p:sp>
        </mc:Fallback>
      </mc:AlternateContent>
    </p:spTree>
    <p:extLst>
      <p:ext uri="{BB962C8B-B14F-4D97-AF65-F5344CB8AC3E}">
        <p14:creationId xmlns:p14="http://schemas.microsoft.com/office/powerpoint/2010/main" val="1892410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755A4-53E1-01E9-F2C2-2D4E219BBDB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124DDAF-D43D-AB51-DC75-7D6A0418F925}"/>
              </a:ext>
            </a:extLst>
          </p:cNvPr>
          <p:cNvSpPr>
            <a:spLocks noGrp="1"/>
          </p:cNvSpPr>
          <p:nvPr>
            <p:ph idx="1"/>
          </p:nvPr>
        </p:nvSpPr>
        <p:spPr/>
        <p:txBody>
          <a:bodyPr/>
          <a:lstStyle/>
          <a:p>
            <a:r>
              <a:rPr lang="en-US" dirty="0"/>
              <a:t>Lets make an example based on the temperatures of Paris, France, in 2019</a:t>
            </a:r>
            <a:endParaRPr lang="en-IN" dirty="0"/>
          </a:p>
        </p:txBody>
      </p:sp>
      <p:pic>
        <p:nvPicPr>
          <p:cNvPr id="2050" name="Picture 2">
            <a:extLst>
              <a:ext uri="{FF2B5EF4-FFF2-40B4-BE49-F238E27FC236}">
                <a16:creationId xmlns:a16="http://schemas.microsoft.com/office/drawing/2014/main" id="{1ED60466-90E4-F24A-49B7-DEE4589F3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50" y="2441376"/>
            <a:ext cx="5530850" cy="3684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829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96C0270-FD8C-0B97-862C-3F783EF6ECC6}"/>
                  </a:ext>
                </a:extLst>
              </p:cNvPr>
              <p:cNvSpPr>
                <a:spLocks noGrp="1"/>
              </p:cNvSpPr>
              <p:nvPr>
                <p:ph type="title"/>
              </p:nvPr>
            </p:nvSpPr>
            <p:spPr/>
            <p:txBody>
              <a:bodyPr>
                <a:normAutofit fontScale="90000"/>
              </a:bodyPr>
              <a:lstStyle/>
              <a:p>
                <a:r>
                  <a:rPr lang="en-US" dirty="0"/>
                  <a:t>Role of the Parameter </a:t>
                </a:r>
                <a14:m>
                  <m:oMath xmlns:m="http://schemas.openxmlformats.org/officeDocument/2006/math">
                    <m:r>
                      <a:rPr lang="en-US" i="1">
                        <a:latin typeface="Cambria Math" panose="02040503050406030204" pitchFamily="18" charset="0"/>
                      </a:rPr>
                      <m:t>𝛽</m:t>
                    </m:r>
                  </m:oMath>
                </a14:m>
                <a:endParaRPr lang="en-IN" dirty="0"/>
              </a:p>
            </p:txBody>
          </p:sp>
        </mc:Choice>
        <mc:Fallback xmlns="">
          <p:sp>
            <p:nvSpPr>
              <p:cNvPr id="2" name="Title 1">
                <a:extLst>
                  <a:ext uri="{FF2B5EF4-FFF2-40B4-BE49-F238E27FC236}">
                    <a16:creationId xmlns:a16="http://schemas.microsoft.com/office/drawing/2014/main" id="{296C0270-FD8C-0B97-862C-3F783EF6ECC6}"/>
                  </a:ext>
                </a:extLst>
              </p:cNvPr>
              <p:cNvSpPr>
                <a:spLocks noGrp="1" noRot="1" noChangeAspect="1" noMove="1" noResize="1" noEditPoints="1" noAdjustHandles="1" noChangeArrowheads="1" noChangeShapeType="1" noTextEdit="1"/>
              </p:cNvSpPr>
              <p:nvPr>
                <p:ph type="title"/>
              </p:nvPr>
            </p:nvSpPr>
            <p:spPr>
              <a:blipFill>
                <a:blip r:embed="rId2"/>
                <a:stretch>
                  <a:fillRect l="-2364" t="-27928" b="-432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6" name="Content Placeholder 5">
                <a:extLst>
                  <a:ext uri="{FF2B5EF4-FFF2-40B4-BE49-F238E27FC236}">
                    <a16:creationId xmlns:a16="http://schemas.microsoft.com/office/drawing/2014/main" id="{633E3AF4-7C36-F391-8106-24F03ACCD15F}"/>
                  </a:ext>
                </a:extLst>
              </p:cNvPr>
              <p:cNvGraphicFramePr>
                <a:graphicFrameLocks noGrp="1"/>
              </p:cNvGraphicFramePr>
              <p:nvPr>
                <p:ph idx="1"/>
                <p:extLst>
                  <p:ext uri="{D42A27DB-BD31-4B8C-83A1-F6EECF244321}">
                    <p14:modId xmlns:p14="http://schemas.microsoft.com/office/powerpoint/2010/main" val="3891995404"/>
                  </p:ext>
                </p:extLst>
              </p:nvPr>
            </p:nvGraphicFramePr>
            <p:xfrm>
              <a:off x="2631440" y="1965960"/>
              <a:ext cx="6177280" cy="2555240"/>
            </p:xfrm>
            <a:graphic>
              <a:graphicData uri="http://schemas.openxmlformats.org/drawingml/2006/table">
                <a:tbl>
                  <a:tblPr>
                    <a:tableStyleId>{3C2FFA5D-87B4-456A-9821-1D502468CF0F}</a:tableStyleId>
                  </a:tblPr>
                  <a:tblGrid>
                    <a:gridCol w="3088640">
                      <a:extLst>
                        <a:ext uri="{9D8B030D-6E8A-4147-A177-3AD203B41FA5}">
                          <a16:colId xmlns:a16="http://schemas.microsoft.com/office/drawing/2014/main" val="1227596659"/>
                        </a:ext>
                      </a:extLst>
                    </a:gridCol>
                    <a:gridCol w="3088640">
                      <a:extLst>
                        <a:ext uri="{9D8B030D-6E8A-4147-A177-3AD203B41FA5}">
                          <a16:colId xmlns:a16="http://schemas.microsoft.com/office/drawing/2014/main" val="4138046156"/>
                        </a:ext>
                      </a:extLst>
                    </a:gridCol>
                  </a:tblGrid>
                  <a:tr h="638810">
                    <a:tc>
                      <a:txBody>
                        <a:bodyPr/>
                        <a:lstStyle/>
                        <a:p>
                          <a:pPr>
                            <a:buNone/>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𝛃</m:t>
                                </m:r>
                              </m:oMath>
                            </m:oMathPara>
                          </a14:m>
                          <a:endParaRPr lang="en-IN" b="1" dirty="0"/>
                        </a:p>
                      </a:txBody>
                      <a:tcPr anchor="ctr">
                        <a:solidFill>
                          <a:schemeClr val="bg1"/>
                        </a:solidFill>
                      </a:tcPr>
                    </a:tc>
                    <a:tc>
                      <a:txBody>
                        <a:bodyPr/>
                        <a:lstStyle/>
                        <a:p>
                          <a:pPr>
                            <a:buNone/>
                          </a:pPr>
                          <a:r>
                            <a:rPr lang="en-IN" b="1" dirty="0"/>
                            <a:t>Effect</a:t>
                          </a:r>
                        </a:p>
                      </a:txBody>
                      <a:tcPr anchor="ctr">
                        <a:solidFill>
                          <a:schemeClr val="bg1"/>
                        </a:solidFill>
                      </a:tcPr>
                    </a:tc>
                    <a:extLst>
                      <a:ext uri="{0D108BD9-81ED-4DB2-BD59-A6C34878D82A}">
                        <a16:rowId xmlns:a16="http://schemas.microsoft.com/office/drawing/2014/main" val="3410648071"/>
                      </a:ext>
                    </a:extLst>
                  </a:tr>
                  <a:tr h="638810">
                    <a:tc>
                      <a:txBody>
                        <a:bodyPr/>
                        <a:lstStyle/>
                        <a:p>
                          <a:pPr>
                            <a:buNone/>
                          </a:pPr>
                          <a:r>
                            <a:rPr lang="en-IN" dirty="0"/>
                            <a:t>0.9</a:t>
                          </a:r>
                        </a:p>
                      </a:txBody>
                      <a:tcPr anchor="ctr">
                        <a:solidFill>
                          <a:schemeClr val="bg1"/>
                        </a:solidFill>
                      </a:tcPr>
                    </a:tc>
                    <a:tc>
                      <a:txBody>
                        <a:bodyPr/>
                        <a:lstStyle/>
                        <a:p>
                          <a:pPr>
                            <a:buNone/>
                          </a:pPr>
                          <a:r>
                            <a:rPr lang="en-IN" dirty="0"/>
                            <a:t>Smooth over ~10 steps</a:t>
                          </a:r>
                        </a:p>
                      </a:txBody>
                      <a:tcPr anchor="ctr">
                        <a:solidFill>
                          <a:schemeClr val="bg1"/>
                        </a:solidFill>
                      </a:tcPr>
                    </a:tc>
                    <a:extLst>
                      <a:ext uri="{0D108BD9-81ED-4DB2-BD59-A6C34878D82A}">
                        <a16:rowId xmlns:a16="http://schemas.microsoft.com/office/drawing/2014/main" val="2405518304"/>
                      </a:ext>
                    </a:extLst>
                  </a:tr>
                  <a:tr h="638810">
                    <a:tc>
                      <a:txBody>
                        <a:bodyPr/>
                        <a:lstStyle/>
                        <a:p>
                          <a:pPr>
                            <a:buNone/>
                          </a:pPr>
                          <a:r>
                            <a:rPr lang="en-IN"/>
                            <a:t>0.99</a:t>
                          </a:r>
                        </a:p>
                      </a:txBody>
                      <a:tcPr anchor="ctr">
                        <a:solidFill>
                          <a:schemeClr val="bg1"/>
                        </a:solidFill>
                      </a:tcPr>
                    </a:tc>
                    <a:tc>
                      <a:txBody>
                        <a:bodyPr/>
                        <a:lstStyle/>
                        <a:p>
                          <a:pPr>
                            <a:buNone/>
                          </a:pPr>
                          <a:r>
                            <a:rPr lang="en-IN" dirty="0"/>
                            <a:t>Smooth over ~100 steps</a:t>
                          </a:r>
                        </a:p>
                      </a:txBody>
                      <a:tcPr anchor="ctr">
                        <a:solidFill>
                          <a:schemeClr val="bg1"/>
                        </a:solidFill>
                      </a:tcPr>
                    </a:tc>
                    <a:extLst>
                      <a:ext uri="{0D108BD9-81ED-4DB2-BD59-A6C34878D82A}">
                        <a16:rowId xmlns:a16="http://schemas.microsoft.com/office/drawing/2014/main" val="1789491108"/>
                      </a:ext>
                    </a:extLst>
                  </a:tr>
                  <a:tr h="638810">
                    <a:tc>
                      <a:txBody>
                        <a:bodyPr/>
                        <a:lstStyle/>
                        <a:p>
                          <a:pPr>
                            <a:buNone/>
                          </a:pPr>
                          <a:r>
                            <a:rPr lang="en-IN" dirty="0"/>
                            <a:t>0.999</a:t>
                          </a:r>
                        </a:p>
                      </a:txBody>
                      <a:tcPr anchor="ctr">
                        <a:solidFill>
                          <a:schemeClr val="bg1"/>
                        </a:solidFill>
                      </a:tcPr>
                    </a:tc>
                    <a:tc>
                      <a:txBody>
                        <a:bodyPr/>
                        <a:lstStyle/>
                        <a:p>
                          <a:pPr>
                            <a:buNone/>
                          </a:pPr>
                          <a:r>
                            <a:rPr lang="en-IN" dirty="0"/>
                            <a:t>Very smooth, long memory</a:t>
                          </a:r>
                        </a:p>
                      </a:txBody>
                      <a:tcPr anchor="ctr">
                        <a:solidFill>
                          <a:schemeClr val="bg1"/>
                        </a:solidFill>
                      </a:tcPr>
                    </a:tc>
                    <a:extLst>
                      <a:ext uri="{0D108BD9-81ED-4DB2-BD59-A6C34878D82A}">
                        <a16:rowId xmlns:a16="http://schemas.microsoft.com/office/drawing/2014/main" val="4248025646"/>
                      </a:ext>
                    </a:extLst>
                  </a:tr>
                </a:tbl>
              </a:graphicData>
            </a:graphic>
          </p:graphicFrame>
        </mc:Choice>
        <mc:Fallback xmlns="">
          <p:graphicFrame>
            <p:nvGraphicFramePr>
              <p:cNvPr id="6" name="Content Placeholder 5">
                <a:extLst>
                  <a:ext uri="{FF2B5EF4-FFF2-40B4-BE49-F238E27FC236}">
                    <a16:creationId xmlns:a16="http://schemas.microsoft.com/office/drawing/2014/main" id="{633E3AF4-7C36-F391-8106-24F03ACCD15F}"/>
                  </a:ext>
                </a:extLst>
              </p:cNvPr>
              <p:cNvGraphicFramePr>
                <a:graphicFrameLocks noGrp="1"/>
              </p:cNvGraphicFramePr>
              <p:nvPr>
                <p:ph idx="1"/>
                <p:extLst>
                  <p:ext uri="{D42A27DB-BD31-4B8C-83A1-F6EECF244321}">
                    <p14:modId xmlns:p14="http://schemas.microsoft.com/office/powerpoint/2010/main" val="3891995404"/>
                  </p:ext>
                </p:extLst>
              </p:nvPr>
            </p:nvGraphicFramePr>
            <p:xfrm>
              <a:off x="2631440" y="1965960"/>
              <a:ext cx="6177280" cy="2555240"/>
            </p:xfrm>
            <a:graphic>
              <a:graphicData uri="http://schemas.openxmlformats.org/drawingml/2006/table">
                <a:tbl>
                  <a:tblPr>
                    <a:tableStyleId>{3C2FFA5D-87B4-456A-9821-1D502468CF0F}</a:tableStyleId>
                  </a:tblPr>
                  <a:tblGrid>
                    <a:gridCol w="3088640">
                      <a:extLst>
                        <a:ext uri="{9D8B030D-6E8A-4147-A177-3AD203B41FA5}">
                          <a16:colId xmlns:a16="http://schemas.microsoft.com/office/drawing/2014/main" val="1227596659"/>
                        </a:ext>
                      </a:extLst>
                    </a:gridCol>
                    <a:gridCol w="3088640">
                      <a:extLst>
                        <a:ext uri="{9D8B030D-6E8A-4147-A177-3AD203B41FA5}">
                          <a16:colId xmlns:a16="http://schemas.microsoft.com/office/drawing/2014/main" val="4138046156"/>
                        </a:ext>
                      </a:extLst>
                    </a:gridCol>
                  </a:tblGrid>
                  <a:tr h="638810">
                    <a:tc>
                      <a:txBody>
                        <a:bodyPr/>
                        <a:lstStyle/>
                        <a:p>
                          <a:endParaRPr lang="en-US"/>
                        </a:p>
                      </a:txBody>
                      <a:tcPr anchor="ctr">
                        <a:blipFill>
                          <a:blip r:embed="rId3"/>
                          <a:stretch>
                            <a:fillRect l="-197" t="-952" r="-100592" b="-301905"/>
                          </a:stretch>
                        </a:blipFill>
                      </a:tcPr>
                    </a:tc>
                    <a:tc>
                      <a:txBody>
                        <a:bodyPr/>
                        <a:lstStyle/>
                        <a:p>
                          <a:pPr>
                            <a:buNone/>
                          </a:pPr>
                          <a:r>
                            <a:rPr lang="en-IN" b="1" dirty="0"/>
                            <a:t>Effect</a:t>
                          </a:r>
                        </a:p>
                      </a:txBody>
                      <a:tcPr anchor="ctr">
                        <a:solidFill>
                          <a:schemeClr val="bg1"/>
                        </a:solidFill>
                      </a:tcPr>
                    </a:tc>
                    <a:extLst>
                      <a:ext uri="{0D108BD9-81ED-4DB2-BD59-A6C34878D82A}">
                        <a16:rowId xmlns:a16="http://schemas.microsoft.com/office/drawing/2014/main" val="3410648071"/>
                      </a:ext>
                    </a:extLst>
                  </a:tr>
                  <a:tr h="638810">
                    <a:tc>
                      <a:txBody>
                        <a:bodyPr/>
                        <a:lstStyle/>
                        <a:p>
                          <a:pPr>
                            <a:buNone/>
                          </a:pPr>
                          <a:r>
                            <a:rPr lang="en-IN" dirty="0"/>
                            <a:t>0.9</a:t>
                          </a:r>
                        </a:p>
                      </a:txBody>
                      <a:tcPr anchor="ctr">
                        <a:solidFill>
                          <a:schemeClr val="bg1"/>
                        </a:solidFill>
                      </a:tcPr>
                    </a:tc>
                    <a:tc>
                      <a:txBody>
                        <a:bodyPr/>
                        <a:lstStyle/>
                        <a:p>
                          <a:pPr>
                            <a:buNone/>
                          </a:pPr>
                          <a:r>
                            <a:rPr lang="en-IN" dirty="0"/>
                            <a:t>Smooth over ~10 steps</a:t>
                          </a:r>
                        </a:p>
                      </a:txBody>
                      <a:tcPr anchor="ctr">
                        <a:solidFill>
                          <a:schemeClr val="bg1"/>
                        </a:solidFill>
                      </a:tcPr>
                    </a:tc>
                    <a:extLst>
                      <a:ext uri="{0D108BD9-81ED-4DB2-BD59-A6C34878D82A}">
                        <a16:rowId xmlns:a16="http://schemas.microsoft.com/office/drawing/2014/main" val="2405518304"/>
                      </a:ext>
                    </a:extLst>
                  </a:tr>
                  <a:tr h="638810">
                    <a:tc>
                      <a:txBody>
                        <a:bodyPr/>
                        <a:lstStyle/>
                        <a:p>
                          <a:pPr>
                            <a:buNone/>
                          </a:pPr>
                          <a:r>
                            <a:rPr lang="en-IN"/>
                            <a:t>0.99</a:t>
                          </a:r>
                        </a:p>
                      </a:txBody>
                      <a:tcPr anchor="ctr">
                        <a:solidFill>
                          <a:schemeClr val="bg1"/>
                        </a:solidFill>
                      </a:tcPr>
                    </a:tc>
                    <a:tc>
                      <a:txBody>
                        <a:bodyPr/>
                        <a:lstStyle/>
                        <a:p>
                          <a:pPr>
                            <a:buNone/>
                          </a:pPr>
                          <a:r>
                            <a:rPr lang="en-IN" dirty="0"/>
                            <a:t>Smooth over ~100 steps</a:t>
                          </a:r>
                        </a:p>
                      </a:txBody>
                      <a:tcPr anchor="ctr">
                        <a:solidFill>
                          <a:schemeClr val="bg1"/>
                        </a:solidFill>
                      </a:tcPr>
                    </a:tc>
                    <a:extLst>
                      <a:ext uri="{0D108BD9-81ED-4DB2-BD59-A6C34878D82A}">
                        <a16:rowId xmlns:a16="http://schemas.microsoft.com/office/drawing/2014/main" val="1789491108"/>
                      </a:ext>
                    </a:extLst>
                  </a:tr>
                  <a:tr h="638810">
                    <a:tc>
                      <a:txBody>
                        <a:bodyPr/>
                        <a:lstStyle/>
                        <a:p>
                          <a:pPr>
                            <a:buNone/>
                          </a:pPr>
                          <a:r>
                            <a:rPr lang="en-IN" dirty="0"/>
                            <a:t>0.999</a:t>
                          </a:r>
                        </a:p>
                      </a:txBody>
                      <a:tcPr anchor="ctr">
                        <a:solidFill>
                          <a:schemeClr val="bg1"/>
                        </a:solidFill>
                      </a:tcPr>
                    </a:tc>
                    <a:tc>
                      <a:txBody>
                        <a:bodyPr/>
                        <a:lstStyle/>
                        <a:p>
                          <a:pPr>
                            <a:buNone/>
                          </a:pPr>
                          <a:r>
                            <a:rPr lang="en-IN" dirty="0"/>
                            <a:t>Very smooth, long memory</a:t>
                          </a:r>
                        </a:p>
                      </a:txBody>
                      <a:tcPr anchor="ctr">
                        <a:solidFill>
                          <a:schemeClr val="bg1"/>
                        </a:solidFill>
                      </a:tcPr>
                    </a:tc>
                    <a:extLst>
                      <a:ext uri="{0D108BD9-81ED-4DB2-BD59-A6C34878D82A}">
                        <a16:rowId xmlns:a16="http://schemas.microsoft.com/office/drawing/2014/main" val="4248025646"/>
                      </a:ext>
                    </a:extLst>
                  </a:tr>
                </a:tbl>
              </a:graphicData>
            </a:graphic>
          </p:graphicFrame>
        </mc:Fallback>
      </mc:AlternateContent>
    </p:spTree>
    <p:extLst>
      <p:ext uri="{BB962C8B-B14F-4D97-AF65-F5344CB8AC3E}">
        <p14:creationId xmlns:p14="http://schemas.microsoft.com/office/powerpoint/2010/main" val="423162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A5A29-E0C9-9279-FD46-9C96A358FC9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DD3558F-166D-9CF4-C96C-548A29C841B1}"/>
              </a:ext>
            </a:extLst>
          </p:cNvPr>
          <p:cNvSpPr>
            <a:spLocks noGrp="1"/>
          </p:cNvSpPr>
          <p:nvPr>
            <p:ph idx="1"/>
          </p:nvPr>
        </p:nvSpPr>
        <p:spPr>
          <a:xfrm>
            <a:off x="568960" y="1493520"/>
            <a:ext cx="11348720" cy="4673600"/>
          </a:xfrm>
        </p:spPr>
        <p:txBody>
          <a:bodyPr/>
          <a:lstStyle/>
          <a:p>
            <a:endParaRPr lang="en-US" dirty="0"/>
          </a:p>
          <a:p>
            <a:endParaRPr lang="en-US" dirty="0"/>
          </a:p>
          <a:p>
            <a:endParaRPr lang="en-US" dirty="0"/>
          </a:p>
          <a:p>
            <a:r>
              <a:rPr lang="en-US" dirty="0"/>
              <a:t>For this example, suppose that β = 0.9, so the EWA aims to combine the temperature of the current day with the previous temperatures.</a:t>
            </a:r>
          </a:p>
          <a:p>
            <a:endParaRPr lang="en-IN" dirty="0"/>
          </a:p>
        </p:txBody>
      </p:sp>
      <p:pic>
        <p:nvPicPr>
          <p:cNvPr id="4104" name="Picture 8">
            <a:extLst>
              <a:ext uri="{FF2B5EF4-FFF2-40B4-BE49-F238E27FC236}">
                <a16:creationId xmlns:a16="http://schemas.microsoft.com/office/drawing/2014/main" id="{616D258A-4A95-15FA-D148-4FC454CB39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5390" y="1596390"/>
            <a:ext cx="5372100" cy="131445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7EEAC10E-3053-7103-719B-D280F97F85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8640" y="3947161"/>
            <a:ext cx="3769360"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826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4C007-6596-408D-39BB-E36F8DBCFDE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6E1908C-B5B2-8A25-ACF3-CBAD50457DFC}"/>
              </a:ext>
            </a:extLst>
          </p:cNvPr>
          <p:cNvSpPr>
            <a:spLocks noGrp="1"/>
          </p:cNvSpPr>
          <p:nvPr>
            <p:ph idx="1"/>
          </p:nvPr>
        </p:nvSpPr>
        <p:spPr>
          <a:xfrm>
            <a:off x="924561" y="1483360"/>
            <a:ext cx="6289040" cy="4642910"/>
          </a:xfrm>
        </p:spPr>
        <p:txBody>
          <a:bodyPr/>
          <a:lstStyle/>
          <a:p>
            <a:r>
              <a:rPr lang="en-US" dirty="0"/>
              <a:t>In general to compute the EWA for a given weight parameter β we use</a:t>
            </a:r>
          </a:p>
          <a:p>
            <a:endParaRPr lang="en-US" dirty="0"/>
          </a:p>
          <a:p>
            <a:endParaRPr lang="en-US" dirty="0"/>
          </a:p>
          <a:p>
            <a:endParaRPr lang="en-US" dirty="0"/>
          </a:p>
          <a:p>
            <a:r>
              <a:rPr lang="en-US" dirty="0"/>
              <a:t>If we plot this in red, we can see that what we get is a moving average of the daily temperature, it’s like a smooth, less noisy curve.</a:t>
            </a:r>
          </a:p>
          <a:p>
            <a:br>
              <a:rPr lang="en-US" dirty="0"/>
            </a:br>
            <a:endParaRPr lang="en-IN" dirty="0"/>
          </a:p>
        </p:txBody>
      </p:sp>
      <p:pic>
        <p:nvPicPr>
          <p:cNvPr id="5122" name="Picture 2">
            <a:extLst>
              <a:ext uri="{FF2B5EF4-FFF2-40B4-BE49-F238E27FC236}">
                <a16:creationId xmlns:a16="http://schemas.microsoft.com/office/drawing/2014/main" id="{A2B03EC6-2C87-D266-217D-31EDCB765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389407"/>
            <a:ext cx="5255578" cy="128343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83651A0-F07C-1308-AB86-C520BDB0BA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5310" y="1483360"/>
            <a:ext cx="4606290" cy="4511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168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35FA2-DB38-0BB1-58D1-D4B00E8E01C6}"/>
              </a:ext>
            </a:extLst>
          </p:cNvPr>
          <p:cNvSpPr>
            <a:spLocks noGrp="1"/>
          </p:cNvSpPr>
          <p:nvPr>
            <p:ph type="title"/>
          </p:nvPr>
        </p:nvSpPr>
        <p:spPr/>
        <p:txBody>
          <a:bodyPr>
            <a:normAutofit fontScale="90000"/>
          </a:bodyPr>
          <a:lstStyle/>
          <a:p>
            <a:r>
              <a:rPr lang="en-IN" dirty="0"/>
              <a:t>EWA in Optimization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553AFA-2701-20BD-ECA6-A2D06CC9D5DB}"/>
                  </a:ext>
                </a:extLst>
              </p:cNvPr>
              <p:cNvSpPr>
                <a:spLocks noGrp="1"/>
              </p:cNvSpPr>
              <p:nvPr>
                <p:ph idx="1"/>
              </p:nvPr>
            </p:nvSpPr>
            <p:spPr/>
            <p:txBody>
              <a:bodyPr/>
              <a:lstStyle/>
              <a:p>
                <a:r>
                  <a:rPr lang="en-IN" b="1" dirty="0"/>
                  <a:t>Momentum Gradient Descent</a:t>
                </a:r>
              </a:p>
              <a:p>
                <a:r>
                  <a:rPr lang="en-IN" dirty="0"/>
                  <a:t>Uses EWA of gradients: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𝛽</m:t>
                    </m:r>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𝛽</m:t>
                        </m:r>
                      </m:e>
                    </m:d>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𝑡</m:t>
                        </m:r>
                      </m:sub>
                    </m:sSub>
                  </m:oMath>
                </a14:m>
                <a:endParaRPr lang="ar-AE" dirty="0"/>
              </a:p>
              <a:p>
                <a14:m>
                  <m:oMath xmlns:m="http://schemas.openxmlformats.org/officeDocument/2006/math">
                    <m:r>
                      <a:rPr lang="ar-AE" i="1">
                        <a:latin typeface="Cambria Math" panose="02040503050406030204" pitchFamily="18" charset="0"/>
                      </a:rPr>
                      <m:t>𝜃</m:t>
                    </m:r>
                    <m:r>
                      <a:rPr lang="ar-AE">
                        <a:latin typeface="Cambria Math" panose="02040503050406030204" pitchFamily="18" charset="0"/>
                      </a:rPr>
                      <m:t>=</m:t>
                    </m:r>
                    <m:r>
                      <a:rPr lang="ar-AE" i="1">
                        <a:latin typeface="Cambria Math" panose="02040503050406030204" pitchFamily="18" charset="0"/>
                      </a:rPr>
                      <m:t>𝜃</m:t>
                    </m:r>
                    <m:r>
                      <a:rPr lang="ar-AE">
                        <a:latin typeface="Cambria Math" panose="02040503050406030204" pitchFamily="18" charset="0"/>
                      </a:rPr>
                      <m:t>−</m:t>
                    </m:r>
                    <m:r>
                      <a:rPr lang="ar-AE"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oMath>
                </a14:m>
                <a:endParaRPr lang="ar-AE" dirty="0"/>
              </a:p>
              <a:p>
                <a:r>
                  <a:rPr lang="en-IN" dirty="0"/>
                  <a:t>Reduces oscillations</a:t>
                </a:r>
                <a:br>
                  <a:rPr lang="en-IN" dirty="0"/>
                </a:br>
                <a:r>
                  <a:rPr lang="en-IN" dirty="0"/>
                  <a:t>Accelerates convergence</a:t>
                </a:r>
              </a:p>
              <a:p>
                <a:endParaRPr lang="en-IN" dirty="0"/>
              </a:p>
            </p:txBody>
          </p:sp>
        </mc:Choice>
        <mc:Fallback xmlns="">
          <p:sp>
            <p:nvSpPr>
              <p:cNvPr id="3" name="Content Placeholder 2">
                <a:extLst>
                  <a:ext uri="{FF2B5EF4-FFF2-40B4-BE49-F238E27FC236}">
                    <a16:creationId xmlns:a16="http://schemas.microsoft.com/office/drawing/2014/main" id="{5F553AFA-2701-20BD-ECA6-A2D06CC9D5DB}"/>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4233067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203E-4BED-F031-96CC-858AE5ACF3F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6B5FC5-87FE-F61C-8250-8118A8386179}"/>
                  </a:ext>
                </a:extLst>
              </p:cNvPr>
              <p:cNvSpPr>
                <a:spLocks noGrp="1"/>
              </p:cNvSpPr>
              <p:nvPr>
                <p:ph idx="1"/>
              </p:nvPr>
            </p:nvSpPr>
            <p:spPr/>
            <p:txBody>
              <a:bodyPr/>
              <a:lstStyle/>
              <a:p>
                <a:r>
                  <a:rPr lang="en-IN" b="1" dirty="0" err="1"/>
                  <a:t>RMSProp</a:t>
                </a:r>
                <a:endParaRPr lang="en-IN" b="1" dirty="0"/>
              </a:p>
              <a:p>
                <a:r>
                  <a:rPr lang="en-IN" dirty="0"/>
                  <a:t>Uses EWA of </a:t>
                </a:r>
                <a:r>
                  <a:rPr lang="en-IN" b="1" dirty="0"/>
                  <a:t>squared gradients</a:t>
                </a:r>
                <a:r>
                  <a:rPr lang="en-IN" dirty="0"/>
                  <a: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𝛽</m:t>
                    </m:r>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𝛽</m:t>
                        </m:r>
                      </m:e>
                    </m:d>
                    <m:sSubSup>
                      <m:sSubSupPr>
                        <m:ctrlPr>
                          <a:rPr lang="ar-AE" i="1">
                            <a:latin typeface="Cambria Math" panose="02040503050406030204" pitchFamily="18" charset="0"/>
                          </a:rPr>
                        </m:ctrlPr>
                      </m:sSubSupPr>
                      <m:e>
                        <m:r>
                          <a:rPr lang="ar-AE" i="1">
                            <a:latin typeface="Cambria Math" panose="02040503050406030204" pitchFamily="18" charset="0"/>
                          </a:rPr>
                          <m:t>𝑔</m:t>
                        </m:r>
                      </m:e>
                      <m:sub>
                        <m:r>
                          <a:rPr lang="ar-AE" i="1">
                            <a:latin typeface="Cambria Math" panose="02040503050406030204" pitchFamily="18" charset="0"/>
                          </a:rPr>
                          <m:t>𝑡</m:t>
                        </m:r>
                      </m:sub>
                      <m:sup>
                        <m:r>
                          <a:rPr lang="ar-AE">
                            <a:latin typeface="Cambria Math" panose="02040503050406030204" pitchFamily="18" charset="0"/>
                          </a:rPr>
                          <m:t>2</m:t>
                        </m:r>
                      </m:sup>
                    </m:sSubSup>
                  </m:oMath>
                </a14:m>
                <a:endParaRPr lang="ar-AE" dirty="0"/>
              </a:p>
              <a:p>
                <a14:m>
                  <m:oMath xmlns:m="http://schemas.openxmlformats.org/officeDocument/2006/math">
                    <m:r>
                      <a:rPr lang="ar-AE" i="1">
                        <a:latin typeface="Cambria Math" panose="02040503050406030204" pitchFamily="18" charset="0"/>
                      </a:rPr>
                      <m:t>𝜃</m:t>
                    </m:r>
                    <m:r>
                      <a:rPr lang="ar-AE">
                        <a:latin typeface="Cambria Math" panose="02040503050406030204" pitchFamily="18" charset="0"/>
                      </a:rPr>
                      <m:t>=</m:t>
                    </m:r>
                    <m:r>
                      <a:rPr lang="ar-AE" i="1">
                        <a:latin typeface="Cambria Math" panose="02040503050406030204" pitchFamily="18" charset="0"/>
                      </a:rPr>
                      <m:t>𝜃</m:t>
                    </m:r>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𝛼</m:t>
                        </m:r>
                      </m:num>
                      <m:den>
                        <m:rad>
                          <m:radPr>
                            <m:degHide m:val="on"/>
                            <m:ctrlPr>
                              <a:rPr lang="ar-AE" i="1">
                                <a:latin typeface="Cambria Math" panose="02040503050406030204" pitchFamily="18" charset="0"/>
                              </a:rPr>
                            </m:ctrlPr>
                          </m:radPr>
                          <m:deg/>
                          <m:e>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𝜖</m:t>
                            </m:r>
                          </m:e>
                        </m:rad>
                      </m:den>
                    </m:f>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𝑡</m:t>
                        </m:r>
                      </m:sub>
                    </m:sSub>
                  </m:oMath>
                </a14:m>
                <a:endParaRPr lang="ar-AE" dirty="0"/>
              </a:p>
              <a:p>
                <a:r>
                  <a:rPr lang="en-IN" dirty="0"/>
                  <a:t>Adaptive learning rate</a:t>
                </a:r>
                <a:br>
                  <a:rPr lang="en-IN" dirty="0"/>
                </a:br>
                <a:r>
                  <a:rPr lang="en-IN" dirty="0"/>
                  <a:t>Handles vanishing/exploding gradients</a:t>
                </a:r>
              </a:p>
              <a:p>
                <a:endParaRPr lang="en-IN" dirty="0"/>
              </a:p>
            </p:txBody>
          </p:sp>
        </mc:Choice>
        <mc:Fallback xmlns="">
          <p:sp>
            <p:nvSpPr>
              <p:cNvPr id="3" name="Content Placeholder 2">
                <a:extLst>
                  <a:ext uri="{FF2B5EF4-FFF2-40B4-BE49-F238E27FC236}">
                    <a16:creationId xmlns:a16="http://schemas.microsoft.com/office/drawing/2014/main" id="{476B5FC5-87FE-F61C-8250-8118A8386179}"/>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2765857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D3BA-CE02-E4A8-1872-6C861F3EC780}"/>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4480EB-B059-2CE7-EECF-1A0FC340E8C3}"/>
                  </a:ext>
                </a:extLst>
              </p:cNvPr>
              <p:cNvSpPr>
                <a:spLocks noGrp="1"/>
              </p:cNvSpPr>
              <p:nvPr>
                <p:ph idx="1"/>
              </p:nvPr>
            </p:nvSpPr>
            <p:spPr/>
            <p:txBody>
              <a:bodyPr>
                <a:normAutofit fontScale="92500"/>
              </a:bodyPr>
              <a:lstStyle/>
              <a:p>
                <a:r>
                  <a:rPr lang="en-IN" b="1" dirty="0"/>
                  <a:t>Adam (Adaptive Moment Estimation)</a:t>
                </a:r>
              </a:p>
              <a:p>
                <a:r>
                  <a:rPr lang="en-IN" dirty="0"/>
                  <a:t>Combines </a:t>
                </a:r>
                <a:r>
                  <a:rPr lang="en-IN" b="1" dirty="0"/>
                  <a:t>Momentum + </a:t>
                </a:r>
                <a:r>
                  <a:rPr lang="en-IN" b="1" dirty="0" err="1"/>
                  <a:t>RMSProp</a:t>
                </a:r>
                <a:r>
                  <a:rPr lang="en-IN" dirty="0"/>
                  <a: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𝑚</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1</m:t>
                        </m:r>
                      </m:sub>
                    </m:sSub>
                    <m:sSub>
                      <m:sSubPr>
                        <m:ctrlPr>
                          <a:rPr lang="ar-AE" i="1">
                            <a:latin typeface="Cambria Math" panose="02040503050406030204" pitchFamily="18" charset="0"/>
                          </a:rPr>
                        </m:ctrlPr>
                      </m:sSubPr>
                      <m:e>
                        <m:r>
                          <a:rPr lang="ar-AE" i="1">
                            <a:latin typeface="Cambria Math" panose="02040503050406030204" pitchFamily="18" charset="0"/>
                          </a:rPr>
                          <m:t>𝑚</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1</m:t>
                            </m:r>
                          </m:sub>
                        </m:sSub>
                      </m:e>
                    </m:d>
                    <m:sSub>
                      <m:sSubPr>
                        <m:ctrlPr>
                          <a:rPr lang="ar-AE" i="1">
                            <a:latin typeface="Cambria Math" panose="02040503050406030204" pitchFamily="18" charset="0"/>
                          </a:rPr>
                        </m:ctrlPr>
                      </m:sSubPr>
                      <m:e>
                        <m:r>
                          <a:rPr lang="ar-AE" i="1">
                            <a:latin typeface="Cambria Math" panose="02040503050406030204" pitchFamily="18" charset="0"/>
                          </a:rPr>
                          <m:t>𝑔</m:t>
                        </m:r>
                      </m:e>
                      <m:sub>
                        <m:r>
                          <a:rPr lang="ar-AE" i="1">
                            <a:latin typeface="Cambria Math" panose="02040503050406030204" pitchFamily="18" charset="0"/>
                          </a:rPr>
                          <m:t>𝑡</m:t>
                        </m:r>
                      </m:sub>
                    </m:sSub>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𝛽</m:t>
                            </m:r>
                          </m:e>
                          <m:sub>
                            <m:r>
                              <a:rPr lang="ar-AE">
                                <a:latin typeface="Cambria Math" panose="02040503050406030204" pitchFamily="18" charset="0"/>
                              </a:rPr>
                              <m:t>2</m:t>
                            </m:r>
                          </m:sub>
                        </m:sSub>
                      </m:e>
                    </m:d>
                    <m:sSubSup>
                      <m:sSubSupPr>
                        <m:ctrlPr>
                          <a:rPr lang="ar-AE" i="1">
                            <a:latin typeface="Cambria Math" panose="02040503050406030204" pitchFamily="18" charset="0"/>
                          </a:rPr>
                        </m:ctrlPr>
                      </m:sSubSupPr>
                      <m:e>
                        <m:r>
                          <a:rPr lang="ar-AE" i="1">
                            <a:latin typeface="Cambria Math" panose="02040503050406030204" pitchFamily="18" charset="0"/>
                          </a:rPr>
                          <m:t>𝑔</m:t>
                        </m:r>
                      </m:e>
                      <m:sub>
                        <m:r>
                          <a:rPr lang="ar-AE" i="1">
                            <a:latin typeface="Cambria Math" panose="02040503050406030204" pitchFamily="18" charset="0"/>
                          </a:rPr>
                          <m:t>𝑡</m:t>
                        </m:r>
                      </m:sub>
                      <m:sup>
                        <m:r>
                          <a:rPr lang="ar-AE">
                            <a:latin typeface="Cambria Math" panose="02040503050406030204" pitchFamily="18" charset="0"/>
                          </a:rPr>
                          <m:t>2</m:t>
                        </m:r>
                      </m:sup>
                    </m:sSubSup>
                  </m:oMath>
                </a14:m>
                <a:endParaRPr lang="ar-AE" dirty="0"/>
              </a:p>
              <a:p>
                <a:r>
                  <a:rPr lang="en-IN" dirty="0"/>
                  <a:t>Bias correction:</a:t>
                </a:r>
              </a:p>
              <a:p>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𝑚</m:t>
                            </m:r>
                          </m:e>
                        </m:acc>
                      </m:e>
                      <m:sub>
                        <m:r>
                          <a:rPr lang="ar-AE" i="1">
                            <a:latin typeface="Cambria Math" panose="02040503050406030204" pitchFamily="18" charset="0"/>
                          </a:rPr>
                          <m:t>𝑡</m:t>
                        </m:r>
                      </m:sub>
                    </m:sSub>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𝑚</m:t>
                            </m:r>
                          </m:e>
                          <m:sub>
                            <m:r>
                              <a:rPr lang="ar-AE" i="1">
                                <a:latin typeface="Cambria Math" panose="02040503050406030204" pitchFamily="18" charset="0"/>
                              </a:rPr>
                              <m:t>𝑡</m:t>
                            </m:r>
                          </m:sub>
                        </m:sSub>
                      </m:num>
                      <m:den>
                        <m:r>
                          <a:rPr lang="ar-AE">
                            <a:latin typeface="Cambria Math" panose="02040503050406030204" pitchFamily="18" charset="0"/>
                          </a:rPr>
                          <m:t>1</m:t>
                        </m:r>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𝛽</m:t>
                            </m:r>
                          </m:e>
                          <m:sub>
                            <m:r>
                              <a:rPr lang="ar-AE">
                                <a:latin typeface="Cambria Math" panose="02040503050406030204" pitchFamily="18" charset="0"/>
                              </a:rPr>
                              <m:t>1</m:t>
                            </m:r>
                          </m:sub>
                          <m:sup>
                            <m:r>
                              <a:rPr lang="ar-AE" i="1">
                                <a:latin typeface="Cambria Math" panose="02040503050406030204" pitchFamily="18" charset="0"/>
                              </a:rPr>
                              <m:t>𝑡</m:t>
                            </m:r>
                          </m:sup>
                        </m:sSubSup>
                      </m:den>
                    </m:f>
                    <m:r>
                      <a:rPr lang="ar-AE">
                        <a:latin typeface="Cambria Math" panose="02040503050406030204" pitchFamily="18" charset="0"/>
                      </a:rPr>
                      <m:t>, </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𝑣</m:t>
                            </m:r>
                          </m:e>
                        </m:acc>
                      </m:e>
                      <m:sub>
                        <m:r>
                          <a:rPr lang="ar-AE" i="1">
                            <a:latin typeface="Cambria Math" panose="02040503050406030204" pitchFamily="18" charset="0"/>
                          </a:rPr>
                          <m:t>𝑡</m:t>
                        </m:r>
                      </m:sub>
                    </m:sSub>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𝑣</m:t>
                            </m:r>
                          </m:e>
                          <m:sub>
                            <m:r>
                              <a:rPr lang="ar-AE" i="1">
                                <a:latin typeface="Cambria Math" panose="02040503050406030204" pitchFamily="18" charset="0"/>
                              </a:rPr>
                              <m:t>𝑡</m:t>
                            </m:r>
                          </m:sub>
                        </m:sSub>
                      </m:num>
                      <m:den>
                        <m:r>
                          <a:rPr lang="ar-AE">
                            <a:latin typeface="Cambria Math" panose="02040503050406030204" pitchFamily="18" charset="0"/>
                          </a:rPr>
                          <m:t>1</m:t>
                        </m:r>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𝛽</m:t>
                            </m:r>
                          </m:e>
                          <m:sub>
                            <m:r>
                              <a:rPr lang="ar-AE">
                                <a:latin typeface="Cambria Math" panose="02040503050406030204" pitchFamily="18" charset="0"/>
                              </a:rPr>
                              <m:t>2</m:t>
                            </m:r>
                          </m:sub>
                          <m:sup>
                            <m:r>
                              <a:rPr lang="ar-AE" i="1">
                                <a:latin typeface="Cambria Math" panose="02040503050406030204" pitchFamily="18" charset="0"/>
                              </a:rPr>
                              <m:t>𝑡</m:t>
                            </m:r>
                          </m:sup>
                        </m:sSubSup>
                      </m:den>
                    </m:f>
                  </m:oMath>
                </a14:m>
                <a:endParaRPr lang="ar-AE" dirty="0"/>
              </a:p>
              <a:p>
                <a:r>
                  <a:rPr lang="en-IN" dirty="0"/>
                  <a:t>Update:</a:t>
                </a:r>
              </a:p>
              <a:p>
                <a14:m>
                  <m:oMath xmlns:m="http://schemas.openxmlformats.org/officeDocument/2006/math">
                    <m:r>
                      <a:rPr lang="en-IN" i="1">
                        <a:latin typeface="Cambria Math" panose="02040503050406030204" pitchFamily="18" charset="0"/>
                      </a:rPr>
                      <m:t>𝜃</m:t>
                    </m:r>
                    <m:r>
                      <a:rPr lang="en-IN">
                        <a:latin typeface="Cambria Math" panose="02040503050406030204" pitchFamily="18" charset="0"/>
                      </a:rPr>
                      <m:t>=</m:t>
                    </m:r>
                    <m:r>
                      <a:rPr lang="en-IN" i="1">
                        <a:latin typeface="Cambria Math" panose="02040503050406030204" pitchFamily="18" charset="0"/>
                      </a:rPr>
                      <m:t>𝜃</m:t>
                    </m:r>
                    <m:r>
                      <a:rPr lang="en-IN">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𝛼</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𝑚</m:t>
                                </m:r>
                              </m:e>
                            </m:acc>
                          </m:e>
                          <m:sub>
                            <m:r>
                              <a:rPr lang="ar-AE" i="1">
                                <a:latin typeface="Cambria Math" panose="02040503050406030204" pitchFamily="18" charset="0"/>
                              </a:rPr>
                              <m:t>𝑡</m:t>
                            </m:r>
                          </m:sub>
                        </m:sSub>
                      </m:num>
                      <m:den>
                        <m:rad>
                          <m:radPr>
                            <m:degHide m:val="on"/>
                            <m:ctrlPr>
                              <a:rPr lang="ar-AE" i="1">
                                <a:latin typeface="Cambria Math" panose="02040503050406030204" pitchFamily="18" charset="0"/>
                              </a:rPr>
                            </m:ctrlPr>
                          </m:radPr>
                          <m:deg/>
                          <m:e>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𝑣</m:t>
                                    </m:r>
                                  </m:e>
                                </m:acc>
                              </m:e>
                              <m:sub>
                                <m:r>
                                  <a:rPr lang="ar-AE" i="1">
                                    <a:latin typeface="Cambria Math" panose="02040503050406030204" pitchFamily="18" charset="0"/>
                                  </a:rPr>
                                  <m:t>𝑡</m:t>
                                </m:r>
                              </m:sub>
                            </m:sSub>
                          </m:e>
                        </m:rad>
                        <m:r>
                          <a:rPr lang="ar-AE">
                            <a:latin typeface="Cambria Math" panose="02040503050406030204" pitchFamily="18" charset="0"/>
                          </a:rPr>
                          <m:t>+</m:t>
                        </m:r>
                        <m:r>
                          <a:rPr lang="ar-AE" i="1">
                            <a:latin typeface="Cambria Math" panose="02040503050406030204" pitchFamily="18" charset="0"/>
                          </a:rPr>
                          <m:t>𝜖</m:t>
                        </m:r>
                      </m:den>
                    </m:f>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5C4480EB-B059-2CE7-EECF-1A0FC340E8C3}"/>
                  </a:ext>
                </a:extLst>
              </p:cNvPr>
              <p:cNvSpPr>
                <a:spLocks noGrp="1" noRot="1" noChangeAspect="1" noMove="1" noResize="1" noEditPoints="1" noAdjustHandles="1" noChangeArrowheads="1" noChangeShapeType="1" noTextEdit="1"/>
              </p:cNvSpPr>
              <p:nvPr>
                <p:ph idx="1"/>
              </p:nvPr>
            </p:nvSpPr>
            <p:spPr>
              <a:blipFill>
                <a:blip r:embed="rId2"/>
                <a:stretch>
                  <a:fillRect l="-1636" t="-1879"/>
                </a:stretch>
              </a:blipFill>
            </p:spPr>
            <p:txBody>
              <a:bodyPr/>
              <a:lstStyle/>
              <a:p>
                <a:r>
                  <a:rPr lang="en-IN">
                    <a:noFill/>
                  </a:rPr>
                  <a:t> </a:t>
                </a:r>
              </a:p>
            </p:txBody>
          </p:sp>
        </mc:Fallback>
      </mc:AlternateContent>
    </p:spTree>
    <p:extLst>
      <p:ext uri="{BB962C8B-B14F-4D97-AF65-F5344CB8AC3E}">
        <p14:creationId xmlns:p14="http://schemas.microsoft.com/office/powerpoint/2010/main" val="675119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BADD1-E657-FB3C-3CBD-C0B72D66D290}"/>
              </a:ext>
            </a:extLst>
          </p:cNvPr>
          <p:cNvSpPr>
            <a:spLocks noGrp="1"/>
          </p:cNvSpPr>
          <p:nvPr>
            <p:ph type="title"/>
          </p:nvPr>
        </p:nvSpPr>
        <p:spPr/>
        <p:txBody>
          <a:bodyPr>
            <a:normAutofit fontScale="90000"/>
          </a:bodyPr>
          <a:lstStyle/>
          <a:p>
            <a:r>
              <a:rPr lang="en-IN" dirty="0"/>
              <a:t>Hyperparameter Tuning</a:t>
            </a:r>
          </a:p>
        </p:txBody>
      </p:sp>
      <p:sp>
        <p:nvSpPr>
          <p:cNvPr id="3" name="Content Placeholder 2">
            <a:extLst>
              <a:ext uri="{FF2B5EF4-FFF2-40B4-BE49-F238E27FC236}">
                <a16:creationId xmlns:a16="http://schemas.microsoft.com/office/drawing/2014/main" id="{F5EA6910-E227-33BC-CDB1-19B452F59DC9}"/>
              </a:ext>
            </a:extLst>
          </p:cNvPr>
          <p:cNvSpPr>
            <a:spLocks noGrp="1"/>
          </p:cNvSpPr>
          <p:nvPr>
            <p:ph idx="1"/>
          </p:nvPr>
        </p:nvSpPr>
        <p:spPr/>
        <p:txBody>
          <a:bodyPr/>
          <a:lstStyle/>
          <a:p>
            <a:pPr fontAlgn="base"/>
            <a:r>
              <a:rPr lang="en-US" dirty="0"/>
              <a:t>Hyperparameter tuning is the process of selecting the optimal values for a machine learning model's hyperparameters. </a:t>
            </a:r>
          </a:p>
          <a:p>
            <a:pPr fontAlgn="base"/>
            <a:r>
              <a:rPr lang="en-US" dirty="0"/>
              <a:t>These are typically set before the actual training process begins and control aspects of the learning process itself.</a:t>
            </a:r>
          </a:p>
          <a:p>
            <a:pPr fontAlgn="base"/>
            <a:r>
              <a:rPr lang="en-US" dirty="0"/>
              <a:t>Effective tuning helps the model learn better patterns, avoid overfitting or underfitting and achieve higher accuracy on unseen data.</a:t>
            </a:r>
          </a:p>
          <a:p>
            <a:endParaRPr lang="en-IN" dirty="0"/>
          </a:p>
        </p:txBody>
      </p:sp>
    </p:spTree>
    <p:extLst>
      <p:ext uri="{BB962C8B-B14F-4D97-AF65-F5344CB8AC3E}">
        <p14:creationId xmlns:p14="http://schemas.microsoft.com/office/powerpoint/2010/main" val="1771968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04DD7-2D3A-79D1-F954-4DC03A3635A0}"/>
              </a:ext>
            </a:extLst>
          </p:cNvPr>
          <p:cNvSpPr>
            <a:spLocks noGrp="1"/>
          </p:cNvSpPr>
          <p:nvPr>
            <p:ph type="title"/>
          </p:nvPr>
        </p:nvSpPr>
        <p:spPr/>
        <p:txBody>
          <a:bodyPr>
            <a:normAutofit fontScale="90000"/>
          </a:bodyPr>
          <a:lstStyle/>
          <a:p>
            <a:r>
              <a:rPr lang="en-US" dirty="0"/>
              <a:t>Why Hyperparameter Tuning is Important</a:t>
            </a:r>
            <a:endParaRPr lang="en-IN" dirty="0"/>
          </a:p>
        </p:txBody>
      </p:sp>
      <p:sp>
        <p:nvSpPr>
          <p:cNvPr id="3" name="Content Placeholder 2">
            <a:extLst>
              <a:ext uri="{FF2B5EF4-FFF2-40B4-BE49-F238E27FC236}">
                <a16:creationId xmlns:a16="http://schemas.microsoft.com/office/drawing/2014/main" id="{E2D923C1-EDE4-DA59-EA9B-7A3D153F15F6}"/>
              </a:ext>
            </a:extLst>
          </p:cNvPr>
          <p:cNvSpPr>
            <a:spLocks noGrp="1"/>
          </p:cNvSpPr>
          <p:nvPr>
            <p:ph idx="1"/>
          </p:nvPr>
        </p:nvSpPr>
        <p:spPr/>
        <p:txBody>
          <a:bodyPr/>
          <a:lstStyle/>
          <a:p>
            <a:r>
              <a:rPr lang="en-US" dirty="0"/>
              <a:t>Controls </a:t>
            </a:r>
            <a:r>
              <a:rPr lang="en-US" b="1" dirty="0"/>
              <a:t>speed of convergence</a:t>
            </a:r>
            <a:endParaRPr lang="en-US" dirty="0"/>
          </a:p>
          <a:p>
            <a:r>
              <a:rPr lang="en-US" dirty="0"/>
              <a:t>Affects </a:t>
            </a:r>
            <a:r>
              <a:rPr lang="en-US" b="1" dirty="0"/>
              <a:t>bias–variance trade-off</a:t>
            </a:r>
            <a:endParaRPr lang="en-US" dirty="0"/>
          </a:p>
          <a:p>
            <a:r>
              <a:rPr lang="en-US" dirty="0"/>
              <a:t>Prevents </a:t>
            </a:r>
            <a:r>
              <a:rPr lang="en-US" b="1" dirty="0"/>
              <a:t>overfitting / underfitting</a:t>
            </a:r>
            <a:endParaRPr lang="en-US" dirty="0"/>
          </a:p>
          <a:p>
            <a:r>
              <a:rPr lang="en-US" dirty="0"/>
              <a:t>Directly impacts </a:t>
            </a:r>
            <a:r>
              <a:rPr lang="en-US" b="1" dirty="0"/>
              <a:t>final accuracy and loss</a:t>
            </a:r>
            <a:endParaRPr lang="en-US" dirty="0"/>
          </a:p>
          <a:p>
            <a:r>
              <a:rPr lang="en-US" dirty="0"/>
              <a:t> Even a good model can fail with poor hyperparameters.</a:t>
            </a:r>
          </a:p>
          <a:p>
            <a:endParaRPr lang="en-IN" dirty="0"/>
          </a:p>
        </p:txBody>
      </p:sp>
    </p:spTree>
    <p:extLst>
      <p:ext uri="{BB962C8B-B14F-4D97-AF65-F5344CB8AC3E}">
        <p14:creationId xmlns:p14="http://schemas.microsoft.com/office/powerpoint/2010/main" val="34319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00369-33EC-D2A3-17F2-F7A93AB448E4}"/>
              </a:ext>
            </a:extLst>
          </p:cNvPr>
          <p:cNvSpPr>
            <a:spLocks noGrp="1"/>
          </p:cNvSpPr>
          <p:nvPr>
            <p:ph type="title"/>
          </p:nvPr>
        </p:nvSpPr>
        <p:spPr/>
        <p:txBody>
          <a:bodyPr>
            <a:normAutofit fontScale="90000"/>
          </a:bodyPr>
          <a:lstStyle/>
          <a:p>
            <a:r>
              <a:rPr lang="en-IN" dirty="0"/>
              <a:t>Techniques for Hyperparameter Tuning</a:t>
            </a:r>
          </a:p>
        </p:txBody>
      </p:sp>
      <p:sp>
        <p:nvSpPr>
          <p:cNvPr id="3" name="Content Placeholder 2">
            <a:extLst>
              <a:ext uri="{FF2B5EF4-FFF2-40B4-BE49-F238E27FC236}">
                <a16:creationId xmlns:a16="http://schemas.microsoft.com/office/drawing/2014/main" id="{514148C5-FF61-3DDC-F2CA-D42F178791AD}"/>
              </a:ext>
            </a:extLst>
          </p:cNvPr>
          <p:cNvSpPr>
            <a:spLocks noGrp="1"/>
          </p:cNvSpPr>
          <p:nvPr>
            <p:ph idx="1"/>
          </p:nvPr>
        </p:nvSpPr>
        <p:spPr/>
        <p:txBody>
          <a:bodyPr/>
          <a:lstStyle/>
          <a:p>
            <a:r>
              <a:rPr lang="en-IN" b="1" dirty="0" err="1"/>
              <a:t>GridSearchCV</a:t>
            </a:r>
            <a:r>
              <a:rPr lang="en-IN" b="1" dirty="0"/>
              <a:t> </a:t>
            </a:r>
          </a:p>
          <a:p>
            <a:r>
              <a:rPr lang="en-IN" b="1" dirty="0" err="1"/>
              <a:t>RandomizedSearchCV</a:t>
            </a:r>
            <a:r>
              <a:rPr lang="en-IN" b="1" dirty="0"/>
              <a:t> </a:t>
            </a:r>
          </a:p>
          <a:p>
            <a:r>
              <a:rPr lang="en-IN" b="1" dirty="0"/>
              <a:t>Bayesian Optimization</a:t>
            </a:r>
          </a:p>
          <a:p>
            <a:endParaRPr lang="en-IN" dirty="0"/>
          </a:p>
        </p:txBody>
      </p:sp>
    </p:spTree>
    <p:extLst>
      <p:ext uri="{BB962C8B-B14F-4D97-AF65-F5344CB8AC3E}">
        <p14:creationId xmlns:p14="http://schemas.microsoft.com/office/powerpoint/2010/main" val="610451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4C8D8-5ED6-7DAE-E647-82123DDA6017}"/>
              </a:ext>
            </a:extLst>
          </p:cNvPr>
          <p:cNvSpPr>
            <a:spLocks noGrp="1"/>
          </p:cNvSpPr>
          <p:nvPr>
            <p:ph type="title"/>
          </p:nvPr>
        </p:nvSpPr>
        <p:spPr/>
        <p:txBody>
          <a:bodyPr>
            <a:normAutofit fontScale="90000"/>
          </a:bodyPr>
          <a:lstStyle/>
          <a:p>
            <a:r>
              <a:rPr lang="en-US" dirty="0"/>
              <a:t>1. </a:t>
            </a:r>
            <a:r>
              <a:rPr lang="en-IN" dirty="0" err="1"/>
              <a:t>GridSearchCV</a:t>
            </a:r>
            <a:r>
              <a:rPr lang="en-IN" dirty="0"/>
              <a:t> </a:t>
            </a:r>
          </a:p>
        </p:txBody>
      </p:sp>
      <p:sp>
        <p:nvSpPr>
          <p:cNvPr id="3" name="Content Placeholder 2">
            <a:extLst>
              <a:ext uri="{FF2B5EF4-FFF2-40B4-BE49-F238E27FC236}">
                <a16:creationId xmlns:a16="http://schemas.microsoft.com/office/drawing/2014/main" id="{A6157F6D-48D3-A582-3842-63B2DD025112}"/>
              </a:ext>
            </a:extLst>
          </p:cNvPr>
          <p:cNvSpPr>
            <a:spLocks noGrp="1"/>
          </p:cNvSpPr>
          <p:nvPr>
            <p:ph idx="1"/>
          </p:nvPr>
        </p:nvSpPr>
        <p:spPr>
          <a:xfrm>
            <a:off x="1025842" y="1524000"/>
            <a:ext cx="10201275" cy="4602270"/>
          </a:xfrm>
        </p:spPr>
        <p:txBody>
          <a:bodyPr>
            <a:normAutofit lnSpcReduction="10000"/>
          </a:bodyPr>
          <a:lstStyle/>
          <a:p>
            <a:pPr fontAlgn="base"/>
            <a:r>
              <a:rPr lang="en-US" dirty="0" err="1">
                <a:hlinkClick r:id="rId2">
                  <a:extLst>
                    <a:ext uri="{A12FA001-AC4F-418D-AE19-62706E023703}">
                      <ahyp:hlinkClr xmlns:ahyp="http://schemas.microsoft.com/office/drawing/2018/hyperlinkcolor" val="tx"/>
                    </a:ext>
                  </a:extLst>
                </a:hlinkClick>
              </a:rPr>
              <a:t>GridSearchCV</a:t>
            </a:r>
            <a:r>
              <a:rPr lang="en-US" dirty="0"/>
              <a:t> is a brute-force technique for hyperparameter tuning.</a:t>
            </a:r>
          </a:p>
          <a:p>
            <a:pPr fontAlgn="base"/>
            <a:r>
              <a:rPr lang="en-US" dirty="0"/>
              <a:t>It trains the model using all possible combinations of specified hyperparameter values to find the best-performing setup.</a:t>
            </a:r>
          </a:p>
          <a:p>
            <a:pPr fontAlgn="base"/>
            <a:r>
              <a:rPr lang="en-US" dirty="0"/>
              <a:t> It is slow and uses a lot of computer power which makes it hard to use with big datasets or many settings.</a:t>
            </a:r>
          </a:p>
          <a:p>
            <a:pPr marL="0" indent="0" fontAlgn="base">
              <a:buNone/>
            </a:pPr>
            <a:r>
              <a:rPr lang="en-US" dirty="0"/>
              <a:t> It works using below steps:</a:t>
            </a:r>
          </a:p>
          <a:p>
            <a:pPr fontAlgn="base"/>
            <a:r>
              <a:rPr lang="en-US" dirty="0"/>
              <a:t>Create a grid of potential values for each hyperparameter.</a:t>
            </a:r>
          </a:p>
          <a:p>
            <a:pPr fontAlgn="base"/>
            <a:r>
              <a:rPr lang="en-US" dirty="0"/>
              <a:t>Train the model for every combination in the grid.</a:t>
            </a:r>
          </a:p>
          <a:p>
            <a:pPr fontAlgn="base"/>
            <a:r>
              <a:rPr lang="en-US" dirty="0"/>
              <a:t>Evaluate each model using cross-validation.</a:t>
            </a:r>
          </a:p>
          <a:p>
            <a:pPr fontAlgn="base"/>
            <a:r>
              <a:rPr lang="en-US" dirty="0"/>
              <a:t>Select the combination that gives the highest score.</a:t>
            </a:r>
          </a:p>
          <a:p>
            <a:endParaRPr lang="en-IN" dirty="0"/>
          </a:p>
        </p:txBody>
      </p:sp>
    </p:spTree>
    <p:extLst>
      <p:ext uri="{BB962C8B-B14F-4D97-AF65-F5344CB8AC3E}">
        <p14:creationId xmlns:p14="http://schemas.microsoft.com/office/powerpoint/2010/main" val="3135843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1F6C-420C-B5DD-BAB5-03191DF2B95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59ED588-8486-2503-86DE-D04BB68D3354}"/>
              </a:ext>
            </a:extLst>
          </p:cNvPr>
          <p:cNvSpPr>
            <a:spLocks noGrp="1"/>
          </p:cNvSpPr>
          <p:nvPr>
            <p:ph idx="1"/>
          </p:nvPr>
        </p:nvSpPr>
        <p:spPr>
          <a:xfrm>
            <a:off x="1168717" y="1473200"/>
            <a:ext cx="10058400" cy="4653070"/>
          </a:xfrm>
        </p:spPr>
        <p:txBody>
          <a:bodyPr/>
          <a:lstStyle/>
          <a:p>
            <a:endParaRPr lang="en-IN"/>
          </a:p>
        </p:txBody>
      </p:sp>
      <p:pic>
        <p:nvPicPr>
          <p:cNvPr id="5" name="Picture 4">
            <a:extLst>
              <a:ext uri="{FF2B5EF4-FFF2-40B4-BE49-F238E27FC236}">
                <a16:creationId xmlns:a16="http://schemas.microsoft.com/office/drawing/2014/main" id="{C41A1E41-583B-ABD3-8C1B-55DC9227C69D}"/>
              </a:ext>
            </a:extLst>
          </p:cNvPr>
          <p:cNvPicPr>
            <a:picLocks noChangeAspect="1"/>
          </p:cNvPicPr>
          <p:nvPr/>
        </p:nvPicPr>
        <p:blipFill>
          <a:blip r:embed="rId2"/>
          <a:stretch>
            <a:fillRect/>
          </a:stretch>
        </p:blipFill>
        <p:spPr>
          <a:xfrm>
            <a:off x="1838960" y="1676400"/>
            <a:ext cx="8747760" cy="4373880"/>
          </a:xfrm>
          <a:prstGeom prst="rect">
            <a:avLst/>
          </a:prstGeom>
        </p:spPr>
      </p:pic>
    </p:spTree>
    <p:extLst>
      <p:ext uri="{BB962C8B-B14F-4D97-AF65-F5344CB8AC3E}">
        <p14:creationId xmlns:p14="http://schemas.microsoft.com/office/powerpoint/2010/main" val="1336103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FD908-6E9C-9562-A4C5-9D07745CC1B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674958C-BC5C-B5C5-92EB-9C6613614A8C}"/>
              </a:ext>
            </a:extLst>
          </p:cNvPr>
          <p:cNvSpPr>
            <a:spLocks noGrp="1"/>
          </p:cNvSpPr>
          <p:nvPr>
            <p:ph idx="1"/>
          </p:nvPr>
        </p:nvSpPr>
        <p:spPr>
          <a:xfrm>
            <a:off x="294641" y="1605280"/>
            <a:ext cx="7081520" cy="4520990"/>
          </a:xfrm>
        </p:spPr>
        <p:txBody>
          <a:bodyPr>
            <a:normAutofit/>
          </a:bodyPr>
          <a:lstStyle/>
          <a:p>
            <a:r>
              <a:rPr lang="en-US" dirty="0"/>
              <a:t>For example if we want to tune two hyperparameters C and Alpha for a Logistic Regression Classifier model with the following sets of values:</a:t>
            </a:r>
            <a:br>
              <a:rPr lang="en-US" dirty="0"/>
            </a:br>
            <a:r>
              <a:rPr lang="en-US" dirty="0"/>
              <a:t>C = [0.1, 0.2, 0.3, 0.4, 0.5]</a:t>
            </a:r>
            <a:br>
              <a:rPr lang="en-US" dirty="0"/>
            </a:br>
            <a:r>
              <a:rPr lang="en-US" dirty="0"/>
              <a:t>Alpha = [0.01, 0.1, 0.5, 1.0]</a:t>
            </a:r>
          </a:p>
          <a:p>
            <a:endParaRPr lang="en-US" dirty="0"/>
          </a:p>
          <a:p>
            <a:r>
              <a:rPr lang="en-US" dirty="0"/>
              <a:t>The grid search technique will construct multiple versions of the model with all possible combinations of C and Alpha, resulting in a total of 5 * 4 = 20 different models.</a:t>
            </a:r>
          </a:p>
          <a:p>
            <a:r>
              <a:rPr lang="en-US" dirty="0"/>
              <a:t> The best-performing combination is then chosen.</a:t>
            </a:r>
          </a:p>
          <a:p>
            <a:endParaRPr lang="en-IN" dirty="0"/>
          </a:p>
        </p:txBody>
      </p:sp>
      <p:pic>
        <p:nvPicPr>
          <p:cNvPr id="7170" name="Picture 2" descr="GridSearchCV">
            <a:extLst>
              <a:ext uri="{FF2B5EF4-FFF2-40B4-BE49-F238E27FC236}">
                <a16:creationId xmlns:a16="http://schemas.microsoft.com/office/drawing/2014/main" id="{9BF4B953-07D7-ED5A-51D1-3907B3BB8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1855" y="1752283"/>
            <a:ext cx="4210050" cy="3744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2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BC517-B813-B784-CBA2-6ED745F7B2C9}"/>
              </a:ext>
            </a:extLst>
          </p:cNvPr>
          <p:cNvSpPr>
            <a:spLocks noGrp="1"/>
          </p:cNvSpPr>
          <p:nvPr>
            <p:ph type="title"/>
          </p:nvPr>
        </p:nvSpPr>
        <p:spPr/>
        <p:txBody>
          <a:bodyPr>
            <a:normAutofit fontScale="90000"/>
          </a:bodyPr>
          <a:lstStyle/>
          <a:p>
            <a:r>
              <a:rPr lang="en-US" dirty="0"/>
              <a:t>2.</a:t>
            </a:r>
            <a:r>
              <a:rPr lang="en-IN" dirty="0"/>
              <a:t> </a:t>
            </a:r>
            <a:r>
              <a:rPr lang="en-IN" dirty="0" err="1"/>
              <a:t>RandomizedSearchCV</a:t>
            </a:r>
            <a:r>
              <a:rPr lang="en-IN" dirty="0"/>
              <a:t> </a:t>
            </a:r>
          </a:p>
        </p:txBody>
      </p:sp>
      <p:sp>
        <p:nvSpPr>
          <p:cNvPr id="3" name="Content Placeholder 2">
            <a:extLst>
              <a:ext uri="{FF2B5EF4-FFF2-40B4-BE49-F238E27FC236}">
                <a16:creationId xmlns:a16="http://schemas.microsoft.com/office/drawing/2014/main" id="{2C1E7E0E-481C-BF30-3299-529EF4A5E406}"/>
              </a:ext>
            </a:extLst>
          </p:cNvPr>
          <p:cNvSpPr>
            <a:spLocks noGrp="1"/>
          </p:cNvSpPr>
          <p:nvPr>
            <p:ph idx="1"/>
          </p:nvPr>
        </p:nvSpPr>
        <p:spPr/>
        <p:txBody>
          <a:bodyPr/>
          <a:lstStyle/>
          <a:p>
            <a:pPr fontAlgn="base"/>
            <a:r>
              <a:rPr lang="en-US" dirty="0"/>
              <a:t>As the name suggests</a:t>
            </a:r>
            <a:r>
              <a:rPr lang="en-US" u="sng" dirty="0">
                <a:hlinkClick r:id="rId2"/>
              </a:rPr>
              <a:t> </a:t>
            </a:r>
            <a:r>
              <a:rPr lang="en-US" u="sng" dirty="0" err="1">
                <a:hlinkClick r:id="rId2">
                  <a:extLst>
                    <a:ext uri="{A12FA001-AC4F-418D-AE19-62706E023703}">
                      <ahyp:hlinkClr xmlns:ahyp="http://schemas.microsoft.com/office/drawing/2018/hyperlinkcolor" val="tx"/>
                    </a:ext>
                  </a:extLst>
                </a:hlinkClick>
              </a:rPr>
              <a:t>RandomizedSearchCV</a:t>
            </a:r>
            <a:r>
              <a:rPr lang="en-US" dirty="0">
                <a:hlinkClick r:id="rId2">
                  <a:extLst>
                    <a:ext uri="{A12FA001-AC4F-418D-AE19-62706E023703}">
                      <ahyp:hlinkClr xmlns:ahyp="http://schemas.microsoft.com/office/drawing/2018/hyperlinkcolor" val="tx"/>
                    </a:ext>
                  </a:extLst>
                </a:hlinkClick>
              </a:rPr>
              <a:t> </a:t>
            </a:r>
            <a:r>
              <a:rPr lang="en-US" dirty="0"/>
              <a:t>picks random combinations of hyperparameters from the given ranges instead of checking every single combination like </a:t>
            </a:r>
            <a:r>
              <a:rPr lang="en-US" dirty="0" err="1"/>
              <a:t>GridSearchCV</a:t>
            </a:r>
            <a:r>
              <a:rPr lang="en-US" dirty="0"/>
              <a:t>.</a:t>
            </a:r>
          </a:p>
          <a:p>
            <a:pPr fontAlgn="base"/>
            <a:r>
              <a:rPr lang="en-US" dirty="0"/>
              <a:t>In each iteration it tries a new random combination of hyperparameter values.</a:t>
            </a:r>
          </a:p>
          <a:p>
            <a:pPr fontAlgn="base"/>
            <a:r>
              <a:rPr lang="en-US" dirty="0"/>
              <a:t>It records the model’s performance for each combination.</a:t>
            </a:r>
          </a:p>
          <a:p>
            <a:pPr fontAlgn="base"/>
            <a:r>
              <a:rPr lang="en-US" dirty="0"/>
              <a:t>After several attempts it selects the best-performing set.</a:t>
            </a:r>
          </a:p>
          <a:p>
            <a:endParaRPr lang="en-IN" dirty="0"/>
          </a:p>
        </p:txBody>
      </p:sp>
    </p:spTree>
    <p:extLst>
      <p:ext uri="{BB962C8B-B14F-4D97-AF65-F5344CB8AC3E}">
        <p14:creationId xmlns:p14="http://schemas.microsoft.com/office/powerpoint/2010/main" val="489944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1329F-5627-50C0-231F-BDF32FAC095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178E8F0-9650-059E-E9F0-1A8C7BE07E3D}"/>
              </a:ext>
            </a:extLst>
          </p:cNvPr>
          <p:cNvSpPr>
            <a:spLocks noGrp="1"/>
          </p:cNvSpPr>
          <p:nvPr>
            <p:ph idx="1"/>
          </p:nvPr>
        </p:nvSpPr>
        <p:spPr>
          <a:xfrm>
            <a:off x="1168716" y="1381760"/>
            <a:ext cx="10190163" cy="4744510"/>
          </a:xfrm>
        </p:spPr>
        <p:txBody>
          <a:bodyPr/>
          <a:lstStyle/>
          <a:p>
            <a:endParaRPr lang="en-IN"/>
          </a:p>
        </p:txBody>
      </p:sp>
      <p:pic>
        <p:nvPicPr>
          <p:cNvPr id="5" name="Picture 4">
            <a:extLst>
              <a:ext uri="{FF2B5EF4-FFF2-40B4-BE49-F238E27FC236}">
                <a16:creationId xmlns:a16="http://schemas.microsoft.com/office/drawing/2014/main" id="{03AD9BF1-D033-DC9F-8CF2-3C4DC531246D}"/>
              </a:ext>
            </a:extLst>
          </p:cNvPr>
          <p:cNvPicPr>
            <a:picLocks noChangeAspect="1"/>
          </p:cNvPicPr>
          <p:nvPr/>
        </p:nvPicPr>
        <p:blipFill>
          <a:blip r:embed="rId2"/>
          <a:stretch>
            <a:fillRect/>
          </a:stretch>
        </p:blipFill>
        <p:spPr>
          <a:xfrm>
            <a:off x="1300320" y="1427349"/>
            <a:ext cx="9397842" cy="4698921"/>
          </a:xfrm>
          <a:prstGeom prst="rect">
            <a:avLst/>
          </a:prstGeom>
        </p:spPr>
      </p:pic>
    </p:spTree>
    <p:extLst>
      <p:ext uri="{BB962C8B-B14F-4D97-AF65-F5344CB8AC3E}">
        <p14:creationId xmlns:p14="http://schemas.microsoft.com/office/powerpoint/2010/main" val="57264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1EBE-8189-3EF1-9BA3-512F9874C9A8}"/>
              </a:ext>
            </a:extLst>
          </p:cNvPr>
          <p:cNvSpPr>
            <a:spLocks noGrp="1"/>
          </p:cNvSpPr>
          <p:nvPr>
            <p:ph type="title"/>
          </p:nvPr>
        </p:nvSpPr>
        <p:spPr/>
        <p:txBody>
          <a:bodyPr>
            <a:normAutofit fontScale="90000"/>
          </a:bodyPr>
          <a:lstStyle/>
          <a:p>
            <a:r>
              <a:rPr lang="en-US" dirty="0"/>
              <a:t>3. Bayesian Optimization</a:t>
            </a:r>
            <a:endParaRPr lang="en-IN" dirty="0"/>
          </a:p>
        </p:txBody>
      </p:sp>
      <p:sp>
        <p:nvSpPr>
          <p:cNvPr id="3" name="Content Placeholder 2">
            <a:extLst>
              <a:ext uri="{FF2B5EF4-FFF2-40B4-BE49-F238E27FC236}">
                <a16:creationId xmlns:a16="http://schemas.microsoft.com/office/drawing/2014/main" id="{AC7ED600-7F0D-AB65-BB00-998710EC595A}"/>
              </a:ext>
            </a:extLst>
          </p:cNvPr>
          <p:cNvSpPr>
            <a:spLocks noGrp="1"/>
          </p:cNvSpPr>
          <p:nvPr>
            <p:ph idx="1"/>
          </p:nvPr>
        </p:nvSpPr>
        <p:spPr>
          <a:xfrm>
            <a:off x="1025842" y="1422400"/>
            <a:ext cx="10201275" cy="4703870"/>
          </a:xfrm>
        </p:spPr>
        <p:txBody>
          <a:bodyPr>
            <a:normAutofit lnSpcReduction="10000"/>
          </a:bodyPr>
          <a:lstStyle/>
          <a:p>
            <a:pPr fontAlgn="base"/>
            <a:r>
              <a:rPr lang="en-US" dirty="0"/>
              <a:t>Grid Search and Random Search can be inefficient because they blindly try many hyperparameter combinations, even if some are clearly not useful.</a:t>
            </a:r>
            <a:r>
              <a:rPr lang="en-US" u="sng" dirty="0">
                <a:hlinkClick r:id="rId2"/>
              </a:rPr>
              <a:t> </a:t>
            </a:r>
            <a:r>
              <a:rPr lang="en-US" dirty="0">
                <a:hlinkClick r:id="rId2">
                  <a:extLst>
                    <a:ext uri="{A12FA001-AC4F-418D-AE19-62706E023703}">
                      <ahyp:hlinkClr xmlns:ahyp="http://schemas.microsoft.com/office/drawing/2018/hyperlinkcolor" val="tx"/>
                    </a:ext>
                  </a:extLst>
                </a:hlinkClick>
              </a:rPr>
              <a:t>Bayesian Optimization</a:t>
            </a:r>
            <a:r>
              <a:rPr lang="en-US" dirty="0"/>
              <a:t> takes a smarter approach. </a:t>
            </a:r>
          </a:p>
          <a:p>
            <a:pPr fontAlgn="base"/>
            <a:r>
              <a:rPr lang="en-US" dirty="0"/>
              <a:t>It treats hyperparameter tuning like a mathematical optimization problem and learns from past results to decide what to try next.</a:t>
            </a:r>
          </a:p>
          <a:p>
            <a:pPr fontAlgn="base"/>
            <a:r>
              <a:rPr lang="en-US" dirty="0"/>
              <a:t>Build a probabilistic model (surrogate function) that predicts performance based on hyperparameters.</a:t>
            </a:r>
          </a:p>
          <a:p>
            <a:pPr fontAlgn="base"/>
            <a:r>
              <a:rPr lang="en-US" dirty="0"/>
              <a:t>Update this model after each evaluation.</a:t>
            </a:r>
          </a:p>
          <a:p>
            <a:pPr fontAlgn="base"/>
            <a:r>
              <a:rPr lang="en-US" dirty="0"/>
              <a:t>Use the model to choose the next best set to try.</a:t>
            </a:r>
          </a:p>
          <a:p>
            <a:pPr fontAlgn="base"/>
            <a:r>
              <a:rPr lang="en-US" dirty="0"/>
              <a:t>Repeat until the optimal combination is found. The surrogate function models:</a:t>
            </a:r>
          </a:p>
          <a:p>
            <a:pPr marL="0" indent="0" algn="ctr">
              <a:buNone/>
            </a:pPr>
            <a:r>
              <a:rPr lang="da-DK" i="1" dirty="0">
                <a:highlight>
                  <a:srgbClr val="FFFF00"/>
                </a:highlight>
              </a:rPr>
              <a:t>P</a:t>
            </a:r>
            <a:r>
              <a:rPr lang="da-DK" dirty="0">
                <a:highlight>
                  <a:srgbClr val="FFFF00"/>
                </a:highlight>
              </a:rPr>
              <a:t>(score(</a:t>
            </a:r>
            <a:r>
              <a:rPr lang="da-DK" i="1" dirty="0">
                <a:highlight>
                  <a:srgbClr val="FFFF00"/>
                </a:highlight>
              </a:rPr>
              <a:t>y</a:t>
            </a:r>
            <a:r>
              <a:rPr lang="da-DK" dirty="0">
                <a:highlight>
                  <a:srgbClr val="FFFF00"/>
                </a:highlight>
              </a:rPr>
              <a:t>)∣hyperparameters(</a:t>
            </a:r>
            <a:r>
              <a:rPr lang="da-DK" i="1" dirty="0">
                <a:highlight>
                  <a:srgbClr val="FFFF00"/>
                </a:highlight>
              </a:rPr>
              <a:t>x</a:t>
            </a:r>
            <a:r>
              <a:rPr lang="da-DK" dirty="0">
                <a:highlight>
                  <a:srgbClr val="FFFF00"/>
                </a:highlight>
              </a:rPr>
              <a:t>))</a:t>
            </a:r>
            <a:r>
              <a:rPr lang="da-DK" i="1" dirty="0">
                <a:highlight>
                  <a:srgbClr val="FFFF00"/>
                </a:highlight>
              </a:rPr>
              <a:t> </a:t>
            </a:r>
            <a:endParaRPr lang="en-IN" dirty="0">
              <a:highlight>
                <a:srgbClr val="FFFF00"/>
              </a:highlight>
            </a:endParaRPr>
          </a:p>
        </p:txBody>
      </p:sp>
    </p:spTree>
    <p:extLst>
      <p:ext uri="{BB962C8B-B14F-4D97-AF65-F5344CB8AC3E}">
        <p14:creationId xmlns:p14="http://schemas.microsoft.com/office/powerpoint/2010/main" val="4114400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3357-8D5A-6799-A281-904C339D8547}"/>
              </a:ext>
            </a:extLst>
          </p:cNvPr>
          <p:cNvSpPr>
            <a:spLocks noGrp="1"/>
          </p:cNvSpPr>
          <p:nvPr>
            <p:ph type="title"/>
          </p:nvPr>
        </p:nvSpPr>
        <p:spPr/>
        <p:txBody>
          <a:bodyPr>
            <a:normAutofit fontScale="90000"/>
          </a:bodyPr>
          <a:lstStyle/>
          <a:p>
            <a:endParaRPr lang="en-IN"/>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CCD903-32FE-B98E-992C-62E4B2B319AA}"/>
                  </a:ext>
                </a:extLst>
              </p:cNvPr>
              <p:cNvSpPr>
                <a:spLocks noGrp="1"/>
              </p:cNvSpPr>
              <p:nvPr>
                <p:ph idx="1"/>
              </p:nvPr>
            </p:nvSpPr>
            <p:spPr>
              <a:xfrm>
                <a:off x="1168717" y="1442720"/>
                <a:ext cx="10058400" cy="4683550"/>
              </a:xfrm>
            </p:spPr>
            <p:txBody>
              <a:bodyPr/>
              <a:lstStyle/>
              <a:p>
                <a:pPr fontAlgn="base"/>
                <a:r>
                  <a:rPr lang="en-IN" dirty="0"/>
                  <a:t>Here the surrogate function models the relationship between hyperparameters </a:t>
                </a:r>
                <a14:m>
                  <m:oMath xmlns:m="http://schemas.openxmlformats.org/officeDocument/2006/math">
                    <m:r>
                      <a:rPr lang="en-IN" i="1">
                        <a:latin typeface="Cambria Math" panose="02040503050406030204" pitchFamily="18" charset="0"/>
                      </a:rPr>
                      <m:t>𝑥</m:t>
                    </m:r>
                  </m:oMath>
                </a14:m>
                <a:r>
                  <a:rPr lang="en-IN" dirty="0"/>
                  <a:t> and the score </a:t>
                </a:r>
                <a14:m>
                  <m:oMath xmlns:m="http://schemas.openxmlformats.org/officeDocument/2006/math">
                    <m:r>
                      <a:rPr lang="en-IN" i="1">
                        <a:latin typeface="Cambria Math" panose="02040503050406030204" pitchFamily="18" charset="0"/>
                      </a:rPr>
                      <m:t>𝑦</m:t>
                    </m:r>
                  </m:oMath>
                </a14:m>
                <a:r>
                  <a:rPr lang="en-IN" dirty="0"/>
                  <a:t>. </a:t>
                </a:r>
              </a:p>
              <a:p>
                <a:pPr fontAlgn="base"/>
                <a:r>
                  <a:rPr lang="en-IN" dirty="0"/>
                  <a:t>By updating this model iteratively with each new evaluation Bayesian optimization makes more informed decisions.</a:t>
                </a:r>
              </a:p>
              <a:p>
                <a:pPr fontAlgn="base"/>
                <a:r>
                  <a:rPr lang="en-IN" dirty="0"/>
                  <a:t> Common surrogate models used in Bayesian optimization include:</a:t>
                </a:r>
              </a:p>
              <a:p>
                <a:pPr fontAlgn="base"/>
                <a:r>
                  <a:rPr lang="en-IN" dirty="0"/>
                  <a:t>Gaussian Processes</a:t>
                </a:r>
              </a:p>
              <a:p>
                <a:pPr fontAlgn="base"/>
                <a:r>
                  <a:rPr lang="en-IN" dirty="0"/>
                  <a:t>Random Forest Regression</a:t>
                </a:r>
              </a:p>
              <a:p>
                <a:pPr fontAlgn="base"/>
                <a:r>
                  <a:rPr lang="en-IN" dirty="0"/>
                  <a:t>Tree-structured </a:t>
                </a:r>
                <a:r>
                  <a:rPr lang="en-IN" dirty="0" err="1"/>
                  <a:t>Parzen</a:t>
                </a:r>
                <a:r>
                  <a:rPr lang="en-IN" dirty="0"/>
                  <a:t> Estimators (TPE)</a:t>
                </a:r>
              </a:p>
              <a:p>
                <a:endParaRPr lang="en-IN" dirty="0"/>
              </a:p>
            </p:txBody>
          </p:sp>
        </mc:Choice>
        <mc:Fallback>
          <p:sp>
            <p:nvSpPr>
              <p:cNvPr id="3" name="Content Placeholder 2">
                <a:extLst>
                  <a:ext uri="{FF2B5EF4-FFF2-40B4-BE49-F238E27FC236}">
                    <a16:creationId xmlns:a16="http://schemas.microsoft.com/office/drawing/2014/main" id="{82CCD903-32FE-B98E-992C-62E4B2B319AA}"/>
                  </a:ext>
                </a:extLst>
              </p:cNvPr>
              <p:cNvSpPr>
                <a:spLocks noGrp="1" noRot="1" noChangeAspect="1" noMove="1" noResize="1" noEditPoints="1" noAdjustHandles="1" noChangeArrowheads="1" noChangeShapeType="1" noTextEdit="1"/>
              </p:cNvSpPr>
              <p:nvPr>
                <p:ph idx="1"/>
              </p:nvPr>
            </p:nvSpPr>
            <p:spPr>
              <a:xfrm>
                <a:off x="1168717" y="1442720"/>
                <a:ext cx="10058400" cy="4683550"/>
              </a:xfrm>
              <a:blipFill>
                <a:blip r:embed="rId2"/>
                <a:stretch>
                  <a:fillRect l="-1758" t="-1823"/>
                </a:stretch>
              </a:blipFill>
            </p:spPr>
            <p:txBody>
              <a:bodyPr/>
              <a:lstStyle/>
              <a:p>
                <a:r>
                  <a:rPr lang="en-IN">
                    <a:noFill/>
                  </a:rPr>
                  <a:t> </a:t>
                </a:r>
              </a:p>
            </p:txBody>
          </p:sp>
        </mc:Fallback>
      </mc:AlternateContent>
    </p:spTree>
    <p:extLst>
      <p:ext uri="{BB962C8B-B14F-4D97-AF65-F5344CB8AC3E}">
        <p14:creationId xmlns:p14="http://schemas.microsoft.com/office/powerpoint/2010/main" val="2429792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864242-2245-ABA3-F29B-69D18DF4B8B3}"/>
              </a:ext>
            </a:extLst>
          </p:cNvPr>
          <p:cNvPicPr>
            <a:picLocks noChangeAspect="1"/>
          </p:cNvPicPr>
          <p:nvPr/>
        </p:nvPicPr>
        <p:blipFill>
          <a:blip r:embed="rId2"/>
          <a:stretch>
            <a:fillRect/>
          </a:stretch>
        </p:blipFill>
        <p:spPr>
          <a:xfrm>
            <a:off x="1229677" y="1524000"/>
            <a:ext cx="9204540" cy="4602270"/>
          </a:xfrm>
          <a:prstGeom prst="rect">
            <a:avLst/>
          </a:prstGeom>
        </p:spPr>
      </p:pic>
    </p:spTree>
    <p:extLst>
      <p:ext uri="{BB962C8B-B14F-4D97-AF65-F5344CB8AC3E}">
        <p14:creationId xmlns:p14="http://schemas.microsoft.com/office/powerpoint/2010/main" val="62775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3ACBE-64D6-85AC-A9F2-93ECB0619822}"/>
              </a:ext>
            </a:extLst>
          </p:cNvPr>
          <p:cNvSpPr>
            <a:spLocks noGrp="1"/>
          </p:cNvSpPr>
          <p:nvPr>
            <p:ph type="title"/>
          </p:nvPr>
        </p:nvSpPr>
        <p:spPr/>
        <p:txBody>
          <a:bodyPr>
            <a:normAutofit fontScale="90000"/>
          </a:bodyPr>
          <a:lstStyle/>
          <a:p>
            <a:r>
              <a:rPr lang="en-IN" dirty="0"/>
              <a:t>Advantages of Hyperparameter tuning</a:t>
            </a:r>
          </a:p>
        </p:txBody>
      </p:sp>
      <p:sp>
        <p:nvSpPr>
          <p:cNvPr id="3" name="Content Placeholder 2">
            <a:extLst>
              <a:ext uri="{FF2B5EF4-FFF2-40B4-BE49-F238E27FC236}">
                <a16:creationId xmlns:a16="http://schemas.microsoft.com/office/drawing/2014/main" id="{003F7868-9869-0D1E-2506-E482EBEA995E}"/>
              </a:ext>
            </a:extLst>
          </p:cNvPr>
          <p:cNvSpPr>
            <a:spLocks noGrp="1"/>
          </p:cNvSpPr>
          <p:nvPr>
            <p:ph idx="1"/>
          </p:nvPr>
        </p:nvSpPr>
        <p:spPr>
          <a:xfrm>
            <a:off x="609601" y="1503680"/>
            <a:ext cx="10586720" cy="4643120"/>
          </a:xfrm>
        </p:spPr>
        <p:txBody>
          <a:bodyPr>
            <a:normAutofit lnSpcReduction="10000"/>
          </a:bodyPr>
          <a:lstStyle/>
          <a:p>
            <a:pPr algn="just" fontAlgn="base"/>
            <a:r>
              <a:rPr lang="en-US" b="1" dirty="0"/>
              <a:t>Improved Model Performance</a:t>
            </a:r>
            <a:r>
              <a:rPr lang="en-US" dirty="0"/>
              <a:t>: Finding the optimal combination of hyperparameters can significantly boost model accuracy and robustness.</a:t>
            </a:r>
          </a:p>
          <a:p>
            <a:pPr algn="just" fontAlgn="base"/>
            <a:r>
              <a:rPr lang="en-US" b="1" dirty="0"/>
              <a:t>Reduced Overfitting and Underfitting</a:t>
            </a:r>
            <a:r>
              <a:rPr lang="en-US" dirty="0"/>
              <a:t>: Tuning helps to prevent both overfitting and underfitting resulting in a well-balanced model.</a:t>
            </a:r>
          </a:p>
          <a:p>
            <a:pPr algn="just" fontAlgn="base"/>
            <a:r>
              <a:rPr lang="en-US" b="1" dirty="0"/>
              <a:t>Enhanced Model Generalizability</a:t>
            </a:r>
            <a:r>
              <a:rPr lang="en-US" dirty="0"/>
              <a:t>: By selecting hyperparameters that optimize performance on validation data the model is more likely to generalize well to unseen data.</a:t>
            </a:r>
          </a:p>
          <a:p>
            <a:pPr algn="just" fontAlgn="base"/>
            <a:r>
              <a:rPr lang="en-US" b="1" dirty="0"/>
              <a:t>Optimized Resource Utilization</a:t>
            </a:r>
            <a:r>
              <a:rPr lang="en-US" dirty="0"/>
              <a:t>: With careful tuning resources such as computation time and memory can be used more efficiently avoiding unnecessary work.</a:t>
            </a:r>
          </a:p>
          <a:p>
            <a:pPr algn="just" fontAlgn="base"/>
            <a:r>
              <a:rPr lang="en-US" b="1" dirty="0"/>
              <a:t>Improved Model Interpretability</a:t>
            </a:r>
            <a:r>
              <a:rPr lang="en-US" dirty="0"/>
              <a:t>: Properly tuned hyperparameters can make the model simpler and easier to interpret.</a:t>
            </a:r>
            <a:endParaRPr lang="en-IN" dirty="0"/>
          </a:p>
        </p:txBody>
      </p:sp>
    </p:spTree>
    <p:extLst>
      <p:ext uri="{BB962C8B-B14F-4D97-AF65-F5344CB8AC3E}">
        <p14:creationId xmlns:p14="http://schemas.microsoft.com/office/powerpoint/2010/main" val="3777810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3B0D1-C458-7455-CC5D-DD704AB32D68}"/>
              </a:ext>
            </a:extLst>
          </p:cNvPr>
          <p:cNvSpPr>
            <a:spLocks noGrp="1"/>
          </p:cNvSpPr>
          <p:nvPr>
            <p:ph type="title"/>
          </p:nvPr>
        </p:nvSpPr>
        <p:spPr/>
        <p:txBody>
          <a:bodyPr>
            <a:normAutofit fontScale="90000"/>
          </a:bodyPr>
          <a:lstStyle/>
          <a:p>
            <a:r>
              <a:rPr lang="en-IN" dirty="0"/>
              <a:t>Challenges</a:t>
            </a:r>
          </a:p>
        </p:txBody>
      </p:sp>
      <p:sp>
        <p:nvSpPr>
          <p:cNvPr id="3" name="Content Placeholder 2">
            <a:extLst>
              <a:ext uri="{FF2B5EF4-FFF2-40B4-BE49-F238E27FC236}">
                <a16:creationId xmlns:a16="http://schemas.microsoft.com/office/drawing/2014/main" id="{80D335E0-9808-01D3-1030-00C96E18122A}"/>
              </a:ext>
            </a:extLst>
          </p:cNvPr>
          <p:cNvSpPr>
            <a:spLocks noGrp="1"/>
          </p:cNvSpPr>
          <p:nvPr>
            <p:ph idx="1"/>
          </p:nvPr>
        </p:nvSpPr>
        <p:spPr>
          <a:xfrm>
            <a:off x="934720" y="1320198"/>
            <a:ext cx="10282237" cy="4369402"/>
          </a:xfrm>
        </p:spPr>
        <p:txBody>
          <a:bodyPr/>
          <a:lstStyle/>
          <a:p>
            <a:pPr algn="just" fontAlgn="base"/>
            <a:r>
              <a:rPr lang="en-US" b="1" dirty="0"/>
              <a:t>Dealing with High-Dimensional Hyperparameter Spaces: </a:t>
            </a:r>
            <a:r>
              <a:rPr lang="en-US" dirty="0"/>
              <a:t>The larger the hyperparameter space the more combinations need to be explored. This makes the search process computationally expensive and time-consuming especially for complex models with many hyperparameters.</a:t>
            </a:r>
          </a:p>
          <a:p>
            <a:pPr algn="just" fontAlgn="base"/>
            <a:r>
              <a:rPr lang="en-US" b="1" dirty="0"/>
              <a:t>Incorporating Domain Knowledge: It</a:t>
            </a:r>
            <a:r>
              <a:rPr lang="en-US" dirty="0"/>
              <a:t> can help guide the hyperparameter search, narrowing down the search space and making the process more efficient. Using insights from the problem context can improve both the efficiency and effectiveness of tuning.</a:t>
            </a:r>
          </a:p>
          <a:p>
            <a:pPr algn="just" fontAlgn="base"/>
            <a:r>
              <a:rPr lang="en-US" b="1" dirty="0"/>
              <a:t>Developing Adaptive Hyperparameter Tuning Methods: </a:t>
            </a:r>
            <a:r>
              <a:rPr lang="en-US" dirty="0"/>
              <a:t>Dynamic adjustment of hyperparameters during training such as learning rate schedules or early stopping can lead to better model performance.</a:t>
            </a:r>
          </a:p>
          <a:p>
            <a:pPr algn="just"/>
            <a:endParaRPr lang="en-IN" dirty="0"/>
          </a:p>
        </p:txBody>
      </p:sp>
    </p:spTree>
    <p:extLst>
      <p:ext uri="{BB962C8B-B14F-4D97-AF65-F5344CB8AC3E}">
        <p14:creationId xmlns:p14="http://schemas.microsoft.com/office/powerpoint/2010/main" val="2043070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1283-9FB4-890E-36DA-D9709E475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5B641-CD0A-C23D-4106-2005C3A79E33}"/>
              </a:ext>
            </a:extLst>
          </p:cNvPr>
          <p:cNvSpPr>
            <a:spLocks noGrp="1"/>
          </p:cNvSpPr>
          <p:nvPr>
            <p:ph type="title"/>
          </p:nvPr>
        </p:nvSpPr>
        <p:spPr/>
        <p:txBody>
          <a:bodyPr>
            <a:normAutofit fontScale="90000"/>
          </a:bodyPr>
          <a:lstStyle/>
          <a:p>
            <a:r>
              <a:rPr lang="en-IN" dirty="0"/>
              <a:t>Important Hyperparameter Ranges</a:t>
            </a:r>
          </a:p>
        </p:txBody>
      </p:sp>
      <p:graphicFrame>
        <p:nvGraphicFramePr>
          <p:cNvPr id="4" name="Content Placeholder 3">
            <a:extLst>
              <a:ext uri="{FF2B5EF4-FFF2-40B4-BE49-F238E27FC236}">
                <a16:creationId xmlns:a16="http://schemas.microsoft.com/office/drawing/2014/main" id="{D7E993BF-B48C-7C65-A620-728C60399898}"/>
              </a:ext>
            </a:extLst>
          </p:cNvPr>
          <p:cNvGraphicFramePr>
            <a:graphicFrameLocks noGrp="1"/>
          </p:cNvGraphicFramePr>
          <p:nvPr>
            <p:ph idx="1"/>
            <p:extLst>
              <p:ext uri="{D42A27DB-BD31-4B8C-83A1-F6EECF244321}">
                <p14:modId xmlns:p14="http://schemas.microsoft.com/office/powerpoint/2010/main" val="2192089870"/>
              </p:ext>
            </p:extLst>
          </p:nvPr>
        </p:nvGraphicFramePr>
        <p:xfrm>
          <a:off x="1147762" y="1238001"/>
          <a:ext cx="9530400" cy="5083598"/>
        </p:xfrm>
        <a:graphic>
          <a:graphicData uri="http://schemas.openxmlformats.org/drawingml/2006/table">
            <a:tbl>
              <a:tblPr>
                <a:tableStyleId>{5940675A-B579-460E-94D1-54222C63F5DA}</a:tableStyleId>
              </a:tblPr>
              <a:tblGrid>
                <a:gridCol w="2382600">
                  <a:extLst>
                    <a:ext uri="{9D8B030D-6E8A-4147-A177-3AD203B41FA5}">
                      <a16:colId xmlns:a16="http://schemas.microsoft.com/office/drawing/2014/main" val="369531824"/>
                    </a:ext>
                  </a:extLst>
                </a:gridCol>
                <a:gridCol w="2382600">
                  <a:extLst>
                    <a:ext uri="{9D8B030D-6E8A-4147-A177-3AD203B41FA5}">
                      <a16:colId xmlns:a16="http://schemas.microsoft.com/office/drawing/2014/main" val="748163493"/>
                    </a:ext>
                  </a:extLst>
                </a:gridCol>
                <a:gridCol w="2382600">
                  <a:extLst>
                    <a:ext uri="{9D8B030D-6E8A-4147-A177-3AD203B41FA5}">
                      <a16:colId xmlns:a16="http://schemas.microsoft.com/office/drawing/2014/main" val="4244576182"/>
                    </a:ext>
                  </a:extLst>
                </a:gridCol>
                <a:gridCol w="2382600">
                  <a:extLst>
                    <a:ext uri="{9D8B030D-6E8A-4147-A177-3AD203B41FA5}">
                      <a16:colId xmlns:a16="http://schemas.microsoft.com/office/drawing/2014/main" val="1157352199"/>
                    </a:ext>
                  </a:extLst>
                </a:gridCol>
              </a:tblGrid>
              <a:tr h="468879">
                <a:tc>
                  <a:txBody>
                    <a:bodyPr/>
                    <a:lstStyle/>
                    <a:p>
                      <a:pPr>
                        <a:buNone/>
                      </a:pPr>
                      <a:r>
                        <a:rPr lang="en-IN" sz="1800" dirty="0"/>
                        <a:t>Category</a:t>
                      </a:r>
                    </a:p>
                  </a:txBody>
                  <a:tcPr marL="25257" marR="25257" marT="12629" marB="12629" anchor="ctr"/>
                </a:tc>
                <a:tc>
                  <a:txBody>
                    <a:bodyPr/>
                    <a:lstStyle/>
                    <a:p>
                      <a:pPr>
                        <a:buNone/>
                      </a:pPr>
                      <a:r>
                        <a:rPr lang="en-IN" sz="1800"/>
                        <a:t>Hyperparameter</a:t>
                      </a:r>
                    </a:p>
                  </a:txBody>
                  <a:tcPr marL="25257" marR="25257" marT="12629" marB="12629" anchor="ctr"/>
                </a:tc>
                <a:tc>
                  <a:txBody>
                    <a:bodyPr/>
                    <a:lstStyle/>
                    <a:p>
                      <a:pPr>
                        <a:buNone/>
                      </a:pPr>
                      <a:r>
                        <a:rPr lang="en-IN" sz="1800"/>
                        <a:t>Symbol</a:t>
                      </a:r>
                    </a:p>
                  </a:txBody>
                  <a:tcPr marL="25257" marR="25257" marT="12629" marB="12629" anchor="ctr"/>
                </a:tc>
                <a:tc>
                  <a:txBody>
                    <a:bodyPr/>
                    <a:lstStyle/>
                    <a:p>
                      <a:pPr>
                        <a:buNone/>
                      </a:pPr>
                      <a:r>
                        <a:rPr lang="en-IN" sz="1800"/>
                        <a:t>Typical Range / Values</a:t>
                      </a:r>
                    </a:p>
                  </a:txBody>
                  <a:tcPr marL="25257" marR="25257" marT="12629" marB="12629" anchor="ctr"/>
                </a:tc>
                <a:extLst>
                  <a:ext uri="{0D108BD9-81ED-4DB2-BD59-A6C34878D82A}">
                    <a16:rowId xmlns:a16="http://schemas.microsoft.com/office/drawing/2014/main" val="1428596386"/>
                  </a:ext>
                </a:extLst>
              </a:tr>
              <a:tr h="331620">
                <a:tc>
                  <a:txBody>
                    <a:bodyPr/>
                    <a:lstStyle/>
                    <a:p>
                      <a:pPr>
                        <a:buNone/>
                      </a:pPr>
                      <a:r>
                        <a:rPr lang="en-IN" sz="1800" b="1"/>
                        <a:t>Model Architecture</a:t>
                      </a:r>
                      <a:endParaRPr lang="en-IN" sz="1800"/>
                    </a:p>
                  </a:txBody>
                  <a:tcPr marL="25257" marR="25257" marT="12629" marB="12629" anchor="ctr"/>
                </a:tc>
                <a:tc>
                  <a:txBody>
                    <a:bodyPr/>
                    <a:lstStyle/>
                    <a:p>
                      <a:pPr>
                        <a:buNone/>
                      </a:pPr>
                      <a:r>
                        <a:rPr lang="en-IN" sz="1800"/>
                        <a:t>Number of layers</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dirty="0"/>
                        <a:t>1 – 100+</a:t>
                      </a:r>
                      <a:endParaRPr lang="en-IN" sz="1800" dirty="0"/>
                    </a:p>
                  </a:txBody>
                  <a:tcPr marL="25257" marR="25257" marT="12629" marB="12629" anchor="ctr"/>
                </a:tc>
                <a:extLst>
                  <a:ext uri="{0D108BD9-81ED-4DB2-BD59-A6C34878D82A}">
                    <a16:rowId xmlns:a16="http://schemas.microsoft.com/office/drawing/2014/main" val="1105693052"/>
                  </a:ext>
                </a:extLst>
              </a:tr>
              <a:tr h="331620">
                <a:tc>
                  <a:txBody>
                    <a:bodyPr/>
                    <a:lstStyle/>
                    <a:p>
                      <a:pPr>
                        <a:buNone/>
                      </a:pPr>
                      <a:endParaRPr lang="en-IN" sz="1800"/>
                    </a:p>
                  </a:txBody>
                  <a:tcPr marL="25257" marR="25257" marT="12629" marB="12629" anchor="ctr"/>
                </a:tc>
                <a:tc>
                  <a:txBody>
                    <a:bodyPr/>
                    <a:lstStyle/>
                    <a:p>
                      <a:pPr>
                        <a:buNone/>
                      </a:pPr>
                      <a:r>
                        <a:rPr lang="en-IN" sz="1800"/>
                        <a:t>Neurons per layer</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8 – 4096</a:t>
                      </a:r>
                      <a:endParaRPr lang="en-IN" sz="1800"/>
                    </a:p>
                  </a:txBody>
                  <a:tcPr marL="25257" marR="25257" marT="12629" marB="12629" anchor="ctr"/>
                </a:tc>
                <a:extLst>
                  <a:ext uri="{0D108BD9-81ED-4DB2-BD59-A6C34878D82A}">
                    <a16:rowId xmlns:a16="http://schemas.microsoft.com/office/drawing/2014/main" val="1574343881"/>
                  </a:ext>
                </a:extLst>
              </a:tr>
              <a:tr h="635279">
                <a:tc>
                  <a:txBody>
                    <a:bodyPr/>
                    <a:lstStyle/>
                    <a:p>
                      <a:pPr>
                        <a:buNone/>
                      </a:pPr>
                      <a:endParaRPr lang="en-IN" sz="1800"/>
                    </a:p>
                  </a:txBody>
                  <a:tcPr marL="25257" marR="25257" marT="12629" marB="12629" anchor="ctr"/>
                </a:tc>
                <a:tc>
                  <a:txBody>
                    <a:bodyPr/>
                    <a:lstStyle/>
                    <a:p>
                      <a:pPr>
                        <a:buNone/>
                      </a:pPr>
                      <a:r>
                        <a:rPr lang="en-IN" sz="1800"/>
                        <a:t>Activation function</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a:t>ReLU, LeakyReLU, GELU, Tanh</a:t>
                      </a:r>
                    </a:p>
                  </a:txBody>
                  <a:tcPr marL="25257" marR="25257" marT="12629" marB="12629" anchor="ctr"/>
                </a:tc>
                <a:extLst>
                  <a:ext uri="{0D108BD9-81ED-4DB2-BD59-A6C34878D82A}">
                    <a16:rowId xmlns:a16="http://schemas.microsoft.com/office/drawing/2014/main" val="1065348986"/>
                  </a:ext>
                </a:extLst>
              </a:tr>
              <a:tr h="331620">
                <a:tc>
                  <a:txBody>
                    <a:bodyPr/>
                    <a:lstStyle/>
                    <a:p>
                      <a:pPr>
                        <a:buNone/>
                      </a:pPr>
                      <a:endParaRPr lang="en-IN" sz="1800"/>
                    </a:p>
                  </a:txBody>
                  <a:tcPr marL="25257" marR="25257" marT="12629" marB="12629" anchor="ctr"/>
                </a:tc>
                <a:tc>
                  <a:txBody>
                    <a:bodyPr/>
                    <a:lstStyle/>
                    <a:p>
                      <a:pPr>
                        <a:buNone/>
                      </a:pPr>
                      <a:r>
                        <a:rPr lang="en-IN" sz="1800"/>
                        <a:t>Weight initialization</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a:t>Xavier, He, Uniform</a:t>
                      </a:r>
                    </a:p>
                  </a:txBody>
                  <a:tcPr marL="25257" marR="25257" marT="12629" marB="12629" anchor="ctr"/>
                </a:tc>
                <a:extLst>
                  <a:ext uri="{0D108BD9-81ED-4DB2-BD59-A6C34878D82A}">
                    <a16:rowId xmlns:a16="http://schemas.microsoft.com/office/drawing/2014/main" val="3401982813"/>
                  </a:ext>
                </a:extLst>
              </a:tr>
              <a:tr h="331620">
                <a:tc>
                  <a:txBody>
                    <a:bodyPr/>
                    <a:lstStyle/>
                    <a:p>
                      <a:pPr>
                        <a:buNone/>
                      </a:pPr>
                      <a:r>
                        <a:rPr lang="en-IN" sz="1800" b="1"/>
                        <a:t>Regularization</a:t>
                      </a:r>
                      <a:endParaRPr lang="en-IN" sz="1800"/>
                    </a:p>
                  </a:txBody>
                  <a:tcPr marL="25257" marR="25257" marT="12629" marB="12629" anchor="ctr"/>
                </a:tc>
                <a:tc>
                  <a:txBody>
                    <a:bodyPr/>
                    <a:lstStyle/>
                    <a:p>
                      <a:pPr>
                        <a:buNone/>
                      </a:pPr>
                      <a:r>
                        <a:rPr lang="en-IN" sz="1800"/>
                        <a:t>Dropout rate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0.1 – 0.7</a:t>
                      </a:r>
                      <a:endParaRPr lang="en-IN" sz="1800"/>
                    </a:p>
                  </a:txBody>
                  <a:tcPr marL="25257" marR="25257" marT="12629" marB="12629" anchor="ctr"/>
                </a:tc>
                <a:extLst>
                  <a:ext uri="{0D108BD9-81ED-4DB2-BD59-A6C34878D82A}">
                    <a16:rowId xmlns:a16="http://schemas.microsoft.com/office/drawing/2014/main" val="2724341071"/>
                  </a:ext>
                </a:extLst>
              </a:tr>
              <a:tr h="331620">
                <a:tc>
                  <a:txBody>
                    <a:bodyPr/>
                    <a:lstStyle/>
                    <a:p>
                      <a:pPr>
                        <a:buNone/>
                      </a:pPr>
                      <a:endParaRPr lang="en-IN" sz="1800"/>
                    </a:p>
                  </a:txBody>
                  <a:tcPr marL="25257" marR="25257" marT="12629" marB="12629" anchor="ctr"/>
                </a:tc>
                <a:tc>
                  <a:txBody>
                    <a:bodyPr/>
                    <a:lstStyle/>
                    <a:p>
                      <a:pPr>
                        <a:buNone/>
                      </a:pPr>
                      <a:r>
                        <a:rPr lang="en-IN" sz="1800"/>
                        <a:t>L1 regularization</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1e-6 – 1e-3</a:t>
                      </a:r>
                      <a:endParaRPr lang="en-IN" sz="1800"/>
                    </a:p>
                  </a:txBody>
                  <a:tcPr marL="25257" marR="25257" marT="12629" marB="12629" anchor="ctr"/>
                </a:tc>
                <a:extLst>
                  <a:ext uri="{0D108BD9-81ED-4DB2-BD59-A6C34878D82A}">
                    <a16:rowId xmlns:a16="http://schemas.microsoft.com/office/drawing/2014/main" val="3757085413"/>
                  </a:ext>
                </a:extLst>
              </a:tr>
              <a:tr h="331620">
                <a:tc>
                  <a:txBody>
                    <a:bodyPr/>
                    <a:lstStyle/>
                    <a:p>
                      <a:pPr>
                        <a:buNone/>
                      </a:pPr>
                      <a:endParaRPr lang="en-IN" sz="1800"/>
                    </a:p>
                  </a:txBody>
                  <a:tcPr marL="25257" marR="25257" marT="12629" marB="12629" anchor="ctr"/>
                </a:tc>
                <a:tc>
                  <a:txBody>
                    <a:bodyPr/>
                    <a:lstStyle/>
                    <a:p>
                      <a:pPr>
                        <a:buNone/>
                      </a:pPr>
                      <a:r>
                        <a:rPr lang="en-IN" sz="1800"/>
                        <a:t>L2 regularization</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1e-6 – 1e-2</a:t>
                      </a:r>
                      <a:endParaRPr lang="en-IN" sz="1800"/>
                    </a:p>
                  </a:txBody>
                  <a:tcPr marL="25257" marR="25257" marT="12629" marB="12629" anchor="ctr"/>
                </a:tc>
                <a:extLst>
                  <a:ext uri="{0D108BD9-81ED-4DB2-BD59-A6C34878D82A}">
                    <a16:rowId xmlns:a16="http://schemas.microsoft.com/office/drawing/2014/main" val="2318608447"/>
                  </a:ext>
                </a:extLst>
              </a:tr>
              <a:tr h="331620">
                <a:tc>
                  <a:txBody>
                    <a:bodyPr/>
                    <a:lstStyle/>
                    <a:p>
                      <a:pPr>
                        <a:buNone/>
                      </a:pPr>
                      <a:endParaRPr lang="en-IN" sz="1800"/>
                    </a:p>
                  </a:txBody>
                  <a:tcPr marL="25257" marR="25257" marT="12629" marB="12629" anchor="ctr"/>
                </a:tc>
                <a:tc>
                  <a:txBody>
                    <a:bodyPr/>
                    <a:lstStyle/>
                    <a:p>
                      <a:pPr>
                        <a:buNone/>
                      </a:pPr>
                      <a:r>
                        <a:rPr lang="en-IN" sz="1800"/>
                        <a:t>Label smoothing</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0 – 0.2</a:t>
                      </a:r>
                      <a:endParaRPr lang="en-IN" sz="1800"/>
                    </a:p>
                  </a:txBody>
                  <a:tcPr marL="25257" marR="25257" marT="12629" marB="12629" anchor="ctr"/>
                </a:tc>
                <a:extLst>
                  <a:ext uri="{0D108BD9-81ED-4DB2-BD59-A6C34878D82A}">
                    <a16:rowId xmlns:a16="http://schemas.microsoft.com/office/drawing/2014/main" val="3861234756"/>
                  </a:ext>
                </a:extLst>
              </a:tr>
              <a:tr h="331620">
                <a:tc>
                  <a:txBody>
                    <a:bodyPr/>
                    <a:lstStyle/>
                    <a:p>
                      <a:pPr>
                        <a:buNone/>
                      </a:pPr>
                      <a:r>
                        <a:rPr lang="en-IN" sz="1800" b="1"/>
                        <a:t>CNN-Specific</a:t>
                      </a:r>
                      <a:endParaRPr lang="en-IN" sz="1800"/>
                    </a:p>
                  </a:txBody>
                  <a:tcPr marL="25257" marR="25257" marT="12629" marB="12629" anchor="ctr"/>
                </a:tc>
                <a:tc>
                  <a:txBody>
                    <a:bodyPr/>
                    <a:lstStyle/>
                    <a:p>
                      <a:pPr>
                        <a:buNone/>
                      </a:pPr>
                      <a:r>
                        <a:rPr lang="en-IN" sz="1800"/>
                        <a:t>Kernel size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1×1 – 11×11</a:t>
                      </a:r>
                      <a:endParaRPr lang="en-IN" sz="1800"/>
                    </a:p>
                  </a:txBody>
                  <a:tcPr marL="25257" marR="25257" marT="12629" marB="12629" anchor="ctr"/>
                </a:tc>
                <a:extLst>
                  <a:ext uri="{0D108BD9-81ED-4DB2-BD59-A6C34878D82A}">
                    <a16:rowId xmlns:a16="http://schemas.microsoft.com/office/drawing/2014/main" val="3529041735"/>
                  </a:ext>
                </a:extLst>
              </a:tr>
              <a:tr h="331620">
                <a:tc>
                  <a:txBody>
                    <a:bodyPr/>
                    <a:lstStyle/>
                    <a:p>
                      <a:pPr>
                        <a:buNone/>
                      </a:pPr>
                      <a:endParaRPr lang="en-IN" sz="1800"/>
                    </a:p>
                  </a:txBody>
                  <a:tcPr marL="25257" marR="25257" marT="12629" marB="12629" anchor="ctr"/>
                </a:tc>
                <a:tc>
                  <a:txBody>
                    <a:bodyPr/>
                    <a:lstStyle/>
                    <a:p>
                      <a:pPr>
                        <a:buNone/>
                      </a:pPr>
                      <a:r>
                        <a:rPr lang="en-IN" sz="1800"/>
                        <a:t>Stride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1 – 4</a:t>
                      </a:r>
                      <a:endParaRPr lang="en-IN" sz="1800"/>
                    </a:p>
                  </a:txBody>
                  <a:tcPr marL="25257" marR="25257" marT="12629" marB="12629" anchor="ctr"/>
                </a:tc>
                <a:extLst>
                  <a:ext uri="{0D108BD9-81ED-4DB2-BD59-A6C34878D82A}">
                    <a16:rowId xmlns:a16="http://schemas.microsoft.com/office/drawing/2014/main" val="1277650488"/>
                  </a:ext>
                </a:extLst>
              </a:tr>
              <a:tr h="331620">
                <a:tc>
                  <a:txBody>
                    <a:bodyPr/>
                    <a:lstStyle/>
                    <a:p>
                      <a:pPr>
                        <a:buNone/>
                      </a:pPr>
                      <a:endParaRPr lang="en-IN" sz="1800"/>
                    </a:p>
                  </a:txBody>
                  <a:tcPr marL="25257" marR="25257" marT="12629" marB="12629" anchor="ctr"/>
                </a:tc>
                <a:tc>
                  <a:txBody>
                    <a:bodyPr/>
                    <a:lstStyle/>
                    <a:p>
                      <a:pPr>
                        <a:buNone/>
                      </a:pPr>
                      <a:r>
                        <a:rPr lang="en-IN" sz="1800"/>
                        <a:t>Padding</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a:t>same / valid</a:t>
                      </a:r>
                    </a:p>
                  </a:txBody>
                  <a:tcPr marL="25257" marR="25257" marT="12629" marB="12629" anchor="ctr"/>
                </a:tc>
                <a:extLst>
                  <a:ext uri="{0D108BD9-81ED-4DB2-BD59-A6C34878D82A}">
                    <a16:rowId xmlns:a16="http://schemas.microsoft.com/office/drawing/2014/main" val="1795679050"/>
                  </a:ext>
                </a:extLst>
              </a:tr>
              <a:tr h="331620">
                <a:tc>
                  <a:txBody>
                    <a:bodyPr/>
                    <a:lstStyle/>
                    <a:p>
                      <a:pPr>
                        <a:buNone/>
                      </a:pPr>
                      <a:endParaRPr lang="en-IN" sz="1800"/>
                    </a:p>
                  </a:txBody>
                  <a:tcPr marL="25257" marR="25257" marT="12629" marB="12629" anchor="ctr"/>
                </a:tc>
                <a:tc>
                  <a:txBody>
                    <a:bodyPr/>
                    <a:lstStyle/>
                    <a:p>
                      <a:pPr>
                        <a:buNone/>
                      </a:pPr>
                      <a:r>
                        <a:rPr lang="en-IN" sz="1800"/>
                        <a:t>Number of filters</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dirty="0"/>
                        <a:t>16 – 1024</a:t>
                      </a:r>
                      <a:endParaRPr lang="en-IN" sz="1800" dirty="0"/>
                    </a:p>
                  </a:txBody>
                  <a:tcPr marL="25257" marR="25257" marT="12629" marB="12629" anchor="ctr"/>
                </a:tc>
                <a:extLst>
                  <a:ext uri="{0D108BD9-81ED-4DB2-BD59-A6C34878D82A}">
                    <a16:rowId xmlns:a16="http://schemas.microsoft.com/office/drawing/2014/main" val="57833441"/>
                  </a:ext>
                </a:extLst>
              </a:tr>
              <a:tr h="331620">
                <a:tc>
                  <a:txBody>
                    <a:bodyPr/>
                    <a:lstStyle/>
                    <a:p>
                      <a:pPr>
                        <a:buNone/>
                      </a:pPr>
                      <a:endParaRPr lang="en-IN" sz="1800"/>
                    </a:p>
                  </a:txBody>
                  <a:tcPr marL="25257" marR="25257" marT="12629" marB="12629" anchor="ctr"/>
                </a:tc>
                <a:tc>
                  <a:txBody>
                    <a:bodyPr/>
                    <a:lstStyle/>
                    <a:p>
                      <a:pPr>
                        <a:buNone/>
                      </a:pPr>
                      <a:r>
                        <a:rPr lang="en-IN" sz="1800"/>
                        <a:t>Pooling size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dirty="0"/>
                        <a:t>2×2 – 3×3</a:t>
                      </a:r>
                      <a:endParaRPr lang="en-IN" sz="1800" dirty="0"/>
                    </a:p>
                  </a:txBody>
                  <a:tcPr marL="25257" marR="25257" marT="12629" marB="12629" anchor="ctr"/>
                </a:tc>
                <a:extLst>
                  <a:ext uri="{0D108BD9-81ED-4DB2-BD59-A6C34878D82A}">
                    <a16:rowId xmlns:a16="http://schemas.microsoft.com/office/drawing/2014/main" val="1095655562"/>
                  </a:ext>
                </a:extLst>
              </a:tr>
            </a:tbl>
          </a:graphicData>
        </a:graphic>
      </p:graphicFrame>
    </p:spTree>
    <p:extLst>
      <p:ext uri="{BB962C8B-B14F-4D97-AF65-F5344CB8AC3E}">
        <p14:creationId xmlns:p14="http://schemas.microsoft.com/office/powerpoint/2010/main" val="774673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3F39B-0321-569F-1365-E85B1748B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42894-B9BF-172F-311F-A31EEA9D78BF}"/>
              </a:ext>
            </a:extLst>
          </p:cNvPr>
          <p:cNvSpPr>
            <a:spLocks noGrp="1"/>
          </p:cNvSpPr>
          <p:nvPr>
            <p:ph type="title"/>
          </p:nvPr>
        </p:nvSpPr>
        <p:spPr/>
        <p:txBody>
          <a:bodyPr>
            <a:normAutofit fontScale="90000"/>
          </a:bodyPr>
          <a:lstStyle/>
          <a:p>
            <a:r>
              <a:rPr lang="en-IN" dirty="0"/>
              <a:t>Important Hyperparameter Ranges</a:t>
            </a:r>
          </a:p>
        </p:txBody>
      </p:sp>
      <p:graphicFrame>
        <p:nvGraphicFramePr>
          <p:cNvPr id="4" name="Content Placeholder 3">
            <a:extLst>
              <a:ext uri="{FF2B5EF4-FFF2-40B4-BE49-F238E27FC236}">
                <a16:creationId xmlns:a16="http://schemas.microsoft.com/office/drawing/2014/main" id="{69154950-9339-12AB-58EC-6C7E0C7143A8}"/>
              </a:ext>
            </a:extLst>
          </p:cNvPr>
          <p:cNvGraphicFramePr>
            <a:graphicFrameLocks noGrp="1"/>
          </p:cNvGraphicFramePr>
          <p:nvPr>
            <p:ph idx="1"/>
            <p:extLst>
              <p:ext uri="{D42A27DB-BD31-4B8C-83A1-F6EECF244321}">
                <p14:modId xmlns:p14="http://schemas.microsoft.com/office/powerpoint/2010/main" val="396340861"/>
              </p:ext>
            </p:extLst>
          </p:nvPr>
        </p:nvGraphicFramePr>
        <p:xfrm>
          <a:off x="1025842" y="1351280"/>
          <a:ext cx="9499920" cy="5008878"/>
        </p:xfrm>
        <a:graphic>
          <a:graphicData uri="http://schemas.openxmlformats.org/drawingml/2006/table">
            <a:tbl>
              <a:tblPr>
                <a:tableStyleId>{5940675A-B579-460E-94D1-54222C63F5DA}</a:tableStyleId>
              </a:tblPr>
              <a:tblGrid>
                <a:gridCol w="2374980">
                  <a:extLst>
                    <a:ext uri="{9D8B030D-6E8A-4147-A177-3AD203B41FA5}">
                      <a16:colId xmlns:a16="http://schemas.microsoft.com/office/drawing/2014/main" val="369531824"/>
                    </a:ext>
                  </a:extLst>
                </a:gridCol>
                <a:gridCol w="2374980">
                  <a:extLst>
                    <a:ext uri="{9D8B030D-6E8A-4147-A177-3AD203B41FA5}">
                      <a16:colId xmlns:a16="http://schemas.microsoft.com/office/drawing/2014/main" val="748163493"/>
                    </a:ext>
                  </a:extLst>
                </a:gridCol>
                <a:gridCol w="2374980">
                  <a:extLst>
                    <a:ext uri="{9D8B030D-6E8A-4147-A177-3AD203B41FA5}">
                      <a16:colId xmlns:a16="http://schemas.microsoft.com/office/drawing/2014/main" val="4244576182"/>
                    </a:ext>
                  </a:extLst>
                </a:gridCol>
                <a:gridCol w="2374980">
                  <a:extLst>
                    <a:ext uri="{9D8B030D-6E8A-4147-A177-3AD203B41FA5}">
                      <a16:colId xmlns:a16="http://schemas.microsoft.com/office/drawing/2014/main" val="1157352199"/>
                    </a:ext>
                  </a:extLst>
                </a:gridCol>
              </a:tblGrid>
              <a:tr h="357777">
                <a:tc>
                  <a:txBody>
                    <a:bodyPr/>
                    <a:lstStyle/>
                    <a:p>
                      <a:pPr>
                        <a:buNone/>
                      </a:pPr>
                      <a:r>
                        <a:rPr lang="en-IN" sz="1800"/>
                        <a:t>Category</a:t>
                      </a:r>
                    </a:p>
                  </a:txBody>
                  <a:tcPr marL="25257" marR="25257" marT="12629" marB="12629" anchor="ctr"/>
                </a:tc>
                <a:tc>
                  <a:txBody>
                    <a:bodyPr/>
                    <a:lstStyle/>
                    <a:p>
                      <a:pPr>
                        <a:buNone/>
                      </a:pPr>
                      <a:r>
                        <a:rPr lang="en-IN" sz="1800"/>
                        <a:t>Hyperparameter</a:t>
                      </a:r>
                    </a:p>
                  </a:txBody>
                  <a:tcPr marL="25257" marR="25257" marT="12629" marB="12629" anchor="ctr"/>
                </a:tc>
                <a:tc>
                  <a:txBody>
                    <a:bodyPr/>
                    <a:lstStyle/>
                    <a:p>
                      <a:pPr>
                        <a:buNone/>
                      </a:pPr>
                      <a:r>
                        <a:rPr lang="en-IN" sz="1800"/>
                        <a:t>Symbol</a:t>
                      </a:r>
                    </a:p>
                  </a:txBody>
                  <a:tcPr marL="25257" marR="25257" marT="12629" marB="12629" anchor="ctr"/>
                </a:tc>
                <a:tc>
                  <a:txBody>
                    <a:bodyPr/>
                    <a:lstStyle/>
                    <a:p>
                      <a:pPr>
                        <a:buNone/>
                      </a:pPr>
                      <a:r>
                        <a:rPr lang="en-IN" sz="1800"/>
                        <a:t>Typical Range / Values</a:t>
                      </a:r>
                    </a:p>
                  </a:txBody>
                  <a:tcPr marL="25257" marR="25257" marT="12629" marB="12629" anchor="ctr"/>
                </a:tc>
                <a:extLst>
                  <a:ext uri="{0D108BD9-81ED-4DB2-BD59-A6C34878D82A}">
                    <a16:rowId xmlns:a16="http://schemas.microsoft.com/office/drawing/2014/main" val="1428596386"/>
                  </a:ext>
                </a:extLst>
              </a:tr>
              <a:tr h="357777">
                <a:tc>
                  <a:txBody>
                    <a:bodyPr/>
                    <a:lstStyle/>
                    <a:p>
                      <a:pPr>
                        <a:buNone/>
                      </a:pPr>
                      <a:r>
                        <a:rPr lang="en-IN" sz="1800" b="1"/>
                        <a:t>Optimization</a:t>
                      </a:r>
                      <a:endParaRPr lang="en-IN" sz="1800"/>
                    </a:p>
                  </a:txBody>
                  <a:tcPr marL="25257" marR="25257" marT="12629" marB="12629" anchor="ctr"/>
                </a:tc>
                <a:tc>
                  <a:txBody>
                    <a:bodyPr/>
                    <a:lstStyle/>
                    <a:p>
                      <a:pPr>
                        <a:buNone/>
                      </a:pPr>
                      <a:r>
                        <a:rPr lang="en-IN" sz="1800"/>
                        <a:t>Learning rate</a:t>
                      </a:r>
                    </a:p>
                  </a:txBody>
                  <a:tcPr marL="25257" marR="25257" marT="12629" marB="12629" anchor="ctr"/>
                </a:tc>
                <a:tc>
                  <a:txBody>
                    <a:bodyPr/>
                    <a:lstStyle/>
                    <a:p>
                      <a:pPr>
                        <a:buNone/>
                      </a:pPr>
                      <a:r>
                        <a:rPr lang="el-GR" sz="1800"/>
                        <a:t>α</a:t>
                      </a:r>
                    </a:p>
                  </a:txBody>
                  <a:tcPr marL="25257" marR="25257" marT="12629" marB="12629" anchor="ctr"/>
                </a:tc>
                <a:tc>
                  <a:txBody>
                    <a:bodyPr/>
                    <a:lstStyle/>
                    <a:p>
                      <a:pPr>
                        <a:buNone/>
                      </a:pPr>
                      <a:r>
                        <a:rPr lang="en-IN" sz="1800" b="1"/>
                        <a:t>1e-5 – 1e-1</a:t>
                      </a:r>
                      <a:r>
                        <a:rPr lang="en-IN" sz="1800"/>
                        <a:t> (log scale)</a:t>
                      </a:r>
                    </a:p>
                  </a:txBody>
                  <a:tcPr marL="25257" marR="25257" marT="12629" marB="12629" anchor="ctr"/>
                </a:tc>
                <a:extLst>
                  <a:ext uri="{0D108BD9-81ED-4DB2-BD59-A6C34878D82A}">
                    <a16:rowId xmlns:a16="http://schemas.microsoft.com/office/drawing/2014/main" val="2133063061"/>
                  </a:ext>
                </a:extLst>
              </a:tr>
              <a:tr h="357777">
                <a:tc>
                  <a:txBody>
                    <a:bodyPr/>
                    <a:lstStyle/>
                    <a:p>
                      <a:pPr>
                        <a:buNone/>
                      </a:pPr>
                      <a:endParaRPr lang="en-IN" sz="1800"/>
                    </a:p>
                  </a:txBody>
                  <a:tcPr marL="25257" marR="25257" marT="12629" marB="12629" anchor="ctr"/>
                </a:tc>
                <a:tc>
                  <a:txBody>
                    <a:bodyPr/>
                    <a:lstStyle/>
                    <a:p>
                      <a:pPr>
                        <a:buNone/>
                      </a:pPr>
                      <a:r>
                        <a:rPr lang="en-IN" sz="1800"/>
                        <a:t>Momentum</a:t>
                      </a:r>
                    </a:p>
                  </a:txBody>
                  <a:tcPr marL="25257" marR="25257" marT="12629" marB="12629" anchor="ctr"/>
                </a:tc>
                <a:tc>
                  <a:txBody>
                    <a:bodyPr/>
                    <a:lstStyle/>
                    <a:p>
                      <a:pPr>
                        <a:buNone/>
                      </a:pPr>
                      <a:r>
                        <a:rPr lang="el-GR" sz="1800"/>
                        <a:t>β</a:t>
                      </a:r>
                    </a:p>
                  </a:txBody>
                  <a:tcPr marL="25257" marR="25257" marT="12629" marB="12629" anchor="ctr"/>
                </a:tc>
                <a:tc>
                  <a:txBody>
                    <a:bodyPr/>
                    <a:lstStyle/>
                    <a:p>
                      <a:pPr>
                        <a:buNone/>
                      </a:pPr>
                      <a:r>
                        <a:rPr lang="en-IN" sz="1800" b="1"/>
                        <a:t>0.8 – 0.99</a:t>
                      </a:r>
                      <a:endParaRPr lang="en-IN" sz="1800"/>
                    </a:p>
                  </a:txBody>
                  <a:tcPr marL="25257" marR="25257" marT="12629" marB="12629" anchor="ctr"/>
                </a:tc>
                <a:extLst>
                  <a:ext uri="{0D108BD9-81ED-4DB2-BD59-A6C34878D82A}">
                    <a16:rowId xmlns:a16="http://schemas.microsoft.com/office/drawing/2014/main" val="361761162"/>
                  </a:ext>
                </a:extLst>
              </a:tr>
              <a:tr h="357777">
                <a:tc>
                  <a:txBody>
                    <a:bodyPr/>
                    <a:lstStyle/>
                    <a:p>
                      <a:pPr>
                        <a:buNone/>
                      </a:pPr>
                      <a:endParaRPr lang="en-IN" sz="1800"/>
                    </a:p>
                  </a:txBody>
                  <a:tcPr marL="25257" marR="25257" marT="12629" marB="12629" anchor="ctr"/>
                </a:tc>
                <a:tc>
                  <a:txBody>
                    <a:bodyPr/>
                    <a:lstStyle/>
                    <a:p>
                      <a:pPr>
                        <a:buNone/>
                      </a:pPr>
                      <a:r>
                        <a:rPr lang="en-IN" sz="1800"/>
                        <a:t>Adam first moment</a:t>
                      </a:r>
                    </a:p>
                  </a:txBody>
                  <a:tcPr marL="25257" marR="25257" marT="12629" marB="12629" anchor="ctr"/>
                </a:tc>
                <a:tc>
                  <a:txBody>
                    <a:bodyPr/>
                    <a:lstStyle/>
                    <a:p>
                      <a:pPr>
                        <a:buNone/>
                      </a:pPr>
                      <a:r>
                        <a:rPr lang="el-GR" sz="1800"/>
                        <a:t>β₁</a:t>
                      </a:r>
                    </a:p>
                  </a:txBody>
                  <a:tcPr marL="25257" marR="25257" marT="12629" marB="12629" anchor="ctr"/>
                </a:tc>
                <a:tc>
                  <a:txBody>
                    <a:bodyPr/>
                    <a:lstStyle/>
                    <a:p>
                      <a:pPr>
                        <a:buNone/>
                      </a:pPr>
                      <a:r>
                        <a:rPr lang="en-IN" sz="1800" b="1"/>
                        <a:t>0.85 – 0.95</a:t>
                      </a:r>
                      <a:endParaRPr lang="en-IN" sz="1800"/>
                    </a:p>
                  </a:txBody>
                  <a:tcPr marL="25257" marR="25257" marT="12629" marB="12629" anchor="ctr"/>
                </a:tc>
                <a:extLst>
                  <a:ext uri="{0D108BD9-81ED-4DB2-BD59-A6C34878D82A}">
                    <a16:rowId xmlns:a16="http://schemas.microsoft.com/office/drawing/2014/main" val="2085079990"/>
                  </a:ext>
                </a:extLst>
              </a:tr>
              <a:tr h="357777">
                <a:tc>
                  <a:txBody>
                    <a:bodyPr/>
                    <a:lstStyle/>
                    <a:p>
                      <a:pPr>
                        <a:buNone/>
                      </a:pPr>
                      <a:endParaRPr lang="en-IN" sz="1800"/>
                    </a:p>
                  </a:txBody>
                  <a:tcPr marL="25257" marR="25257" marT="12629" marB="12629" anchor="ctr"/>
                </a:tc>
                <a:tc>
                  <a:txBody>
                    <a:bodyPr/>
                    <a:lstStyle/>
                    <a:p>
                      <a:pPr>
                        <a:buNone/>
                      </a:pPr>
                      <a:r>
                        <a:rPr lang="en-IN" sz="1800"/>
                        <a:t>Adam second moment</a:t>
                      </a:r>
                    </a:p>
                  </a:txBody>
                  <a:tcPr marL="25257" marR="25257" marT="12629" marB="12629" anchor="ctr"/>
                </a:tc>
                <a:tc>
                  <a:txBody>
                    <a:bodyPr/>
                    <a:lstStyle/>
                    <a:p>
                      <a:pPr>
                        <a:buNone/>
                      </a:pPr>
                      <a:r>
                        <a:rPr lang="el-GR" sz="1800"/>
                        <a:t>β₂</a:t>
                      </a:r>
                    </a:p>
                  </a:txBody>
                  <a:tcPr marL="25257" marR="25257" marT="12629" marB="12629" anchor="ctr"/>
                </a:tc>
                <a:tc>
                  <a:txBody>
                    <a:bodyPr/>
                    <a:lstStyle/>
                    <a:p>
                      <a:pPr>
                        <a:buNone/>
                      </a:pPr>
                      <a:r>
                        <a:rPr lang="en-IN" sz="1800" b="1"/>
                        <a:t>0.98 – 0.9999</a:t>
                      </a:r>
                      <a:endParaRPr lang="en-IN" sz="1800"/>
                    </a:p>
                  </a:txBody>
                  <a:tcPr marL="25257" marR="25257" marT="12629" marB="12629" anchor="ctr"/>
                </a:tc>
                <a:extLst>
                  <a:ext uri="{0D108BD9-81ED-4DB2-BD59-A6C34878D82A}">
                    <a16:rowId xmlns:a16="http://schemas.microsoft.com/office/drawing/2014/main" val="1034024725"/>
                  </a:ext>
                </a:extLst>
              </a:tr>
              <a:tr h="357777">
                <a:tc>
                  <a:txBody>
                    <a:bodyPr/>
                    <a:lstStyle/>
                    <a:p>
                      <a:pPr>
                        <a:buNone/>
                      </a:pPr>
                      <a:endParaRPr lang="en-IN" sz="1800"/>
                    </a:p>
                  </a:txBody>
                  <a:tcPr marL="25257" marR="25257" marT="12629" marB="12629" anchor="ctr"/>
                </a:tc>
                <a:tc>
                  <a:txBody>
                    <a:bodyPr/>
                    <a:lstStyle/>
                    <a:p>
                      <a:pPr>
                        <a:buNone/>
                      </a:pPr>
                      <a:r>
                        <a:rPr lang="en-IN" sz="1800"/>
                        <a:t>Epsilon</a:t>
                      </a:r>
                    </a:p>
                  </a:txBody>
                  <a:tcPr marL="25257" marR="25257" marT="12629" marB="12629" anchor="ctr"/>
                </a:tc>
                <a:tc>
                  <a:txBody>
                    <a:bodyPr/>
                    <a:lstStyle/>
                    <a:p>
                      <a:pPr>
                        <a:buNone/>
                      </a:pPr>
                      <a:r>
                        <a:rPr lang="el-GR" sz="1800"/>
                        <a:t>ε</a:t>
                      </a:r>
                    </a:p>
                  </a:txBody>
                  <a:tcPr marL="25257" marR="25257" marT="12629" marB="12629" anchor="ctr"/>
                </a:tc>
                <a:tc>
                  <a:txBody>
                    <a:bodyPr/>
                    <a:lstStyle/>
                    <a:p>
                      <a:pPr>
                        <a:buNone/>
                      </a:pPr>
                      <a:r>
                        <a:rPr lang="en-IN" sz="1800" b="1"/>
                        <a:t>1e-8 – 1e-4</a:t>
                      </a:r>
                      <a:endParaRPr lang="en-IN" sz="1800"/>
                    </a:p>
                  </a:txBody>
                  <a:tcPr marL="25257" marR="25257" marT="12629" marB="12629" anchor="ctr"/>
                </a:tc>
                <a:extLst>
                  <a:ext uri="{0D108BD9-81ED-4DB2-BD59-A6C34878D82A}">
                    <a16:rowId xmlns:a16="http://schemas.microsoft.com/office/drawing/2014/main" val="1656857288"/>
                  </a:ext>
                </a:extLst>
              </a:tr>
              <a:tr h="357777">
                <a:tc>
                  <a:txBody>
                    <a:bodyPr/>
                    <a:lstStyle/>
                    <a:p>
                      <a:pPr>
                        <a:buNone/>
                      </a:pPr>
                      <a:endParaRPr lang="en-IN" sz="1800"/>
                    </a:p>
                  </a:txBody>
                  <a:tcPr marL="25257" marR="25257" marT="12629" marB="12629" anchor="ctr"/>
                </a:tc>
                <a:tc>
                  <a:txBody>
                    <a:bodyPr/>
                    <a:lstStyle/>
                    <a:p>
                      <a:pPr>
                        <a:buNone/>
                      </a:pPr>
                      <a:r>
                        <a:rPr lang="en-IN" sz="1800"/>
                        <a:t>Weight decay (L2)</a:t>
                      </a:r>
                    </a:p>
                  </a:txBody>
                  <a:tcPr marL="25257" marR="25257" marT="12629" marB="12629" anchor="ctr"/>
                </a:tc>
                <a:tc>
                  <a:txBody>
                    <a:bodyPr/>
                    <a:lstStyle/>
                    <a:p>
                      <a:pPr>
                        <a:buNone/>
                      </a:pPr>
                      <a:r>
                        <a:rPr lang="el-GR" sz="1800"/>
                        <a:t>λ</a:t>
                      </a:r>
                    </a:p>
                  </a:txBody>
                  <a:tcPr marL="25257" marR="25257" marT="12629" marB="12629" anchor="ctr"/>
                </a:tc>
                <a:tc>
                  <a:txBody>
                    <a:bodyPr/>
                    <a:lstStyle/>
                    <a:p>
                      <a:pPr>
                        <a:buNone/>
                      </a:pPr>
                      <a:r>
                        <a:rPr lang="en-IN" sz="1800" b="1"/>
                        <a:t>1e-6 – 1e-2</a:t>
                      </a:r>
                      <a:endParaRPr lang="en-IN" sz="1800"/>
                    </a:p>
                  </a:txBody>
                  <a:tcPr marL="25257" marR="25257" marT="12629" marB="12629" anchor="ctr"/>
                </a:tc>
                <a:extLst>
                  <a:ext uri="{0D108BD9-81ED-4DB2-BD59-A6C34878D82A}">
                    <a16:rowId xmlns:a16="http://schemas.microsoft.com/office/drawing/2014/main" val="2997977437"/>
                  </a:ext>
                </a:extLst>
              </a:tr>
              <a:tr h="357777">
                <a:tc>
                  <a:txBody>
                    <a:bodyPr/>
                    <a:lstStyle/>
                    <a:p>
                      <a:pPr>
                        <a:buNone/>
                      </a:pPr>
                      <a:endParaRPr lang="en-IN" sz="1800"/>
                    </a:p>
                  </a:txBody>
                  <a:tcPr marL="25257" marR="25257" marT="12629" marB="12629" anchor="ctr"/>
                </a:tc>
                <a:tc>
                  <a:txBody>
                    <a:bodyPr/>
                    <a:lstStyle/>
                    <a:p>
                      <a:pPr>
                        <a:buNone/>
                      </a:pPr>
                      <a:r>
                        <a:rPr lang="en-IN" sz="1800"/>
                        <a:t>Learning-rate decay</a:t>
                      </a:r>
                    </a:p>
                  </a:txBody>
                  <a:tcPr marL="25257" marR="25257" marT="12629" marB="12629" anchor="ctr"/>
                </a:tc>
                <a:tc>
                  <a:txBody>
                    <a:bodyPr/>
                    <a:lstStyle/>
                    <a:p>
                      <a:pPr>
                        <a:buNone/>
                      </a:pPr>
                      <a:r>
                        <a:rPr lang="el-GR" sz="1800"/>
                        <a:t>γ</a:t>
                      </a:r>
                    </a:p>
                  </a:txBody>
                  <a:tcPr marL="25257" marR="25257" marT="12629" marB="12629" anchor="ctr"/>
                </a:tc>
                <a:tc>
                  <a:txBody>
                    <a:bodyPr/>
                    <a:lstStyle/>
                    <a:p>
                      <a:pPr>
                        <a:buNone/>
                      </a:pPr>
                      <a:r>
                        <a:rPr lang="en-IN" sz="1800" b="1"/>
                        <a:t>0.1 – 0.9</a:t>
                      </a:r>
                      <a:endParaRPr lang="en-IN" sz="1800"/>
                    </a:p>
                  </a:txBody>
                  <a:tcPr marL="25257" marR="25257" marT="12629" marB="12629" anchor="ctr"/>
                </a:tc>
                <a:extLst>
                  <a:ext uri="{0D108BD9-81ED-4DB2-BD59-A6C34878D82A}">
                    <a16:rowId xmlns:a16="http://schemas.microsoft.com/office/drawing/2014/main" val="753819296"/>
                  </a:ext>
                </a:extLst>
              </a:tr>
              <a:tr h="357777">
                <a:tc>
                  <a:txBody>
                    <a:bodyPr/>
                    <a:lstStyle/>
                    <a:p>
                      <a:pPr>
                        <a:buNone/>
                      </a:pPr>
                      <a:r>
                        <a:rPr lang="en-IN" sz="1800" b="1"/>
                        <a:t>Training Process</a:t>
                      </a:r>
                      <a:endParaRPr lang="en-IN" sz="1800"/>
                    </a:p>
                  </a:txBody>
                  <a:tcPr marL="25257" marR="25257" marT="12629" marB="12629" anchor="ctr"/>
                </a:tc>
                <a:tc>
                  <a:txBody>
                    <a:bodyPr/>
                    <a:lstStyle/>
                    <a:p>
                      <a:pPr>
                        <a:buNone/>
                      </a:pPr>
                      <a:r>
                        <a:rPr lang="en-IN" sz="1800"/>
                        <a:t>Batch size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8 – 1024</a:t>
                      </a:r>
                      <a:endParaRPr lang="en-IN" sz="1800"/>
                    </a:p>
                  </a:txBody>
                  <a:tcPr marL="25257" marR="25257" marT="12629" marB="12629" anchor="ctr"/>
                </a:tc>
                <a:extLst>
                  <a:ext uri="{0D108BD9-81ED-4DB2-BD59-A6C34878D82A}">
                    <a16:rowId xmlns:a16="http://schemas.microsoft.com/office/drawing/2014/main" val="1387630326"/>
                  </a:ext>
                </a:extLst>
              </a:tr>
              <a:tr h="357777">
                <a:tc>
                  <a:txBody>
                    <a:bodyPr/>
                    <a:lstStyle/>
                    <a:p>
                      <a:pPr>
                        <a:buNone/>
                      </a:pPr>
                      <a:endParaRPr lang="en-IN" sz="1800"/>
                    </a:p>
                  </a:txBody>
                  <a:tcPr marL="25257" marR="25257" marT="12629" marB="12629" anchor="ctr"/>
                </a:tc>
                <a:tc>
                  <a:txBody>
                    <a:bodyPr/>
                    <a:lstStyle/>
                    <a:p>
                      <a:pPr>
                        <a:buNone/>
                      </a:pPr>
                      <a:r>
                        <a:rPr lang="en-IN" sz="1800"/>
                        <a:t>Epochs</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10 – 500+</a:t>
                      </a:r>
                      <a:endParaRPr lang="en-IN" sz="1800"/>
                    </a:p>
                  </a:txBody>
                  <a:tcPr marL="25257" marR="25257" marT="12629" marB="12629" anchor="ctr"/>
                </a:tc>
                <a:extLst>
                  <a:ext uri="{0D108BD9-81ED-4DB2-BD59-A6C34878D82A}">
                    <a16:rowId xmlns:a16="http://schemas.microsoft.com/office/drawing/2014/main" val="2826564018"/>
                  </a:ext>
                </a:extLst>
              </a:tr>
              <a:tr h="357777">
                <a:tc>
                  <a:txBody>
                    <a:bodyPr/>
                    <a:lstStyle/>
                    <a:p>
                      <a:pPr>
                        <a:buNone/>
                      </a:pPr>
                      <a:endParaRPr lang="en-IN" sz="1800"/>
                    </a:p>
                  </a:txBody>
                  <a:tcPr marL="25257" marR="25257" marT="12629" marB="12629" anchor="ctr"/>
                </a:tc>
                <a:tc>
                  <a:txBody>
                    <a:bodyPr/>
                    <a:lstStyle/>
                    <a:p>
                      <a:pPr>
                        <a:buNone/>
                      </a:pPr>
                      <a:r>
                        <a:rPr lang="en-IN" sz="1800"/>
                        <a:t>Early stopping patience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5 – 20</a:t>
                      </a:r>
                      <a:endParaRPr lang="en-IN" sz="1800"/>
                    </a:p>
                  </a:txBody>
                  <a:tcPr marL="25257" marR="25257" marT="12629" marB="12629" anchor="ctr"/>
                </a:tc>
                <a:extLst>
                  <a:ext uri="{0D108BD9-81ED-4DB2-BD59-A6C34878D82A}">
                    <a16:rowId xmlns:a16="http://schemas.microsoft.com/office/drawing/2014/main" val="1335774613"/>
                  </a:ext>
                </a:extLst>
              </a:tr>
              <a:tr h="357777">
                <a:tc>
                  <a:txBody>
                    <a:bodyPr/>
                    <a:lstStyle/>
                    <a:p>
                      <a:pPr>
                        <a:buNone/>
                      </a:pPr>
                      <a:endParaRPr lang="en-IN" sz="1800"/>
                    </a:p>
                  </a:txBody>
                  <a:tcPr marL="25257" marR="25257" marT="12629" marB="12629" anchor="ctr"/>
                </a:tc>
                <a:tc>
                  <a:txBody>
                    <a:bodyPr/>
                    <a:lstStyle/>
                    <a:p>
                      <a:pPr>
                        <a:buNone/>
                      </a:pPr>
                      <a:r>
                        <a:rPr lang="en-IN" sz="1800"/>
                        <a:t>Gradient clipping</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a:t>0.5 – 5.0</a:t>
                      </a:r>
                      <a:endParaRPr lang="en-IN" sz="1800"/>
                    </a:p>
                  </a:txBody>
                  <a:tcPr marL="25257" marR="25257" marT="12629" marB="12629" anchor="ctr"/>
                </a:tc>
                <a:extLst>
                  <a:ext uri="{0D108BD9-81ED-4DB2-BD59-A6C34878D82A}">
                    <a16:rowId xmlns:a16="http://schemas.microsoft.com/office/drawing/2014/main" val="2642279439"/>
                  </a:ext>
                </a:extLst>
              </a:tr>
              <a:tr h="357777">
                <a:tc>
                  <a:txBody>
                    <a:bodyPr/>
                    <a:lstStyle/>
                    <a:p>
                      <a:pPr>
                        <a:buNone/>
                      </a:pPr>
                      <a:endParaRPr lang="en-IN" sz="1800"/>
                    </a:p>
                  </a:txBody>
                  <a:tcPr marL="25257" marR="25257" marT="12629" marB="12629" anchor="ctr"/>
                </a:tc>
                <a:tc>
                  <a:txBody>
                    <a:bodyPr/>
                    <a:lstStyle/>
                    <a:p>
                      <a:pPr>
                        <a:buNone/>
                      </a:pPr>
                      <a:r>
                        <a:rPr lang="en-IN" sz="1800"/>
                        <a:t>Shuffle</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a:t>True / False</a:t>
                      </a:r>
                    </a:p>
                  </a:txBody>
                  <a:tcPr marL="25257" marR="25257" marT="12629" marB="12629" anchor="ctr"/>
                </a:tc>
                <a:extLst>
                  <a:ext uri="{0D108BD9-81ED-4DB2-BD59-A6C34878D82A}">
                    <a16:rowId xmlns:a16="http://schemas.microsoft.com/office/drawing/2014/main" val="3994094635"/>
                  </a:ext>
                </a:extLst>
              </a:tr>
              <a:tr h="357777">
                <a:tc>
                  <a:txBody>
                    <a:bodyPr/>
                    <a:lstStyle/>
                    <a:p>
                      <a:pPr>
                        <a:buNone/>
                      </a:pPr>
                      <a:endParaRPr lang="en-IN" sz="1800"/>
                    </a:p>
                  </a:txBody>
                  <a:tcPr marL="25257" marR="25257" marT="12629" marB="12629" anchor="ctr"/>
                </a:tc>
                <a:tc>
                  <a:txBody>
                    <a:bodyPr/>
                    <a:lstStyle/>
                    <a:p>
                      <a:pPr>
                        <a:buNone/>
                      </a:pPr>
                      <a:r>
                        <a:rPr lang="en-IN" sz="1800"/>
                        <a:t>Minimum LR</a:t>
                      </a:r>
                    </a:p>
                  </a:txBody>
                  <a:tcPr marL="25257" marR="25257" marT="12629" marB="12629" anchor="ctr"/>
                </a:tc>
                <a:tc>
                  <a:txBody>
                    <a:bodyPr/>
                    <a:lstStyle/>
                    <a:p>
                      <a:pPr>
                        <a:buNone/>
                      </a:pPr>
                      <a:r>
                        <a:rPr lang="en-IN" sz="1800"/>
                        <a:t>—</a:t>
                      </a:r>
                    </a:p>
                  </a:txBody>
                  <a:tcPr marL="25257" marR="25257" marT="12629" marB="12629" anchor="ctr"/>
                </a:tc>
                <a:tc>
                  <a:txBody>
                    <a:bodyPr/>
                    <a:lstStyle/>
                    <a:p>
                      <a:pPr>
                        <a:buNone/>
                      </a:pPr>
                      <a:r>
                        <a:rPr lang="en-IN" sz="1800" b="1" dirty="0"/>
                        <a:t>1e-6 – 1e-4</a:t>
                      </a:r>
                      <a:endParaRPr lang="en-IN" sz="1800" dirty="0"/>
                    </a:p>
                  </a:txBody>
                  <a:tcPr marL="25257" marR="25257" marT="12629" marB="12629" anchor="ctr"/>
                </a:tc>
                <a:extLst>
                  <a:ext uri="{0D108BD9-81ED-4DB2-BD59-A6C34878D82A}">
                    <a16:rowId xmlns:a16="http://schemas.microsoft.com/office/drawing/2014/main" val="460837974"/>
                  </a:ext>
                </a:extLst>
              </a:tr>
            </a:tbl>
          </a:graphicData>
        </a:graphic>
      </p:graphicFrame>
    </p:spTree>
    <p:extLst>
      <p:ext uri="{BB962C8B-B14F-4D97-AF65-F5344CB8AC3E}">
        <p14:creationId xmlns:p14="http://schemas.microsoft.com/office/powerpoint/2010/main" val="38096313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64D83-DFE6-097F-B338-D7B80A158E7A}"/>
              </a:ext>
            </a:extLst>
          </p:cNvPr>
          <p:cNvSpPr>
            <a:spLocks noGrp="1"/>
          </p:cNvSpPr>
          <p:nvPr>
            <p:ph type="title"/>
          </p:nvPr>
        </p:nvSpPr>
        <p:spPr/>
        <p:txBody>
          <a:bodyPr>
            <a:normAutofit fontScale="90000"/>
          </a:bodyPr>
          <a:lstStyle/>
          <a:p>
            <a:r>
              <a:rPr lang="en-IN" dirty="0"/>
              <a:t>Important Hyperparameter Ranges</a:t>
            </a:r>
          </a:p>
        </p:txBody>
      </p:sp>
      <p:graphicFrame>
        <p:nvGraphicFramePr>
          <p:cNvPr id="4" name="Content Placeholder 3">
            <a:extLst>
              <a:ext uri="{FF2B5EF4-FFF2-40B4-BE49-F238E27FC236}">
                <a16:creationId xmlns:a16="http://schemas.microsoft.com/office/drawing/2014/main" id="{AA8FAED0-D883-6B45-984D-20A2EF309EDF}"/>
              </a:ext>
            </a:extLst>
          </p:cNvPr>
          <p:cNvGraphicFramePr>
            <a:graphicFrameLocks noGrp="1"/>
          </p:cNvGraphicFramePr>
          <p:nvPr>
            <p:ph idx="1"/>
            <p:extLst>
              <p:ext uri="{D42A27DB-BD31-4B8C-83A1-F6EECF244321}">
                <p14:modId xmlns:p14="http://schemas.microsoft.com/office/powerpoint/2010/main" val="4247752658"/>
              </p:ext>
            </p:extLst>
          </p:nvPr>
        </p:nvGraphicFramePr>
        <p:xfrm>
          <a:off x="1219200" y="1259840"/>
          <a:ext cx="10312400" cy="5966085"/>
        </p:xfrm>
        <a:graphic>
          <a:graphicData uri="http://schemas.openxmlformats.org/drawingml/2006/table">
            <a:tbl>
              <a:tblPr>
                <a:tableStyleId>{5940675A-B579-460E-94D1-54222C63F5DA}</a:tableStyleId>
              </a:tblPr>
              <a:tblGrid>
                <a:gridCol w="2578100">
                  <a:extLst>
                    <a:ext uri="{9D8B030D-6E8A-4147-A177-3AD203B41FA5}">
                      <a16:colId xmlns:a16="http://schemas.microsoft.com/office/drawing/2014/main" val="369531824"/>
                    </a:ext>
                  </a:extLst>
                </a:gridCol>
                <a:gridCol w="2578100">
                  <a:extLst>
                    <a:ext uri="{9D8B030D-6E8A-4147-A177-3AD203B41FA5}">
                      <a16:colId xmlns:a16="http://schemas.microsoft.com/office/drawing/2014/main" val="748163493"/>
                    </a:ext>
                  </a:extLst>
                </a:gridCol>
                <a:gridCol w="2578100">
                  <a:extLst>
                    <a:ext uri="{9D8B030D-6E8A-4147-A177-3AD203B41FA5}">
                      <a16:colId xmlns:a16="http://schemas.microsoft.com/office/drawing/2014/main" val="4244576182"/>
                    </a:ext>
                  </a:extLst>
                </a:gridCol>
                <a:gridCol w="2578100">
                  <a:extLst>
                    <a:ext uri="{9D8B030D-6E8A-4147-A177-3AD203B41FA5}">
                      <a16:colId xmlns:a16="http://schemas.microsoft.com/office/drawing/2014/main" val="1157352199"/>
                    </a:ext>
                  </a:extLst>
                </a:gridCol>
              </a:tblGrid>
              <a:tr h="639230">
                <a:tc>
                  <a:txBody>
                    <a:bodyPr/>
                    <a:lstStyle/>
                    <a:p>
                      <a:pPr>
                        <a:buNone/>
                      </a:pPr>
                      <a:r>
                        <a:rPr lang="en-IN" sz="1400"/>
                        <a:t>Category</a:t>
                      </a:r>
                    </a:p>
                  </a:txBody>
                  <a:tcPr marL="25257" marR="25257" marT="12629" marB="12629" anchor="ctr"/>
                </a:tc>
                <a:tc>
                  <a:txBody>
                    <a:bodyPr/>
                    <a:lstStyle/>
                    <a:p>
                      <a:pPr>
                        <a:buNone/>
                      </a:pPr>
                      <a:r>
                        <a:rPr lang="en-IN" sz="1400"/>
                        <a:t>Hyperparameter</a:t>
                      </a:r>
                    </a:p>
                  </a:txBody>
                  <a:tcPr marL="25257" marR="25257" marT="12629" marB="12629" anchor="ctr"/>
                </a:tc>
                <a:tc>
                  <a:txBody>
                    <a:bodyPr/>
                    <a:lstStyle/>
                    <a:p>
                      <a:pPr>
                        <a:buNone/>
                      </a:pPr>
                      <a:r>
                        <a:rPr lang="en-IN" sz="1400"/>
                        <a:t>Symbol</a:t>
                      </a:r>
                    </a:p>
                  </a:txBody>
                  <a:tcPr marL="25257" marR="25257" marT="12629" marB="12629" anchor="ctr"/>
                </a:tc>
                <a:tc>
                  <a:txBody>
                    <a:bodyPr/>
                    <a:lstStyle/>
                    <a:p>
                      <a:pPr>
                        <a:buNone/>
                      </a:pPr>
                      <a:r>
                        <a:rPr lang="en-IN" sz="1400"/>
                        <a:t>Typical Range / Values</a:t>
                      </a:r>
                    </a:p>
                  </a:txBody>
                  <a:tcPr marL="25257" marR="25257" marT="12629" marB="12629" anchor="ctr"/>
                </a:tc>
                <a:extLst>
                  <a:ext uri="{0D108BD9-81ED-4DB2-BD59-A6C34878D82A}">
                    <a16:rowId xmlns:a16="http://schemas.microsoft.com/office/drawing/2014/main" val="1428596386"/>
                  </a:ext>
                </a:extLst>
              </a:tr>
              <a:tr h="333681">
                <a:tc>
                  <a:txBody>
                    <a:bodyPr/>
                    <a:lstStyle/>
                    <a:p>
                      <a:pPr>
                        <a:buNone/>
                      </a:pPr>
                      <a:r>
                        <a:rPr lang="en-IN" sz="1400" b="1"/>
                        <a:t>RNN / LSTM / GRU</a:t>
                      </a:r>
                      <a:endParaRPr lang="en-IN" sz="1400"/>
                    </a:p>
                  </a:txBody>
                  <a:tcPr marL="25257" marR="25257" marT="12629" marB="12629" anchor="ctr"/>
                </a:tc>
                <a:tc>
                  <a:txBody>
                    <a:bodyPr/>
                    <a:lstStyle/>
                    <a:p>
                      <a:pPr>
                        <a:buNone/>
                      </a:pPr>
                      <a:r>
                        <a:rPr lang="en-IN" sz="1400" dirty="0"/>
                        <a:t>Hidden units</a:t>
                      </a:r>
                    </a:p>
                  </a:txBody>
                  <a:tcPr marL="25257" marR="25257" marT="12629" marB="12629" anchor="ctr"/>
                </a:tc>
                <a:tc>
                  <a:txBody>
                    <a:bodyPr/>
                    <a:lstStyle/>
                    <a:p>
                      <a:pPr>
                        <a:buNone/>
                      </a:pPr>
                      <a:r>
                        <a:rPr lang="en-IN" sz="1400" dirty="0"/>
                        <a:t>—</a:t>
                      </a:r>
                    </a:p>
                  </a:txBody>
                  <a:tcPr marL="25257" marR="25257" marT="12629" marB="12629" anchor="ctr"/>
                </a:tc>
                <a:tc>
                  <a:txBody>
                    <a:bodyPr/>
                    <a:lstStyle/>
                    <a:p>
                      <a:pPr>
                        <a:buNone/>
                      </a:pPr>
                      <a:r>
                        <a:rPr lang="en-IN" sz="1400" b="1" dirty="0"/>
                        <a:t>32 – 1024</a:t>
                      </a:r>
                      <a:endParaRPr lang="en-IN" sz="1400" dirty="0"/>
                    </a:p>
                  </a:txBody>
                  <a:tcPr marL="25257" marR="25257" marT="12629" marB="12629" anchor="ctr"/>
                </a:tc>
                <a:extLst>
                  <a:ext uri="{0D108BD9-81ED-4DB2-BD59-A6C34878D82A}">
                    <a16:rowId xmlns:a16="http://schemas.microsoft.com/office/drawing/2014/main" val="1406385693"/>
                  </a:ext>
                </a:extLst>
              </a:tr>
              <a:tr h="333681">
                <a:tc>
                  <a:txBody>
                    <a:bodyPr/>
                    <a:lstStyle/>
                    <a:p>
                      <a:pPr>
                        <a:buNone/>
                      </a:pPr>
                      <a:endParaRPr lang="en-IN" sz="1400"/>
                    </a:p>
                  </a:txBody>
                  <a:tcPr marL="25257" marR="25257" marT="12629" marB="12629" anchor="ctr"/>
                </a:tc>
                <a:tc>
                  <a:txBody>
                    <a:bodyPr/>
                    <a:lstStyle/>
                    <a:p>
                      <a:pPr>
                        <a:buNone/>
                      </a:pPr>
                      <a:r>
                        <a:rPr lang="en-IN" sz="1400"/>
                        <a:t>Sequence length</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10 – 1000</a:t>
                      </a:r>
                      <a:endParaRPr lang="en-IN" sz="1400"/>
                    </a:p>
                  </a:txBody>
                  <a:tcPr marL="25257" marR="25257" marT="12629" marB="12629" anchor="ctr"/>
                </a:tc>
                <a:extLst>
                  <a:ext uri="{0D108BD9-81ED-4DB2-BD59-A6C34878D82A}">
                    <a16:rowId xmlns:a16="http://schemas.microsoft.com/office/drawing/2014/main" val="3034978717"/>
                  </a:ext>
                </a:extLst>
              </a:tr>
              <a:tr h="333681">
                <a:tc>
                  <a:txBody>
                    <a:bodyPr/>
                    <a:lstStyle/>
                    <a:p>
                      <a:pPr>
                        <a:buNone/>
                      </a:pPr>
                      <a:endParaRPr lang="en-IN" sz="1400"/>
                    </a:p>
                  </a:txBody>
                  <a:tcPr marL="25257" marR="25257" marT="12629" marB="12629" anchor="ctr"/>
                </a:tc>
                <a:tc>
                  <a:txBody>
                    <a:bodyPr/>
                    <a:lstStyle/>
                    <a:p>
                      <a:pPr>
                        <a:buNone/>
                      </a:pPr>
                      <a:r>
                        <a:rPr lang="en-IN" sz="1400"/>
                        <a:t>Number of layers</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1 – 6</a:t>
                      </a:r>
                      <a:endParaRPr lang="en-IN" sz="1400"/>
                    </a:p>
                  </a:txBody>
                  <a:tcPr marL="25257" marR="25257" marT="12629" marB="12629" anchor="ctr"/>
                </a:tc>
                <a:extLst>
                  <a:ext uri="{0D108BD9-81ED-4DB2-BD59-A6C34878D82A}">
                    <a16:rowId xmlns:a16="http://schemas.microsoft.com/office/drawing/2014/main" val="4033361434"/>
                  </a:ext>
                </a:extLst>
              </a:tr>
              <a:tr h="333681">
                <a:tc>
                  <a:txBody>
                    <a:bodyPr/>
                    <a:lstStyle/>
                    <a:p>
                      <a:pPr>
                        <a:buNone/>
                      </a:pPr>
                      <a:endParaRPr lang="en-IN" sz="1400"/>
                    </a:p>
                  </a:txBody>
                  <a:tcPr marL="25257" marR="25257" marT="12629" marB="12629" anchor="ctr"/>
                </a:tc>
                <a:tc>
                  <a:txBody>
                    <a:bodyPr/>
                    <a:lstStyle/>
                    <a:p>
                      <a:pPr>
                        <a:buNone/>
                      </a:pPr>
                      <a:r>
                        <a:rPr lang="en-IN" sz="1400"/>
                        <a:t>Recurrent dropout</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0.1 – 0.5</a:t>
                      </a:r>
                      <a:endParaRPr lang="en-IN" sz="1400"/>
                    </a:p>
                  </a:txBody>
                  <a:tcPr marL="25257" marR="25257" marT="12629" marB="12629" anchor="ctr"/>
                </a:tc>
                <a:extLst>
                  <a:ext uri="{0D108BD9-81ED-4DB2-BD59-A6C34878D82A}">
                    <a16:rowId xmlns:a16="http://schemas.microsoft.com/office/drawing/2014/main" val="816694642"/>
                  </a:ext>
                </a:extLst>
              </a:tr>
              <a:tr h="639230">
                <a:tc>
                  <a:txBody>
                    <a:bodyPr/>
                    <a:lstStyle/>
                    <a:p>
                      <a:pPr>
                        <a:buNone/>
                      </a:pPr>
                      <a:r>
                        <a:rPr lang="en-IN" sz="1400" b="1"/>
                        <a:t>Transformer Models</a:t>
                      </a:r>
                      <a:endParaRPr lang="en-IN" sz="1400"/>
                    </a:p>
                  </a:txBody>
                  <a:tcPr marL="25257" marR="25257" marT="12629" marB="12629" anchor="ctr"/>
                </a:tc>
                <a:tc>
                  <a:txBody>
                    <a:bodyPr/>
                    <a:lstStyle/>
                    <a:p>
                      <a:pPr>
                        <a:buNone/>
                      </a:pPr>
                      <a:r>
                        <a:rPr lang="en-IN" sz="1400"/>
                        <a:t>Embedding dimension</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128 – 4096</a:t>
                      </a:r>
                      <a:endParaRPr lang="en-IN" sz="1400"/>
                    </a:p>
                  </a:txBody>
                  <a:tcPr marL="25257" marR="25257" marT="12629" marB="12629" anchor="ctr"/>
                </a:tc>
                <a:extLst>
                  <a:ext uri="{0D108BD9-81ED-4DB2-BD59-A6C34878D82A}">
                    <a16:rowId xmlns:a16="http://schemas.microsoft.com/office/drawing/2014/main" val="1645108893"/>
                  </a:ext>
                </a:extLst>
              </a:tr>
              <a:tr h="333681">
                <a:tc>
                  <a:txBody>
                    <a:bodyPr/>
                    <a:lstStyle/>
                    <a:p>
                      <a:pPr>
                        <a:buNone/>
                      </a:pPr>
                      <a:endParaRPr lang="en-IN" sz="1400"/>
                    </a:p>
                  </a:txBody>
                  <a:tcPr marL="25257" marR="25257" marT="12629" marB="12629" anchor="ctr"/>
                </a:tc>
                <a:tc>
                  <a:txBody>
                    <a:bodyPr/>
                    <a:lstStyle/>
                    <a:p>
                      <a:pPr>
                        <a:buNone/>
                      </a:pPr>
                      <a:r>
                        <a:rPr lang="en-IN" sz="1400"/>
                        <a:t>Attention heads</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2 – 32</a:t>
                      </a:r>
                      <a:endParaRPr lang="en-IN" sz="1400"/>
                    </a:p>
                  </a:txBody>
                  <a:tcPr marL="25257" marR="25257" marT="12629" marB="12629" anchor="ctr"/>
                </a:tc>
                <a:extLst>
                  <a:ext uri="{0D108BD9-81ED-4DB2-BD59-A6C34878D82A}">
                    <a16:rowId xmlns:a16="http://schemas.microsoft.com/office/drawing/2014/main" val="2445675433"/>
                  </a:ext>
                </a:extLst>
              </a:tr>
              <a:tr h="333681">
                <a:tc>
                  <a:txBody>
                    <a:bodyPr/>
                    <a:lstStyle/>
                    <a:p>
                      <a:pPr>
                        <a:buNone/>
                      </a:pPr>
                      <a:endParaRPr lang="en-IN" sz="1400"/>
                    </a:p>
                  </a:txBody>
                  <a:tcPr marL="25257" marR="25257" marT="12629" marB="12629" anchor="ctr"/>
                </a:tc>
                <a:tc>
                  <a:txBody>
                    <a:bodyPr/>
                    <a:lstStyle/>
                    <a:p>
                      <a:pPr>
                        <a:buNone/>
                      </a:pPr>
                      <a:r>
                        <a:rPr lang="en-IN" sz="1400"/>
                        <a:t>Feed-forward size</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2× – 8× embed dim</a:t>
                      </a:r>
                      <a:endParaRPr lang="en-IN" sz="1400"/>
                    </a:p>
                  </a:txBody>
                  <a:tcPr marL="25257" marR="25257" marT="12629" marB="12629" anchor="ctr"/>
                </a:tc>
                <a:extLst>
                  <a:ext uri="{0D108BD9-81ED-4DB2-BD59-A6C34878D82A}">
                    <a16:rowId xmlns:a16="http://schemas.microsoft.com/office/drawing/2014/main" val="2024019609"/>
                  </a:ext>
                </a:extLst>
              </a:tr>
              <a:tr h="333681">
                <a:tc>
                  <a:txBody>
                    <a:bodyPr/>
                    <a:lstStyle/>
                    <a:p>
                      <a:pPr>
                        <a:buNone/>
                      </a:pPr>
                      <a:endParaRPr lang="en-IN" sz="1400"/>
                    </a:p>
                  </a:txBody>
                  <a:tcPr marL="25257" marR="25257" marT="12629" marB="12629" anchor="ctr"/>
                </a:tc>
                <a:tc>
                  <a:txBody>
                    <a:bodyPr/>
                    <a:lstStyle/>
                    <a:p>
                      <a:pPr>
                        <a:buNone/>
                      </a:pPr>
                      <a:r>
                        <a:rPr lang="en-IN" sz="1400"/>
                        <a:t>Number of layers</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2 – 96</a:t>
                      </a:r>
                      <a:endParaRPr lang="en-IN" sz="1400"/>
                    </a:p>
                  </a:txBody>
                  <a:tcPr marL="25257" marR="25257" marT="12629" marB="12629" anchor="ctr"/>
                </a:tc>
                <a:extLst>
                  <a:ext uri="{0D108BD9-81ED-4DB2-BD59-A6C34878D82A}">
                    <a16:rowId xmlns:a16="http://schemas.microsoft.com/office/drawing/2014/main" val="3893321148"/>
                  </a:ext>
                </a:extLst>
              </a:tr>
              <a:tr h="333681">
                <a:tc>
                  <a:txBody>
                    <a:bodyPr/>
                    <a:lstStyle/>
                    <a:p>
                      <a:pPr>
                        <a:buNone/>
                      </a:pPr>
                      <a:endParaRPr lang="en-IN" sz="1400"/>
                    </a:p>
                  </a:txBody>
                  <a:tcPr marL="25257" marR="25257" marT="12629" marB="12629" anchor="ctr"/>
                </a:tc>
                <a:tc>
                  <a:txBody>
                    <a:bodyPr/>
                    <a:lstStyle/>
                    <a:p>
                      <a:pPr>
                        <a:buNone/>
                      </a:pPr>
                      <a:r>
                        <a:rPr lang="en-IN" sz="1400"/>
                        <a:t>Attention dropout</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0.1 – 0.3</a:t>
                      </a:r>
                      <a:endParaRPr lang="en-IN" sz="1400"/>
                    </a:p>
                  </a:txBody>
                  <a:tcPr marL="25257" marR="25257" marT="12629" marB="12629" anchor="ctr"/>
                </a:tc>
                <a:extLst>
                  <a:ext uri="{0D108BD9-81ED-4DB2-BD59-A6C34878D82A}">
                    <a16:rowId xmlns:a16="http://schemas.microsoft.com/office/drawing/2014/main" val="1748662266"/>
                  </a:ext>
                </a:extLst>
              </a:tr>
              <a:tr h="349772">
                <a:tc>
                  <a:txBody>
                    <a:bodyPr/>
                    <a:lstStyle/>
                    <a:p>
                      <a:pPr>
                        <a:buNone/>
                      </a:pPr>
                      <a:r>
                        <a:rPr lang="en-IN" sz="1400" b="1"/>
                        <a:t>Loss-Function Related</a:t>
                      </a:r>
                      <a:endParaRPr lang="en-IN" sz="1400"/>
                    </a:p>
                  </a:txBody>
                  <a:tcPr marL="25257" marR="25257" marT="12629" marB="12629" anchor="ctr"/>
                </a:tc>
                <a:tc>
                  <a:txBody>
                    <a:bodyPr/>
                    <a:lstStyle/>
                    <a:p>
                      <a:pPr>
                        <a:buNone/>
                      </a:pPr>
                      <a:r>
                        <a:rPr lang="en-IN" sz="1400"/>
                        <a:t>Label smoothing</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0 – 0.2</a:t>
                      </a:r>
                      <a:endParaRPr lang="en-IN" sz="1400"/>
                    </a:p>
                  </a:txBody>
                  <a:tcPr marL="25257" marR="25257" marT="12629" marB="12629" anchor="ctr"/>
                </a:tc>
                <a:extLst>
                  <a:ext uri="{0D108BD9-81ED-4DB2-BD59-A6C34878D82A}">
                    <a16:rowId xmlns:a16="http://schemas.microsoft.com/office/drawing/2014/main" val="2320785230"/>
                  </a:ext>
                </a:extLst>
              </a:tr>
              <a:tr h="333681">
                <a:tc>
                  <a:txBody>
                    <a:bodyPr/>
                    <a:lstStyle/>
                    <a:p>
                      <a:pPr>
                        <a:buNone/>
                      </a:pPr>
                      <a:endParaRPr lang="en-IN" sz="1400"/>
                    </a:p>
                  </a:txBody>
                  <a:tcPr marL="25257" marR="25257" marT="12629" marB="12629" anchor="ctr"/>
                </a:tc>
                <a:tc>
                  <a:txBody>
                    <a:bodyPr/>
                    <a:lstStyle/>
                    <a:p>
                      <a:pPr>
                        <a:buNone/>
                      </a:pPr>
                      <a:r>
                        <a:rPr lang="en-IN" sz="1400"/>
                        <a:t>Focal loss </a:t>
                      </a:r>
                      <a:r>
                        <a:rPr lang="el-GR" sz="1400"/>
                        <a:t>γ</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1 – 5</a:t>
                      </a:r>
                      <a:endParaRPr lang="en-IN" sz="1400"/>
                    </a:p>
                  </a:txBody>
                  <a:tcPr marL="25257" marR="25257" marT="12629" marB="12629" anchor="ctr"/>
                </a:tc>
                <a:extLst>
                  <a:ext uri="{0D108BD9-81ED-4DB2-BD59-A6C34878D82A}">
                    <a16:rowId xmlns:a16="http://schemas.microsoft.com/office/drawing/2014/main" val="3955714053"/>
                  </a:ext>
                </a:extLst>
              </a:tr>
              <a:tr h="333681">
                <a:tc>
                  <a:txBody>
                    <a:bodyPr/>
                    <a:lstStyle/>
                    <a:p>
                      <a:pPr>
                        <a:buNone/>
                      </a:pPr>
                      <a:endParaRPr lang="en-IN" sz="1400"/>
                    </a:p>
                  </a:txBody>
                  <a:tcPr marL="25257" marR="25257" marT="12629" marB="12629" anchor="ctr"/>
                </a:tc>
                <a:tc>
                  <a:txBody>
                    <a:bodyPr/>
                    <a:lstStyle/>
                    <a:p>
                      <a:pPr>
                        <a:buNone/>
                      </a:pPr>
                      <a:r>
                        <a:rPr lang="en-IN" sz="1400"/>
                        <a:t>Hinge loss margin</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0.5 – 2.0</a:t>
                      </a:r>
                      <a:endParaRPr lang="en-IN" sz="1400"/>
                    </a:p>
                  </a:txBody>
                  <a:tcPr marL="25257" marR="25257" marT="12629" marB="12629" anchor="ctr"/>
                </a:tc>
                <a:extLst>
                  <a:ext uri="{0D108BD9-81ED-4DB2-BD59-A6C34878D82A}">
                    <a16:rowId xmlns:a16="http://schemas.microsoft.com/office/drawing/2014/main" val="987611463"/>
                  </a:ext>
                </a:extLst>
              </a:tr>
              <a:tr h="333681">
                <a:tc>
                  <a:txBody>
                    <a:bodyPr/>
                    <a:lstStyle/>
                    <a:p>
                      <a:pPr>
                        <a:buNone/>
                      </a:pPr>
                      <a:r>
                        <a:rPr lang="en-IN" sz="1400" b="1"/>
                        <a:t>LR Scheduling</a:t>
                      </a:r>
                      <a:endParaRPr lang="en-IN" sz="1400"/>
                    </a:p>
                  </a:txBody>
                  <a:tcPr marL="25257" marR="25257" marT="12629" marB="12629" anchor="ctr"/>
                </a:tc>
                <a:tc>
                  <a:txBody>
                    <a:bodyPr/>
                    <a:lstStyle/>
                    <a:p>
                      <a:pPr>
                        <a:buNone/>
                      </a:pPr>
                      <a:r>
                        <a:rPr lang="en-IN" sz="1400"/>
                        <a:t>Step size</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5 – 50 epochs</a:t>
                      </a:r>
                      <a:endParaRPr lang="en-IN" sz="1400"/>
                    </a:p>
                  </a:txBody>
                  <a:tcPr marL="25257" marR="25257" marT="12629" marB="12629" anchor="ctr"/>
                </a:tc>
                <a:extLst>
                  <a:ext uri="{0D108BD9-81ED-4DB2-BD59-A6C34878D82A}">
                    <a16:rowId xmlns:a16="http://schemas.microsoft.com/office/drawing/2014/main" val="2367895489"/>
                  </a:ext>
                </a:extLst>
              </a:tr>
              <a:tr h="333681">
                <a:tc>
                  <a:txBody>
                    <a:bodyPr/>
                    <a:lstStyle/>
                    <a:p>
                      <a:pPr>
                        <a:buNone/>
                      </a:pPr>
                      <a:endParaRPr lang="en-IN" sz="1400"/>
                    </a:p>
                  </a:txBody>
                  <a:tcPr marL="25257" marR="25257" marT="12629" marB="12629" anchor="ctr"/>
                </a:tc>
                <a:tc>
                  <a:txBody>
                    <a:bodyPr/>
                    <a:lstStyle/>
                    <a:p>
                      <a:pPr>
                        <a:buNone/>
                      </a:pPr>
                      <a:r>
                        <a:rPr lang="en-IN" sz="1400"/>
                        <a:t>Decay rate</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a:t>0.9 – 0.99</a:t>
                      </a:r>
                      <a:endParaRPr lang="en-IN" sz="1400"/>
                    </a:p>
                  </a:txBody>
                  <a:tcPr marL="25257" marR="25257" marT="12629" marB="12629" anchor="ctr"/>
                </a:tc>
                <a:extLst>
                  <a:ext uri="{0D108BD9-81ED-4DB2-BD59-A6C34878D82A}">
                    <a16:rowId xmlns:a16="http://schemas.microsoft.com/office/drawing/2014/main" val="1331178570"/>
                  </a:ext>
                </a:extLst>
              </a:tr>
              <a:tr h="333681">
                <a:tc>
                  <a:txBody>
                    <a:bodyPr/>
                    <a:lstStyle/>
                    <a:p>
                      <a:pPr>
                        <a:buNone/>
                      </a:pPr>
                      <a:endParaRPr lang="en-IN" sz="1400"/>
                    </a:p>
                  </a:txBody>
                  <a:tcPr marL="25257" marR="25257" marT="12629" marB="12629" anchor="ctr"/>
                </a:tc>
                <a:tc>
                  <a:txBody>
                    <a:bodyPr/>
                    <a:lstStyle/>
                    <a:p>
                      <a:pPr>
                        <a:buNone/>
                      </a:pPr>
                      <a:r>
                        <a:rPr lang="en-IN" sz="1400"/>
                        <a:t>Minimum LR</a:t>
                      </a:r>
                    </a:p>
                  </a:txBody>
                  <a:tcPr marL="25257" marR="25257" marT="12629" marB="12629" anchor="ctr"/>
                </a:tc>
                <a:tc>
                  <a:txBody>
                    <a:bodyPr/>
                    <a:lstStyle/>
                    <a:p>
                      <a:pPr>
                        <a:buNone/>
                      </a:pPr>
                      <a:r>
                        <a:rPr lang="en-IN" sz="1400"/>
                        <a:t>—</a:t>
                      </a:r>
                    </a:p>
                  </a:txBody>
                  <a:tcPr marL="25257" marR="25257" marT="12629" marB="12629" anchor="ctr"/>
                </a:tc>
                <a:tc>
                  <a:txBody>
                    <a:bodyPr/>
                    <a:lstStyle/>
                    <a:p>
                      <a:pPr>
                        <a:buNone/>
                      </a:pPr>
                      <a:r>
                        <a:rPr lang="en-IN" sz="1400" b="1" dirty="0"/>
                        <a:t>1e-6 – 1e-4</a:t>
                      </a:r>
                      <a:endParaRPr lang="en-IN" sz="1400" dirty="0"/>
                    </a:p>
                  </a:txBody>
                  <a:tcPr marL="25257" marR="25257" marT="12629" marB="12629" anchor="ctr"/>
                </a:tc>
                <a:extLst>
                  <a:ext uri="{0D108BD9-81ED-4DB2-BD59-A6C34878D82A}">
                    <a16:rowId xmlns:a16="http://schemas.microsoft.com/office/drawing/2014/main" val="460837974"/>
                  </a:ext>
                </a:extLst>
              </a:tr>
            </a:tbl>
          </a:graphicData>
        </a:graphic>
      </p:graphicFrame>
    </p:spTree>
    <p:extLst>
      <p:ext uri="{BB962C8B-B14F-4D97-AF65-F5344CB8AC3E}">
        <p14:creationId xmlns:p14="http://schemas.microsoft.com/office/powerpoint/2010/main" val="894124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75C6-E797-5842-D636-27A6BFF41929}"/>
              </a:ext>
            </a:extLst>
          </p:cNvPr>
          <p:cNvSpPr>
            <a:spLocks noGrp="1"/>
          </p:cNvSpPr>
          <p:nvPr>
            <p:ph type="title"/>
          </p:nvPr>
        </p:nvSpPr>
        <p:spPr/>
        <p:txBody>
          <a:bodyPr>
            <a:normAutofit fontScale="90000"/>
          </a:bodyPr>
          <a:lstStyle/>
          <a:p>
            <a:r>
              <a:rPr lang="en-IN" dirty="0"/>
              <a:t>Batch Normalization</a:t>
            </a:r>
          </a:p>
        </p:txBody>
      </p:sp>
      <p:sp>
        <p:nvSpPr>
          <p:cNvPr id="3" name="Content Placeholder 2">
            <a:extLst>
              <a:ext uri="{FF2B5EF4-FFF2-40B4-BE49-F238E27FC236}">
                <a16:creationId xmlns:a16="http://schemas.microsoft.com/office/drawing/2014/main" id="{7D1D0A2F-E9EC-AD4D-3839-A2DD310B146E}"/>
              </a:ext>
            </a:extLst>
          </p:cNvPr>
          <p:cNvSpPr>
            <a:spLocks noGrp="1"/>
          </p:cNvSpPr>
          <p:nvPr>
            <p:ph idx="1"/>
          </p:nvPr>
        </p:nvSpPr>
        <p:spPr>
          <a:xfrm>
            <a:off x="1025842" y="1280160"/>
            <a:ext cx="10201275" cy="4846110"/>
          </a:xfrm>
        </p:spPr>
        <p:txBody>
          <a:bodyPr>
            <a:normAutofit/>
          </a:bodyPr>
          <a:lstStyle/>
          <a:p>
            <a:r>
              <a:rPr lang="en-US" sz="2800" dirty="0"/>
              <a:t>Batch Normalization is used to reduce the problem of internal covariate shift in neural networks. </a:t>
            </a:r>
          </a:p>
          <a:p>
            <a:r>
              <a:rPr lang="en-US" sz="2800" b="1" dirty="0"/>
              <a:t>Covariance shift</a:t>
            </a:r>
            <a:r>
              <a:rPr lang="en-US" sz="2800" dirty="0"/>
              <a:t> occurs when the </a:t>
            </a:r>
            <a:r>
              <a:rPr lang="en-US" sz="2800" b="1" dirty="0"/>
              <a:t>input data distribution changes between training and testing</a:t>
            </a:r>
            <a:r>
              <a:rPr lang="en-US" sz="2800" dirty="0"/>
              <a:t>, while the </a:t>
            </a:r>
            <a:r>
              <a:rPr lang="en-US" sz="2800" b="1" dirty="0"/>
              <a:t>conditional distribution of the output given the input remains the same</a:t>
            </a:r>
            <a:r>
              <a:rPr lang="en-US" sz="2800" dirty="0"/>
              <a:t>.</a:t>
            </a:r>
          </a:p>
          <a:p>
            <a:r>
              <a:rPr lang="en-US" sz="2800" dirty="0"/>
              <a:t> It works by normalizing the data within each mini-batch. </a:t>
            </a:r>
          </a:p>
          <a:p>
            <a:r>
              <a:rPr lang="en-US" sz="2800" dirty="0"/>
              <a:t>This means it calculates the mean and variance of data in a batch and then adjusts the values so that they have similar range. </a:t>
            </a:r>
          </a:p>
          <a:p>
            <a:r>
              <a:rPr lang="en-US" sz="2800" dirty="0"/>
              <a:t>After that it scales and shifts the values so that model learn effectively.</a:t>
            </a:r>
            <a:endParaRPr lang="en-IN" sz="2800" dirty="0"/>
          </a:p>
        </p:txBody>
      </p:sp>
    </p:spTree>
    <p:extLst>
      <p:ext uri="{BB962C8B-B14F-4D97-AF65-F5344CB8AC3E}">
        <p14:creationId xmlns:p14="http://schemas.microsoft.com/office/powerpoint/2010/main" val="2510634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8BE4D8-3429-0798-B1A5-3211E643C419}"/>
              </a:ext>
            </a:extLst>
          </p:cNvPr>
          <p:cNvPicPr>
            <a:picLocks noChangeAspect="1"/>
          </p:cNvPicPr>
          <p:nvPr/>
        </p:nvPicPr>
        <p:blipFill>
          <a:blip r:embed="rId2"/>
          <a:stretch>
            <a:fillRect/>
          </a:stretch>
        </p:blipFill>
        <p:spPr>
          <a:xfrm>
            <a:off x="1725013" y="466719"/>
            <a:ext cx="8059068" cy="5659551"/>
          </a:xfrm>
          <a:prstGeom prst="rect">
            <a:avLst/>
          </a:prstGeom>
        </p:spPr>
      </p:pic>
    </p:spTree>
    <p:extLst>
      <p:ext uri="{BB962C8B-B14F-4D97-AF65-F5344CB8AC3E}">
        <p14:creationId xmlns:p14="http://schemas.microsoft.com/office/powerpoint/2010/main" val="1750370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E638-DA2D-C628-CB9A-9FC44714730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B9B6DCB-5A7F-683F-F89B-9454E9A3C726}"/>
              </a:ext>
            </a:extLst>
          </p:cNvPr>
          <p:cNvSpPr>
            <a:spLocks noGrp="1"/>
          </p:cNvSpPr>
          <p:nvPr>
            <p:ph idx="1"/>
          </p:nvPr>
        </p:nvSpPr>
        <p:spPr/>
        <p:txBody>
          <a:bodyPr/>
          <a:lstStyle/>
          <a:p>
            <a:r>
              <a:rPr lang="en-US" i="1" dirty="0"/>
              <a:t>In traditional neural networks as the input data propagates through the network, the distribution of each layer's inputs changes. </a:t>
            </a:r>
          </a:p>
          <a:p>
            <a:r>
              <a:rPr lang="en-US" i="1" dirty="0"/>
              <a:t>This phenomenon is known as </a:t>
            </a:r>
            <a:r>
              <a:rPr lang="en-US" b="1" i="1" dirty="0"/>
              <a:t>internal covariate shift </a:t>
            </a:r>
            <a:r>
              <a:rPr lang="en-US" i="1" dirty="0"/>
              <a:t>and it can slow down training process. </a:t>
            </a:r>
          </a:p>
          <a:p>
            <a:r>
              <a:rPr lang="en-US" i="1" dirty="0"/>
              <a:t>Batch Normalization aims to reduce this issue by normalizing the inputs of each layer. </a:t>
            </a:r>
          </a:p>
          <a:p>
            <a:r>
              <a:rPr lang="en-US" dirty="0"/>
              <a:t>This process keeps the inputs to each layer of the network in a stable range even if the outputs of earlier layers change during training. As a result training becomes faster and more stable.</a:t>
            </a:r>
            <a:endParaRPr lang="en-IN" dirty="0"/>
          </a:p>
        </p:txBody>
      </p:sp>
    </p:spTree>
    <p:extLst>
      <p:ext uri="{BB962C8B-B14F-4D97-AF65-F5344CB8AC3E}">
        <p14:creationId xmlns:p14="http://schemas.microsoft.com/office/powerpoint/2010/main" val="2526279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E606E-B24E-DC11-6C9E-EFAFE82F7FA4}"/>
              </a:ext>
            </a:extLst>
          </p:cNvPr>
          <p:cNvSpPr>
            <a:spLocks noGrp="1"/>
          </p:cNvSpPr>
          <p:nvPr>
            <p:ph type="title"/>
          </p:nvPr>
        </p:nvSpPr>
        <p:spPr/>
        <p:txBody>
          <a:bodyPr>
            <a:normAutofit fontScale="90000"/>
          </a:bodyPr>
          <a:lstStyle/>
          <a:p>
            <a:r>
              <a:rPr lang="en-IN" dirty="0"/>
              <a:t>Need of Batch Normalization</a:t>
            </a:r>
          </a:p>
        </p:txBody>
      </p:sp>
      <p:sp>
        <p:nvSpPr>
          <p:cNvPr id="3" name="Content Placeholder 2">
            <a:extLst>
              <a:ext uri="{FF2B5EF4-FFF2-40B4-BE49-F238E27FC236}">
                <a16:creationId xmlns:a16="http://schemas.microsoft.com/office/drawing/2014/main" id="{4A535507-1F33-FE4C-BA8F-2C94C3776FB4}"/>
              </a:ext>
            </a:extLst>
          </p:cNvPr>
          <p:cNvSpPr>
            <a:spLocks noGrp="1"/>
          </p:cNvSpPr>
          <p:nvPr>
            <p:ph idx="1"/>
          </p:nvPr>
        </p:nvSpPr>
        <p:spPr/>
        <p:txBody>
          <a:bodyPr/>
          <a:lstStyle/>
          <a:p>
            <a:pPr fontAlgn="base"/>
            <a:r>
              <a:rPr lang="en-US" dirty="0"/>
              <a:t>Batch Normalization makes sure outputs of each layer stay steady as model learns. This helps model train faster and learn more effectively.</a:t>
            </a:r>
          </a:p>
          <a:p>
            <a:pPr fontAlgn="base"/>
            <a:r>
              <a:rPr lang="en-US" dirty="0"/>
              <a:t>Solves the problem of internal covariate shift.</a:t>
            </a:r>
          </a:p>
          <a:p>
            <a:pPr fontAlgn="base"/>
            <a:r>
              <a:rPr lang="en-US" dirty="0"/>
              <a:t>Makes training faster and more stable.</a:t>
            </a:r>
          </a:p>
          <a:p>
            <a:pPr fontAlgn="base"/>
            <a:r>
              <a:rPr lang="en-US" dirty="0"/>
              <a:t>Allows use of higher learning rates.</a:t>
            </a:r>
          </a:p>
          <a:p>
            <a:pPr fontAlgn="base"/>
            <a:r>
              <a:rPr lang="en-US" dirty="0"/>
              <a:t>Helps avoid vanishing or exploding gradients.</a:t>
            </a:r>
          </a:p>
          <a:p>
            <a:pPr fontAlgn="base"/>
            <a:r>
              <a:rPr lang="en-US" dirty="0"/>
              <a:t>Can act like a </a:t>
            </a:r>
            <a:r>
              <a:rPr lang="en-US" dirty="0" err="1"/>
              <a:t>regularizer</a:t>
            </a:r>
            <a:r>
              <a:rPr lang="en-US" dirty="0"/>
              <a:t> sometimes reduce the need for dropout.</a:t>
            </a:r>
          </a:p>
          <a:p>
            <a:endParaRPr lang="en-IN" dirty="0"/>
          </a:p>
        </p:txBody>
      </p:sp>
    </p:spTree>
    <p:extLst>
      <p:ext uri="{BB962C8B-B14F-4D97-AF65-F5344CB8AC3E}">
        <p14:creationId xmlns:p14="http://schemas.microsoft.com/office/powerpoint/2010/main" val="2855389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33EDE-D899-7A64-C97C-E199BE0E6CB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B504B59-9DB4-3711-F748-23567F3D43CA}"/>
              </a:ext>
            </a:extLst>
          </p:cNvPr>
          <p:cNvSpPr>
            <a:spLocks noGrp="1"/>
          </p:cNvSpPr>
          <p:nvPr>
            <p:ph idx="1"/>
          </p:nvPr>
        </p:nvSpPr>
        <p:spPr/>
        <p:txBody>
          <a:bodyPr/>
          <a:lstStyle/>
          <a:p>
            <a:r>
              <a:rPr lang="en-US" b="1" dirty="0"/>
              <a:t>Where Batch Normalization is Applied</a:t>
            </a:r>
          </a:p>
          <a:p>
            <a:r>
              <a:rPr lang="en-US" b="1" dirty="0"/>
              <a:t>Before activation function</a:t>
            </a:r>
            <a:r>
              <a:rPr lang="en-US" dirty="0"/>
              <a:t> (most common)</a:t>
            </a:r>
          </a:p>
          <a:p>
            <a:r>
              <a:rPr lang="en-US" dirty="0"/>
              <a:t>After linear transformation (Dense / Conv layer)</a:t>
            </a:r>
          </a:p>
          <a:p>
            <a:r>
              <a:rPr lang="en-US" dirty="0"/>
              <a:t>Linear → </a:t>
            </a:r>
            <a:r>
              <a:rPr lang="en-US" dirty="0" err="1"/>
              <a:t>BatchNorm</a:t>
            </a:r>
            <a:r>
              <a:rPr lang="en-US" dirty="0"/>
              <a:t> → Activation</a:t>
            </a:r>
          </a:p>
          <a:p>
            <a:endParaRPr lang="en-IN" dirty="0"/>
          </a:p>
        </p:txBody>
      </p:sp>
    </p:spTree>
    <p:extLst>
      <p:ext uri="{BB962C8B-B14F-4D97-AF65-F5344CB8AC3E}">
        <p14:creationId xmlns:p14="http://schemas.microsoft.com/office/powerpoint/2010/main" val="1717902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6E902-772A-7BA2-8ABA-8A5D510BAB66}"/>
              </a:ext>
            </a:extLst>
          </p:cNvPr>
          <p:cNvSpPr>
            <a:spLocks noGrp="1"/>
          </p:cNvSpPr>
          <p:nvPr>
            <p:ph type="title"/>
          </p:nvPr>
        </p:nvSpPr>
        <p:spPr/>
        <p:txBody>
          <a:bodyPr>
            <a:normAutofit fontScale="90000"/>
          </a:bodyPr>
          <a:lstStyle/>
          <a:p>
            <a:r>
              <a:rPr lang="en-IN" dirty="0"/>
              <a:t>Mathematical Formulation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69DF064-A587-8028-64EF-CEBF12F8083F}"/>
                  </a:ext>
                </a:extLst>
              </p:cNvPr>
              <p:cNvSpPr>
                <a:spLocks noGrp="1"/>
              </p:cNvSpPr>
              <p:nvPr>
                <p:ph idx="1"/>
              </p:nvPr>
            </p:nvSpPr>
            <p:spPr>
              <a:xfrm>
                <a:off x="1025842" y="1371600"/>
                <a:ext cx="10201275" cy="4754670"/>
              </a:xfrm>
            </p:spPr>
            <p:txBody>
              <a:bodyPr>
                <a:normAutofit fontScale="92500" lnSpcReduction="20000"/>
              </a:bodyPr>
              <a:lstStyle/>
              <a:p>
                <a:pPr>
                  <a:lnSpc>
                    <a:spcPct val="120000"/>
                  </a:lnSpc>
                  <a:spcBef>
                    <a:spcPts val="0"/>
                  </a:spcBef>
                  <a:spcAft>
                    <a:spcPts val="0"/>
                  </a:spcAft>
                </a:pPr>
                <a:r>
                  <a:rPr lang="en-IN" dirty="0"/>
                  <a:t>For a mini-batch </a:t>
                </a:r>
                <a14:m>
                  <m:oMath xmlns:m="http://schemas.openxmlformats.org/officeDocument/2006/math">
                    <m:r>
                      <a:rPr lang="en-IN" i="1">
                        <a:latin typeface="Cambria Math" panose="02040503050406030204" pitchFamily="18" charset="0"/>
                      </a:rPr>
                      <m:t>𝐵</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e>
                      <m:e>
                        <m:r>
                          <a:rPr lang="ar-AE">
                            <a:latin typeface="Cambria Math" panose="02040503050406030204" pitchFamily="18" charset="0"/>
                          </a:rPr>
                          <m:t>…</m:t>
                        </m:r>
                      </m:e>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𝑚</m:t>
                            </m:r>
                          </m:sub>
                        </m:sSub>
                      </m:e>
                    </m:d>
                  </m:oMath>
                </a14:m>
                <a:r>
                  <a:rPr lang="ar-AE" dirty="0"/>
                  <a:t>:</a:t>
                </a:r>
              </a:p>
              <a:p>
                <a:pPr>
                  <a:lnSpc>
                    <a:spcPct val="120000"/>
                  </a:lnSpc>
                  <a:spcBef>
                    <a:spcPts val="0"/>
                  </a:spcBef>
                  <a:spcAft>
                    <a:spcPts val="0"/>
                  </a:spcAft>
                </a:pPr>
                <a:r>
                  <a:rPr lang="en-IN" b="1" dirty="0"/>
                  <a:t>Step 1: Compute batch statistics</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𝐵</m:t>
                        </m:r>
                      </m:sub>
                    </m:sSub>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i="1">
                            <a:latin typeface="Cambria Math" panose="02040503050406030204" pitchFamily="18" charset="0"/>
                          </a:rPr>
                          <m:t>𝑚</m:t>
                        </m:r>
                      </m:den>
                    </m:f>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𝑚</m:t>
                        </m:r>
                      </m:sup>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e>
                    </m:nary>
                  </m:oMath>
                </a14:m>
                <a:endParaRPr lang="ar-AE" dirty="0"/>
              </a:p>
              <a:p>
                <a:pPr>
                  <a:lnSpc>
                    <a:spcPct val="120000"/>
                  </a:lnSpc>
                  <a:spcBef>
                    <a:spcPts val="0"/>
                  </a:spcBef>
                  <a:spcAft>
                    <a:spcPts val="0"/>
                  </a:spcAft>
                </a:pPr>
                <a:r>
                  <a:rPr lang="en-IN" b="1" dirty="0"/>
                  <a:t>Step 2: Normalize</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i="1">
                            <a:latin typeface="Cambria Math" panose="02040503050406030204" pitchFamily="18" charset="0"/>
                          </a:rPr>
                          <m:t>𝑖</m:t>
                        </m:r>
                      </m:sub>
                    </m:sSub>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𝐵</m:t>
                            </m:r>
                          </m:sub>
                        </m:sSub>
                      </m:num>
                      <m:den>
                        <m:rad>
                          <m:radPr>
                            <m:degHide m:val="on"/>
                            <m:ctrlPr>
                              <a:rPr lang="ar-AE" i="1">
                                <a:latin typeface="Cambria Math" panose="02040503050406030204" pitchFamily="18" charset="0"/>
                              </a:rPr>
                            </m:ctrlPr>
                          </m:radPr>
                          <m:deg/>
                          <m:e>
                            <m:sSubSup>
                              <m:sSubSupPr>
                                <m:ctrlPr>
                                  <a:rPr lang="ar-AE" i="1">
                                    <a:latin typeface="Cambria Math" panose="02040503050406030204" pitchFamily="18" charset="0"/>
                                  </a:rPr>
                                </m:ctrlPr>
                              </m:sSubSupPr>
                              <m:e>
                                <m:r>
                                  <a:rPr lang="ar-AE" i="1">
                                    <a:latin typeface="Cambria Math" panose="02040503050406030204" pitchFamily="18" charset="0"/>
                                  </a:rPr>
                                  <m:t>𝜎</m:t>
                                </m:r>
                              </m:e>
                              <m:sub>
                                <m:r>
                                  <a:rPr lang="ar-AE" i="1">
                                    <a:latin typeface="Cambria Math" panose="02040503050406030204" pitchFamily="18" charset="0"/>
                                  </a:rPr>
                                  <m:t>𝐵</m:t>
                                </m:r>
                              </m:sub>
                              <m:sup>
                                <m:r>
                                  <a:rPr lang="ar-AE">
                                    <a:latin typeface="Cambria Math" panose="02040503050406030204" pitchFamily="18" charset="0"/>
                                  </a:rPr>
                                  <m:t>2</m:t>
                                </m:r>
                              </m:sup>
                            </m:sSubSup>
                            <m:r>
                              <a:rPr lang="ar-AE">
                                <a:latin typeface="Cambria Math" panose="02040503050406030204" pitchFamily="18" charset="0"/>
                              </a:rPr>
                              <m:t>+</m:t>
                            </m:r>
                            <m:r>
                              <a:rPr lang="ar-AE" i="1">
                                <a:latin typeface="Cambria Math" panose="02040503050406030204" pitchFamily="18" charset="0"/>
                              </a:rPr>
                              <m:t>𝜖</m:t>
                            </m:r>
                          </m:e>
                        </m:rad>
                      </m:den>
                    </m:f>
                  </m:oMath>
                </a14:m>
                <a:endParaRPr lang="ar-AE" dirty="0"/>
              </a:p>
              <a:p>
                <a:pPr>
                  <a:lnSpc>
                    <a:spcPct val="120000"/>
                  </a:lnSpc>
                  <a:spcBef>
                    <a:spcPts val="0"/>
                  </a:spcBef>
                  <a:spcAft>
                    <a:spcPts val="0"/>
                  </a:spcAft>
                </a:pPr>
                <a:r>
                  <a:rPr lang="en-IN" b="1" dirty="0"/>
                  <a:t>Step 3: Scale and shift</a:t>
                </a:r>
              </a:p>
              <a:p>
                <a:pPr>
                  <a:lnSpc>
                    <a:spcPct val="120000"/>
                  </a:lnSpc>
                  <a:spcBef>
                    <a:spcPts val="0"/>
                  </a:spcBef>
                  <a:spcAft>
                    <a:spcPts val="0"/>
                  </a:spcAft>
                </a:pPr>
                <a14:m>
                  <m:oMath xmlns:m="http://schemas.openxmlformats.org/officeDocument/2006/math">
                    <m:borderBox>
                      <m:borderBoxPr>
                        <m:ctrlPr>
                          <a:rPr lang="ar-AE" i="1">
                            <a:latin typeface="Cambria Math" panose="02040503050406030204" pitchFamily="18" charset="0"/>
                          </a:rPr>
                        </m:ctrlPr>
                      </m:borderBox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a:latin typeface="Cambria Math" panose="02040503050406030204" pitchFamily="18" charset="0"/>
                          </a:rPr>
                          <m:t>=</m:t>
                        </m:r>
                        <m:r>
                          <a:rPr lang="ar-AE" i="1">
                            <a:latin typeface="Cambria Math" panose="02040503050406030204" pitchFamily="18" charset="0"/>
                          </a:rPr>
                          <m:t>𝛾</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i="1">
                                <a:latin typeface="Cambria Math" panose="02040503050406030204" pitchFamily="18" charset="0"/>
                              </a:rPr>
                              <m:t>𝑖</m:t>
                            </m:r>
                          </m:sub>
                        </m:sSub>
                        <m:r>
                          <a:rPr lang="ar-AE">
                            <a:latin typeface="Cambria Math" panose="02040503050406030204" pitchFamily="18" charset="0"/>
                          </a:rPr>
                          <m:t>+</m:t>
                        </m:r>
                        <m:r>
                          <a:rPr lang="ar-AE" i="1">
                            <a:latin typeface="Cambria Math" panose="02040503050406030204" pitchFamily="18" charset="0"/>
                          </a:rPr>
                          <m:t>𝛽</m:t>
                        </m:r>
                      </m:e>
                    </m:borderBox>
                  </m:oMath>
                </a14:m>
                <a:endParaRPr lang="ar-AE" dirty="0"/>
              </a:p>
              <a:p>
                <a:pPr>
                  <a:lnSpc>
                    <a:spcPct val="120000"/>
                  </a:lnSpc>
                  <a:spcBef>
                    <a:spcPts val="0"/>
                  </a:spcBef>
                  <a:spcAft>
                    <a:spcPts val="0"/>
                  </a:spcAft>
                </a:pPr>
                <a:r>
                  <a:rPr lang="en-IN" dirty="0"/>
                  <a:t>where: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𝛾</m:t>
                    </m:r>
                  </m:oMath>
                </a14:m>
                <a:r>
                  <a:rPr lang="en-IN" dirty="0"/>
                  <a:t>→ learnable scale parameter</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𝛽</m:t>
                    </m:r>
                  </m:oMath>
                </a14:m>
                <a:r>
                  <a:rPr lang="en-IN" dirty="0"/>
                  <a:t>→ learnable shift parameter</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𝜖</m:t>
                    </m:r>
                  </m:oMath>
                </a14:m>
                <a:r>
                  <a:rPr lang="en-IN" dirty="0"/>
                  <a:t>→ small constant for numerical stability</a:t>
                </a:r>
              </a:p>
              <a:p>
                <a:pPr>
                  <a:lnSpc>
                    <a:spcPct val="120000"/>
                  </a:lnSpc>
                  <a:spcBef>
                    <a:spcPts val="0"/>
                  </a:spcBef>
                  <a:spcAft>
                    <a:spcPts val="0"/>
                  </a:spcAft>
                </a:pPr>
                <a:endParaRPr lang="en-IN" dirty="0"/>
              </a:p>
            </p:txBody>
          </p:sp>
        </mc:Choice>
        <mc:Fallback>
          <p:sp>
            <p:nvSpPr>
              <p:cNvPr id="3" name="Content Placeholder 2">
                <a:extLst>
                  <a:ext uri="{FF2B5EF4-FFF2-40B4-BE49-F238E27FC236}">
                    <a16:creationId xmlns:a16="http://schemas.microsoft.com/office/drawing/2014/main" id="{569DF064-A587-8028-64EF-CEBF12F8083F}"/>
                  </a:ext>
                </a:extLst>
              </p:cNvPr>
              <p:cNvSpPr>
                <a:spLocks noGrp="1" noRot="1" noChangeAspect="1" noMove="1" noResize="1" noEditPoints="1" noAdjustHandles="1" noChangeArrowheads="1" noChangeShapeType="1" noTextEdit="1"/>
              </p:cNvSpPr>
              <p:nvPr>
                <p:ph idx="1"/>
              </p:nvPr>
            </p:nvSpPr>
            <p:spPr>
              <a:xfrm>
                <a:off x="1025842" y="1371600"/>
                <a:ext cx="10201275" cy="4754670"/>
              </a:xfrm>
              <a:blipFill>
                <a:blip r:embed="rId2"/>
                <a:stretch>
                  <a:fillRect l="-1553" t="-1026" b="-2308"/>
                </a:stretch>
              </a:blipFill>
            </p:spPr>
            <p:txBody>
              <a:bodyPr/>
              <a:lstStyle/>
              <a:p>
                <a:r>
                  <a:rPr lang="en-IN">
                    <a:noFill/>
                  </a:rPr>
                  <a:t> </a:t>
                </a:r>
              </a:p>
            </p:txBody>
          </p:sp>
        </mc:Fallback>
      </mc:AlternateContent>
    </p:spTree>
    <p:extLst>
      <p:ext uri="{BB962C8B-B14F-4D97-AF65-F5344CB8AC3E}">
        <p14:creationId xmlns:p14="http://schemas.microsoft.com/office/powerpoint/2010/main" val="1970929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810D-3EA0-824B-44E0-D7AB2C322CE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9827EA-E87A-759F-E372-10520C52C9D5}"/>
                  </a:ext>
                </a:extLst>
              </p:cNvPr>
              <p:cNvSpPr>
                <a:spLocks noGrp="1"/>
              </p:cNvSpPr>
              <p:nvPr>
                <p:ph idx="1"/>
              </p:nvPr>
            </p:nvSpPr>
            <p:spPr>
              <a:xfrm>
                <a:off x="1025842" y="1198880"/>
                <a:ext cx="10201275" cy="4927390"/>
              </a:xfrm>
            </p:spPr>
            <p:txBody>
              <a:bodyPr>
                <a:noAutofit/>
              </a:bodyPr>
              <a:lstStyle/>
              <a:p>
                <a:pPr>
                  <a:lnSpc>
                    <a:spcPct val="100000"/>
                  </a:lnSpc>
                  <a:spcBef>
                    <a:spcPts val="0"/>
                  </a:spcBef>
                  <a:spcAft>
                    <a:spcPts val="0"/>
                  </a:spcAft>
                </a:pPr>
                <a:r>
                  <a:rPr lang="en-IN" b="1" dirty="0"/>
                  <a:t>Numerical Example</a:t>
                </a:r>
              </a:p>
              <a:p>
                <a:pPr marL="0" indent="0">
                  <a:lnSpc>
                    <a:spcPct val="100000"/>
                  </a:lnSpc>
                  <a:spcBef>
                    <a:spcPts val="0"/>
                  </a:spcBef>
                  <a:spcAft>
                    <a:spcPts val="0"/>
                  </a:spcAft>
                  <a:buNone/>
                </a:pPr>
                <a:r>
                  <a:rPr lang="en-IN" dirty="0"/>
                  <a:t>Given batch values:</a:t>
                </a: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𝑥</m:t>
                      </m:r>
                      <m:r>
                        <a:rPr lang="en-IN">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2</m:t>
                          </m:r>
                        </m:e>
                        <m:e>
                          <m:r>
                            <a:rPr lang="ar-AE">
                              <a:latin typeface="Cambria Math" panose="02040503050406030204" pitchFamily="18" charset="0"/>
                            </a:rPr>
                            <m:t>4</m:t>
                          </m:r>
                        </m:e>
                        <m:e>
                          <m:r>
                            <a:rPr lang="ar-AE">
                              <a:latin typeface="Cambria Math" panose="02040503050406030204" pitchFamily="18" charset="0"/>
                            </a:rPr>
                            <m:t>6</m:t>
                          </m:r>
                        </m:e>
                      </m:d>
                      <m:r>
                        <a:rPr lang="ar-AE">
                          <a:latin typeface="Cambria Math" panose="02040503050406030204" pitchFamily="18" charset="0"/>
                        </a:rPr>
                        <m:t>, </m:t>
                      </m:r>
                      <m:r>
                        <a:rPr lang="ar-AE" i="1">
                          <a:latin typeface="Cambria Math" panose="02040503050406030204" pitchFamily="18" charset="0"/>
                        </a:rPr>
                        <m:t>𝜖</m:t>
                      </m:r>
                      <m:r>
                        <a:rPr lang="ar-AE">
                          <a:latin typeface="Cambria Math" panose="02040503050406030204" pitchFamily="18" charset="0"/>
                        </a:rPr>
                        <m:t>=</m:t>
                      </m:r>
                      <m:r>
                        <a:rPr lang="ar-AE">
                          <a:latin typeface="Cambria Math" panose="02040503050406030204" pitchFamily="18" charset="0"/>
                        </a:rPr>
                        <m:t>0</m:t>
                      </m:r>
                    </m:oMath>
                  </m:oMathPara>
                </a14:m>
                <a:endParaRPr lang="ar-AE" dirty="0"/>
              </a:p>
              <a:p>
                <a:pPr marL="0" indent="0">
                  <a:lnSpc>
                    <a:spcPct val="100000"/>
                  </a:lnSpc>
                  <a:spcBef>
                    <a:spcPts val="0"/>
                  </a:spcBef>
                  <a:spcAft>
                    <a:spcPts val="0"/>
                  </a:spcAft>
                  <a:buNone/>
                </a:pPr>
                <a:r>
                  <a:rPr lang="en-IN" dirty="0"/>
                  <a:t>Mean:</a:t>
                </a: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𝜇</m:t>
                      </m:r>
                      <m:r>
                        <a:rPr lang="en-IN">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2</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6</m:t>
                          </m:r>
                        </m:num>
                        <m:den>
                          <m:r>
                            <a:rPr lang="ar-AE">
                              <a:latin typeface="Cambria Math" panose="02040503050406030204" pitchFamily="18" charset="0"/>
                            </a:rPr>
                            <m:t>3</m:t>
                          </m:r>
                        </m:den>
                      </m:f>
                      <m:r>
                        <a:rPr lang="ar-AE">
                          <a:latin typeface="Cambria Math" panose="02040503050406030204" pitchFamily="18" charset="0"/>
                        </a:rPr>
                        <m:t>=</m:t>
                      </m:r>
                      <m:r>
                        <a:rPr lang="ar-AE">
                          <a:latin typeface="Cambria Math" panose="02040503050406030204" pitchFamily="18" charset="0"/>
                        </a:rPr>
                        <m:t>4</m:t>
                      </m:r>
                    </m:oMath>
                  </m:oMathPara>
                </a14:m>
                <a:endParaRPr lang="ar-AE" dirty="0"/>
              </a:p>
              <a:p>
                <a:pPr marL="0" indent="0">
                  <a:lnSpc>
                    <a:spcPct val="100000"/>
                  </a:lnSpc>
                  <a:spcBef>
                    <a:spcPts val="0"/>
                  </a:spcBef>
                  <a:spcAft>
                    <a:spcPts val="0"/>
                  </a:spcAft>
                  <a:buNone/>
                </a:pPr>
                <a:r>
                  <a:rPr lang="en-IN" dirty="0"/>
                  <a:t>Variance:</a:t>
                </a:r>
              </a:p>
              <a:p>
                <a:pPr marL="0" indent="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m:t>
                          </m:r>
                          <m:r>
                            <a:rPr lang="ar-AE" i="1">
                              <a:latin typeface="Cambria Math" panose="02040503050406030204" pitchFamily="18" charset="0"/>
                            </a:rPr>
                            <m:t>2</m:t>
                          </m:r>
                          <m:r>
                            <a:rPr lang="ar-AE" i="1">
                              <a:latin typeface="Cambria Math" panose="02040503050406030204" pitchFamily="18" charset="0"/>
                            </a:rPr>
                            <m:t>−</m:t>
                          </m:r>
                          <m:r>
                            <a:rPr lang="ar-AE" i="1">
                              <a:latin typeface="Cambria Math" panose="02040503050406030204" pitchFamily="18" charset="0"/>
                            </a:rPr>
                            <m:t>4</m:t>
                          </m:r>
                          <m:r>
                            <a:rPr lang="ar-AE" i="1">
                              <a:latin typeface="Cambria Math" panose="02040503050406030204" pitchFamily="18" charset="0"/>
                            </a:rPr>
                            <m:t>)</m:t>
                          </m:r>
                          <m:r>
                            <a:rPr lang="ar-AE" i="1" baseline="30000">
                              <a:latin typeface="Cambria Math" panose="02040503050406030204" pitchFamily="18" charset="0"/>
                            </a:rPr>
                            <m:t>2</m:t>
                          </m:r>
                          <m:r>
                            <a:rPr lang="ar-AE" i="1">
                              <a:latin typeface="Cambria Math" panose="02040503050406030204" pitchFamily="18" charset="0"/>
                            </a:rPr>
                            <m:t>+(</m:t>
                          </m:r>
                          <m:r>
                            <a:rPr lang="ar-AE" i="1">
                              <a:latin typeface="Cambria Math" panose="02040503050406030204" pitchFamily="18" charset="0"/>
                            </a:rPr>
                            <m:t>4</m:t>
                          </m:r>
                          <m:r>
                            <a:rPr lang="ar-AE" i="1">
                              <a:latin typeface="Cambria Math" panose="02040503050406030204" pitchFamily="18" charset="0"/>
                            </a:rPr>
                            <m:t>−</m:t>
                          </m:r>
                          <m:r>
                            <a:rPr lang="ar-AE" i="1">
                              <a:latin typeface="Cambria Math" panose="02040503050406030204" pitchFamily="18" charset="0"/>
                            </a:rPr>
                            <m:t>4</m:t>
                          </m:r>
                          <m:r>
                            <a:rPr lang="ar-AE" i="1">
                              <a:latin typeface="Cambria Math" panose="02040503050406030204" pitchFamily="18" charset="0"/>
                            </a:rPr>
                            <m:t>)</m:t>
                          </m:r>
                          <m:r>
                            <a:rPr lang="ar-AE" i="1" baseline="30000">
                              <a:latin typeface="Cambria Math" panose="02040503050406030204" pitchFamily="18" charset="0"/>
                            </a:rPr>
                            <m:t>2</m:t>
                          </m:r>
                          <m:r>
                            <a:rPr lang="ar-AE" i="1">
                              <a:latin typeface="Cambria Math" panose="02040503050406030204" pitchFamily="18" charset="0"/>
                            </a:rPr>
                            <m:t>+(</m:t>
                          </m:r>
                          <m:r>
                            <a:rPr lang="ar-AE" i="1">
                              <a:latin typeface="Cambria Math" panose="02040503050406030204" pitchFamily="18" charset="0"/>
                            </a:rPr>
                            <m:t>6</m:t>
                          </m:r>
                          <m:r>
                            <a:rPr lang="ar-AE" i="1">
                              <a:latin typeface="Cambria Math" panose="02040503050406030204" pitchFamily="18" charset="0"/>
                            </a:rPr>
                            <m:t>−</m:t>
                          </m:r>
                          <m:r>
                            <a:rPr lang="ar-AE" i="1">
                              <a:latin typeface="Cambria Math" panose="02040503050406030204" pitchFamily="18" charset="0"/>
                            </a:rPr>
                            <m:t>4</m:t>
                          </m:r>
                          <m:r>
                            <a:rPr lang="ar-AE" i="1">
                              <a:latin typeface="Cambria Math" panose="02040503050406030204" pitchFamily="18" charset="0"/>
                            </a:rPr>
                            <m:t>)</m:t>
                          </m:r>
                          <m:r>
                            <a:rPr lang="ar-AE" i="1" baseline="30000">
                              <a:latin typeface="Cambria Math" panose="02040503050406030204" pitchFamily="18" charset="0"/>
                            </a:rPr>
                            <m:t>2</m:t>
                          </m:r>
                        </m:num>
                        <m:den>
                          <m:r>
                            <a:rPr lang="ar-AE">
                              <a:latin typeface="Cambria Math" panose="02040503050406030204" pitchFamily="18" charset="0"/>
                            </a:rPr>
                            <m:t>3</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8</m:t>
                          </m:r>
                        </m:num>
                        <m:den>
                          <m:r>
                            <a:rPr lang="ar-AE">
                              <a:latin typeface="Cambria Math" panose="02040503050406030204" pitchFamily="18" charset="0"/>
                            </a:rPr>
                            <m:t>3</m:t>
                          </m:r>
                        </m:den>
                      </m:f>
                    </m:oMath>
                  </m:oMathPara>
                </a14:m>
                <a:endParaRPr lang="ar-AE" dirty="0"/>
              </a:p>
              <a:p>
                <a:pPr marL="0" indent="0">
                  <a:lnSpc>
                    <a:spcPct val="100000"/>
                  </a:lnSpc>
                  <a:spcBef>
                    <a:spcPts val="0"/>
                  </a:spcBef>
                  <a:spcAft>
                    <a:spcPts val="0"/>
                  </a:spcAft>
                  <a:buNone/>
                </a:pPr>
                <a:r>
                  <a:rPr lang="en-IN" dirty="0"/>
                  <a:t>Normalized values:</a:t>
                </a:r>
              </a:p>
              <a:p>
                <a:pPr marL="0" indent="0">
                  <a:lnSpc>
                    <a:spcPct val="100000"/>
                  </a:lnSpc>
                  <a:spcBef>
                    <a:spcPts val="0"/>
                  </a:spcBef>
                  <a:spcAft>
                    <a:spcPts val="0"/>
                  </a:spcAft>
                  <a:buNone/>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oMath>
                </a14:m>
                <a:r>
                  <a:rPr lang="en-US" dirty="0"/>
                  <a:t> {−1.225,0,1.225}</a:t>
                </a:r>
                <a:endParaRPr lang="ar-AE" dirty="0"/>
              </a:p>
              <a:p>
                <a:pPr marL="0" indent="0">
                  <a:lnSpc>
                    <a:spcPct val="100000"/>
                  </a:lnSpc>
                  <a:spcBef>
                    <a:spcPts val="0"/>
                  </a:spcBef>
                  <a:spcAft>
                    <a:spcPts val="0"/>
                  </a:spcAft>
                  <a:buNone/>
                </a:pPr>
                <a:r>
                  <a:rPr lang="en-IN" dirty="0"/>
                  <a:t>If </a:t>
                </a:r>
                <a14:m>
                  <m:oMath xmlns:m="http://schemas.openxmlformats.org/officeDocument/2006/math">
                    <m:r>
                      <a:rPr lang="en-IN" i="1">
                        <a:latin typeface="Cambria Math" panose="02040503050406030204" pitchFamily="18" charset="0"/>
                      </a:rPr>
                      <m:t>𝛾</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a:rPr lang="en-IN" i="1">
                        <a:latin typeface="Cambria Math" panose="02040503050406030204" pitchFamily="18" charset="0"/>
                      </a:rPr>
                      <m:t>𝛽</m:t>
                    </m:r>
                    <m:r>
                      <a:rPr lang="en-IN">
                        <a:latin typeface="Cambria Math" panose="02040503050406030204" pitchFamily="18" charset="0"/>
                      </a:rPr>
                      <m:t>=</m:t>
                    </m:r>
                    <m:r>
                      <a:rPr lang="en-IN">
                        <a:latin typeface="Cambria Math" panose="02040503050406030204" pitchFamily="18" charset="0"/>
                      </a:rPr>
                      <m:t>1</m:t>
                    </m:r>
                  </m:oMath>
                </a14:m>
                <a:r>
                  <a:rPr lang="en-IN" dirty="0"/>
                  <a:t>:</a:t>
                </a:r>
              </a:p>
              <a:p>
                <a:pPr marL="0" indent="0">
                  <a:lnSpc>
                    <a:spcPct val="100000"/>
                  </a:lnSpc>
                  <a:spcBef>
                    <a:spcPts val="0"/>
                  </a:spcBef>
                  <a:spcAft>
                    <a:spcPts val="0"/>
                  </a:spcAft>
                  <a:buNone/>
                </a:pPr>
                <a14:m>
                  <m:oMath xmlns:m="http://schemas.openxmlformats.org/officeDocument/2006/math">
                    <m:r>
                      <a:rPr lang="en-IN" i="1">
                        <a:latin typeface="Cambria Math" panose="02040503050406030204" pitchFamily="18" charset="0"/>
                      </a:rPr>
                      <m:t>𝑦</m:t>
                    </m:r>
                    <m:r>
                      <a:rPr lang="en-US" b="0" i="0" smtClean="0">
                        <a:latin typeface="Cambria Math" panose="02040503050406030204" pitchFamily="18" charset="0"/>
                      </a:rPr>
                      <m:t>=</m:t>
                    </m:r>
                    <m:r>
                      <a:rPr lang="en-US" b="0" i="1" smtClean="0">
                        <a:latin typeface="Cambria Math" panose="02040503050406030204" pitchFamily="18" charset="0"/>
                      </a:rPr>
                      <m:t> </m:t>
                    </m:r>
                  </m:oMath>
                </a14:m>
                <a:r>
                  <a:rPr lang="en-US" dirty="0"/>
                  <a:t>  {−1.45,1,3.45}</a:t>
                </a:r>
                <a:endParaRPr lang="ar-AE" dirty="0"/>
              </a:p>
            </p:txBody>
          </p:sp>
        </mc:Choice>
        <mc:Fallback xmlns="">
          <p:sp>
            <p:nvSpPr>
              <p:cNvPr id="3" name="Content Placeholder 2">
                <a:extLst>
                  <a:ext uri="{FF2B5EF4-FFF2-40B4-BE49-F238E27FC236}">
                    <a16:creationId xmlns:a16="http://schemas.microsoft.com/office/drawing/2014/main" id="{5E9827EA-E87A-759F-E372-10520C52C9D5}"/>
                  </a:ext>
                </a:extLst>
              </p:cNvPr>
              <p:cNvSpPr>
                <a:spLocks noGrp="1" noRot="1" noChangeAspect="1" noMove="1" noResize="1" noEditPoints="1" noAdjustHandles="1" noChangeArrowheads="1" noChangeShapeType="1" noTextEdit="1"/>
              </p:cNvSpPr>
              <p:nvPr>
                <p:ph idx="1"/>
              </p:nvPr>
            </p:nvSpPr>
            <p:spPr>
              <a:xfrm>
                <a:off x="1025842" y="1198880"/>
                <a:ext cx="10201275" cy="4927390"/>
              </a:xfrm>
              <a:blipFill>
                <a:blip r:embed="rId2"/>
                <a:stretch>
                  <a:fillRect l="-1792" t="-990"/>
                </a:stretch>
              </a:blipFill>
            </p:spPr>
            <p:txBody>
              <a:bodyPr/>
              <a:lstStyle/>
              <a:p>
                <a:r>
                  <a:rPr lang="en-IN">
                    <a:noFill/>
                  </a:rPr>
                  <a:t> </a:t>
                </a:r>
              </a:p>
            </p:txBody>
          </p:sp>
        </mc:Fallback>
      </mc:AlternateContent>
    </p:spTree>
    <p:extLst>
      <p:ext uri="{BB962C8B-B14F-4D97-AF65-F5344CB8AC3E}">
        <p14:creationId xmlns:p14="http://schemas.microsoft.com/office/powerpoint/2010/main" val="17972884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7B5E-C1D3-757D-EDC3-C53A19FDFA6E}"/>
              </a:ext>
            </a:extLst>
          </p:cNvPr>
          <p:cNvSpPr>
            <a:spLocks noGrp="1"/>
          </p:cNvSpPr>
          <p:nvPr>
            <p:ph type="title"/>
          </p:nvPr>
        </p:nvSpPr>
        <p:spPr/>
        <p:txBody>
          <a:bodyPr>
            <a:normAutofit fontScale="90000"/>
          </a:bodyPr>
          <a:lstStyle/>
          <a:p>
            <a:r>
              <a:rPr lang="en-US" dirty="0"/>
              <a:t>Links</a:t>
            </a:r>
            <a:endParaRPr lang="en-IN" dirty="0"/>
          </a:p>
        </p:txBody>
      </p:sp>
      <p:sp>
        <p:nvSpPr>
          <p:cNvPr id="3" name="Content Placeholder 2">
            <a:extLst>
              <a:ext uri="{FF2B5EF4-FFF2-40B4-BE49-F238E27FC236}">
                <a16:creationId xmlns:a16="http://schemas.microsoft.com/office/drawing/2014/main" id="{DA93FB65-11FE-80CA-EE8A-FA250D1337EC}"/>
              </a:ext>
            </a:extLst>
          </p:cNvPr>
          <p:cNvSpPr>
            <a:spLocks noGrp="1"/>
          </p:cNvSpPr>
          <p:nvPr>
            <p:ph idx="1"/>
          </p:nvPr>
        </p:nvSpPr>
        <p:spPr/>
        <p:txBody>
          <a:bodyPr/>
          <a:lstStyle/>
          <a:p>
            <a:r>
              <a:rPr lang="en-IN" dirty="0">
                <a:hlinkClick r:id="rId2"/>
              </a:rPr>
              <a:t>https://www.analyticsvidhya.com/blog/2021/03/introduction-to-batch-normalization/</a:t>
            </a:r>
            <a:endParaRPr lang="en-IN" dirty="0"/>
          </a:p>
          <a:p>
            <a:endParaRPr lang="en-IN" dirty="0"/>
          </a:p>
        </p:txBody>
      </p:sp>
    </p:spTree>
    <p:extLst>
      <p:ext uri="{BB962C8B-B14F-4D97-AF65-F5344CB8AC3E}">
        <p14:creationId xmlns:p14="http://schemas.microsoft.com/office/powerpoint/2010/main" val="1023006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1F6C-E170-14D7-FBE2-24A0C0A70E93}"/>
              </a:ext>
            </a:extLst>
          </p:cNvPr>
          <p:cNvSpPr>
            <a:spLocks noGrp="1"/>
          </p:cNvSpPr>
          <p:nvPr>
            <p:ph type="title"/>
          </p:nvPr>
        </p:nvSpPr>
        <p:spPr/>
        <p:txBody>
          <a:bodyPr>
            <a:normAutofit fontScale="90000"/>
          </a:bodyPr>
          <a:lstStyle/>
          <a:p>
            <a:r>
              <a:rPr lang="en-IN" dirty="0" err="1"/>
              <a:t>Softmax</a:t>
            </a:r>
            <a:r>
              <a:rPr lang="en-IN" dirty="0"/>
              <a:t> Regression</a:t>
            </a:r>
          </a:p>
        </p:txBody>
      </p:sp>
      <p:sp>
        <p:nvSpPr>
          <p:cNvPr id="3" name="Content Placeholder 2">
            <a:extLst>
              <a:ext uri="{FF2B5EF4-FFF2-40B4-BE49-F238E27FC236}">
                <a16:creationId xmlns:a16="http://schemas.microsoft.com/office/drawing/2014/main" id="{769992B5-B9A3-456A-71DD-AEC3C9259F06}"/>
              </a:ext>
            </a:extLst>
          </p:cNvPr>
          <p:cNvSpPr>
            <a:spLocks noGrp="1"/>
          </p:cNvSpPr>
          <p:nvPr>
            <p:ph idx="1"/>
          </p:nvPr>
        </p:nvSpPr>
        <p:spPr>
          <a:xfrm>
            <a:off x="731520" y="1432560"/>
            <a:ext cx="10495597" cy="4693710"/>
          </a:xfrm>
        </p:spPr>
        <p:txBody>
          <a:bodyPr/>
          <a:lstStyle/>
          <a:p>
            <a:r>
              <a:rPr lang="en-US" dirty="0" err="1"/>
              <a:t>Softmax</a:t>
            </a:r>
            <a:r>
              <a:rPr lang="en-US" dirty="0"/>
              <a:t> Regression is a </a:t>
            </a:r>
            <a:r>
              <a:rPr lang="en-US" b="1" dirty="0"/>
              <a:t>multiclass generalization of Logistic Regression</a:t>
            </a:r>
            <a:r>
              <a:rPr lang="en-US" dirty="0"/>
              <a:t> used when the output variable has </a:t>
            </a:r>
            <a:r>
              <a:rPr lang="en-US" b="1" dirty="0"/>
              <a:t>more than two mutually exclusive classes</a:t>
            </a:r>
            <a:r>
              <a:rPr lang="en-US" dirty="0"/>
              <a:t>.</a:t>
            </a:r>
          </a:p>
          <a:p>
            <a:r>
              <a:rPr lang="en-US" dirty="0"/>
              <a:t> It is one of the most common classifiers used in </a:t>
            </a:r>
            <a:r>
              <a:rPr lang="en-US" b="1" dirty="0"/>
              <a:t>deep learning and neural networks</a:t>
            </a:r>
            <a:r>
              <a:rPr lang="en-US" dirty="0"/>
              <a:t>.</a:t>
            </a:r>
          </a:p>
          <a:p>
            <a:r>
              <a:rPr lang="en-US" b="1" dirty="0"/>
              <a:t>When to Use </a:t>
            </a:r>
            <a:r>
              <a:rPr lang="en-US" b="1" dirty="0" err="1"/>
              <a:t>Softmax</a:t>
            </a:r>
            <a:r>
              <a:rPr lang="en-US" b="1" dirty="0"/>
              <a:t> Regression</a:t>
            </a:r>
          </a:p>
          <a:p>
            <a:r>
              <a:rPr lang="en-US" dirty="0"/>
              <a:t>Multi-class classification (one correct class per sample)</a:t>
            </a:r>
          </a:p>
          <a:p>
            <a:r>
              <a:rPr lang="en-US" dirty="0"/>
              <a:t>Classes are mutually exclusive Examples: Handwritten digit recognition (0–9)</a:t>
            </a:r>
          </a:p>
          <a:p>
            <a:r>
              <a:rPr lang="en-US" dirty="0"/>
              <a:t>Image classification (cat / dog / car / …)</a:t>
            </a:r>
          </a:p>
          <a:p>
            <a:r>
              <a:rPr lang="en-US" dirty="0"/>
              <a:t>Text classification with multiple labels (single-label)</a:t>
            </a:r>
            <a:endParaRPr lang="en-IN" dirty="0"/>
          </a:p>
        </p:txBody>
      </p:sp>
    </p:spTree>
    <p:extLst>
      <p:ext uri="{BB962C8B-B14F-4D97-AF65-F5344CB8AC3E}">
        <p14:creationId xmlns:p14="http://schemas.microsoft.com/office/powerpoint/2010/main" val="2426683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6411-0C02-2BA3-0A92-FF210EA7C3AC}"/>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6DA143-17EC-945F-72BC-E2941F7469D4}"/>
                  </a:ext>
                </a:extLst>
              </p:cNvPr>
              <p:cNvSpPr>
                <a:spLocks noGrp="1"/>
              </p:cNvSpPr>
              <p:nvPr>
                <p:ph idx="1"/>
              </p:nvPr>
            </p:nvSpPr>
            <p:spPr/>
            <p:txBody>
              <a:bodyPr/>
              <a:lstStyle/>
              <a:p>
                <a:r>
                  <a:rPr lang="en-IN" b="1" dirty="0"/>
                  <a:t>Model Structure</a:t>
                </a:r>
              </a:p>
              <a:p>
                <a:r>
                  <a:rPr lang="en-IN" dirty="0"/>
                  <a:t>For input feature vector </a:t>
                </a:r>
                <a14:m>
                  <m:oMath xmlns:m="http://schemas.openxmlformats.org/officeDocument/2006/math">
                    <m:r>
                      <a:rPr lang="en-IN" b="1">
                        <a:latin typeface="Cambria Math" panose="02040503050406030204" pitchFamily="18" charset="0"/>
                      </a:rPr>
                      <m:t>𝐱</m:t>
                    </m:r>
                    <m:r>
                      <a:rPr lang="en-IN">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ℝ</m:t>
                        </m:r>
                      </m:e>
                      <m:sup>
                        <m:r>
                          <a:rPr lang="ar-AE" i="1">
                            <a:latin typeface="Cambria Math" panose="02040503050406030204" pitchFamily="18" charset="0"/>
                          </a:rPr>
                          <m:t>𝑛</m:t>
                        </m:r>
                      </m:sup>
                    </m:sSup>
                  </m:oMath>
                </a14:m>
                <a:r>
                  <a:rPr lang="en-IN" dirty="0"/>
                  <a:t>and </a:t>
                </a:r>
                <a14:m>
                  <m:oMath xmlns:m="http://schemas.openxmlformats.org/officeDocument/2006/math">
                    <m:r>
                      <a:rPr lang="en-IN" i="1">
                        <a:latin typeface="Cambria Math" panose="02040503050406030204" pitchFamily="18" charset="0"/>
                      </a:rPr>
                      <m:t>𝐾</m:t>
                    </m:r>
                  </m:oMath>
                </a14:m>
                <a:r>
                  <a:rPr lang="en-IN" dirty="0"/>
                  <a:t>classes:</a:t>
                </a:r>
              </a:p>
              <a:p>
                <a:r>
                  <a:rPr lang="en-IN" b="1" dirty="0"/>
                  <a:t>Linear scores (logits):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𝑘</m:t>
                        </m:r>
                      </m:sub>
                    </m:sSub>
                    <m:r>
                      <a:rPr lang="ar-AE">
                        <a:latin typeface="Cambria Math" panose="02040503050406030204" pitchFamily="18" charset="0"/>
                      </a:rPr>
                      <m:t>=</m:t>
                    </m:r>
                    <m:sSubSup>
                      <m:sSubSupPr>
                        <m:ctrlPr>
                          <a:rPr lang="ar-AE" i="1">
                            <a:latin typeface="Cambria Math" panose="02040503050406030204" pitchFamily="18" charset="0"/>
                          </a:rPr>
                        </m:ctrlPr>
                      </m:sSubSupPr>
                      <m:e>
                        <m:r>
                          <a:rPr lang="ar-AE" b="1">
                            <a:latin typeface="Cambria Math" panose="02040503050406030204" pitchFamily="18" charset="0"/>
                          </a:rPr>
                          <m:t>𝐰</m:t>
                        </m:r>
                      </m:e>
                      <m:sub>
                        <m:r>
                          <a:rPr lang="ar-AE" i="1">
                            <a:latin typeface="Cambria Math" panose="02040503050406030204" pitchFamily="18" charset="0"/>
                          </a:rPr>
                          <m:t>𝑘</m:t>
                        </m:r>
                      </m:sub>
                      <m:sup>
                        <m:r>
                          <a:rPr lang="ar-AE" i="1">
                            <a:latin typeface="Cambria Math" panose="02040503050406030204" pitchFamily="18" charset="0"/>
                          </a:rPr>
                          <m:t>𝑇</m:t>
                        </m:r>
                      </m:sup>
                    </m:sSubSup>
                    <m:r>
                      <a:rPr lang="ar-AE" b="1">
                        <a:latin typeface="Cambria Math" panose="02040503050406030204" pitchFamily="18" charset="0"/>
                      </a:rPr>
                      <m:t>𝐱</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𝑘</m:t>
                        </m:r>
                      </m:sub>
                    </m:sSub>
                    <m:r>
                      <a:rPr lang="ar-AE">
                        <a:latin typeface="Cambria Math" panose="02040503050406030204" pitchFamily="18" charset="0"/>
                      </a:rPr>
                      <m:t>, </m:t>
                    </m:r>
                    <m:r>
                      <a:rPr lang="ar-AE" i="1">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r>
                      <a:rPr lang="ar-AE">
                        <a:latin typeface="Cambria Math" panose="02040503050406030204" pitchFamily="18" charset="0"/>
                      </a:rPr>
                      <m:t>,…,</m:t>
                    </m:r>
                    <m:r>
                      <a:rPr lang="ar-AE" i="1">
                        <a:latin typeface="Cambria Math" panose="02040503050406030204" pitchFamily="18" charset="0"/>
                      </a:rPr>
                      <m:t>𝐾</m:t>
                    </m:r>
                  </m:oMath>
                </a14:m>
                <a:endParaRPr lang="ar-AE" b="0" dirty="0"/>
              </a:p>
              <a:p>
                <a:endParaRPr lang="en-IN" dirty="0"/>
              </a:p>
            </p:txBody>
          </p:sp>
        </mc:Choice>
        <mc:Fallback xmlns="">
          <p:sp>
            <p:nvSpPr>
              <p:cNvPr id="3" name="Content Placeholder 2">
                <a:extLst>
                  <a:ext uri="{FF2B5EF4-FFF2-40B4-BE49-F238E27FC236}">
                    <a16:creationId xmlns:a16="http://schemas.microsoft.com/office/drawing/2014/main" id="{CD6DA143-17EC-945F-72BC-E2941F7469D4}"/>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2021358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97B6-51B2-5A1C-97E9-6DD7B5D5DCC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BAD197-8A84-A0CF-2845-484C9E75D39D}"/>
                  </a:ext>
                </a:extLst>
              </p:cNvPr>
              <p:cNvSpPr>
                <a:spLocks noGrp="1"/>
              </p:cNvSpPr>
              <p:nvPr>
                <p:ph idx="1"/>
              </p:nvPr>
            </p:nvSpPr>
            <p:spPr/>
            <p:txBody>
              <a:bodyPr/>
              <a:lstStyle/>
              <a:p>
                <a:r>
                  <a:rPr lang="en-IN" b="1" dirty="0" err="1"/>
                  <a:t>Softmax</a:t>
                </a:r>
                <a:r>
                  <a:rPr lang="en-IN" b="1" dirty="0"/>
                  <a:t> Function</a:t>
                </a:r>
              </a:p>
              <a:p>
                <a:r>
                  <a:rPr lang="en-IN" dirty="0"/>
                  <a:t>Converts logits into a </a:t>
                </a:r>
                <a:r>
                  <a:rPr lang="en-IN" b="1" dirty="0"/>
                  <a:t>probability distribution</a:t>
                </a:r>
                <a:r>
                  <a:rPr lang="en-IN" dirty="0"/>
                  <a:t>:</a:t>
                </a:r>
              </a:p>
              <a:p>
                <a14:m>
                  <m:oMath xmlns:m="http://schemas.openxmlformats.org/officeDocument/2006/math">
                    <m:borderBox>
                      <m:borderBoxPr>
                        <m:ctrlPr>
                          <a:rPr lang="ar-AE" i="1">
                            <a:latin typeface="Cambria Math" panose="02040503050406030204" pitchFamily="18" charset="0"/>
                          </a:rPr>
                        </m:ctrlPr>
                      </m:borderBoxPr>
                      <m:e>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𝑦</m:t>
                            </m:r>
                            <m:r>
                              <a:rPr lang="ar-AE">
                                <a:latin typeface="Cambria Math" panose="02040503050406030204" pitchFamily="18" charset="0"/>
                              </a:rPr>
                              <m:t>=</m:t>
                            </m:r>
                            <m:r>
                              <a:rPr lang="ar-AE" i="1">
                                <a:latin typeface="Cambria Math" panose="02040503050406030204" pitchFamily="18" charset="0"/>
                              </a:rPr>
                              <m:t>𝑘</m:t>
                            </m:r>
                            <m:r>
                              <a:rPr lang="ar-AE">
                                <a:latin typeface="Cambria Math" panose="02040503050406030204" pitchFamily="18" charset="0"/>
                              </a:rPr>
                              <m:t>∣</m:t>
                            </m:r>
                            <m:r>
                              <a:rPr lang="ar-AE" b="1">
                                <a:latin typeface="Cambria Math" panose="02040503050406030204" pitchFamily="18" charset="0"/>
                              </a:rPr>
                              <m:t>𝐱</m:t>
                            </m:r>
                          </m:e>
                        </m:d>
                        <m:r>
                          <a:rPr lang="ar-AE">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i="1">
                                    <a:latin typeface="Cambria Math" panose="02040503050406030204" pitchFamily="18" charset="0"/>
                                  </a:rPr>
                                  <m:t>𝑒</m:t>
                                </m:r>
                              </m:e>
                              <m:sup>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𝑘</m:t>
                                    </m:r>
                                  </m:sub>
                                </m:sSub>
                              </m:sup>
                            </m:sSup>
                          </m:num>
                          <m:den>
                            <m:nary>
                              <m:naryPr>
                                <m:chr m:val="∑"/>
                                <m:grow m:val="on"/>
                                <m:ctrlPr>
                                  <a:rPr lang="ar-AE" i="1">
                                    <a:latin typeface="Cambria Math" panose="02040503050406030204" pitchFamily="18" charset="0"/>
                                  </a:rPr>
                                </m:ctrlPr>
                              </m:naryPr>
                              <m:sub>
                                <m:r>
                                  <a:rPr lang="ar-AE" i="1">
                                    <a:latin typeface="Cambria Math" panose="02040503050406030204" pitchFamily="18" charset="0"/>
                                  </a:rPr>
                                  <m:t>𝑗</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𝐾</m:t>
                                </m:r>
                              </m:sup>
                              <m:e>
                                <m:sSup>
                                  <m:sSupPr>
                                    <m:ctrlPr>
                                      <a:rPr lang="ar-AE" i="1">
                                        <a:latin typeface="Cambria Math" panose="02040503050406030204" pitchFamily="18" charset="0"/>
                                      </a:rPr>
                                    </m:ctrlPr>
                                  </m:sSupPr>
                                  <m:e>
                                    <m:r>
                                      <a:rPr lang="ar-AE" i="1">
                                        <a:latin typeface="Cambria Math" panose="02040503050406030204" pitchFamily="18" charset="0"/>
                                      </a:rPr>
                                      <m:t>𝑒</m:t>
                                    </m:r>
                                  </m:e>
                                  <m:sup>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𝑗</m:t>
                                        </m:r>
                                      </m:sub>
                                    </m:sSub>
                                  </m:sup>
                                </m:sSup>
                              </m:e>
                            </m:nary>
                          </m:den>
                        </m:f>
                      </m:e>
                    </m:borderBox>
                  </m:oMath>
                </a14:m>
                <a:endParaRPr lang="ar-AE" b="0" dirty="0"/>
              </a:p>
              <a:p>
                <a:r>
                  <a:rPr lang="en-IN" b="1" dirty="0"/>
                  <a:t>Properties:</a:t>
                </a:r>
              </a:p>
              <a:p>
                <a14:m>
                  <m:oMath xmlns:m="http://schemas.openxmlformats.org/officeDocument/2006/math">
                    <m:r>
                      <a:rPr lang="en-IN">
                        <a:latin typeface="Cambria Math" panose="02040503050406030204" pitchFamily="18" charset="0"/>
                      </a:rPr>
                      <m:t>0</m:t>
                    </m:r>
                    <m:r>
                      <a:rPr lang="en-IN">
                        <a:latin typeface="Cambria Math" panose="02040503050406030204" pitchFamily="18" charset="0"/>
                      </a:rPr>
                      <m:t>≤</m:t>
                    </m:r>
                    <m:r>
                      <a:rPr lang="en-IN"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𝑦</m:t>
                        </m:r>
                        <m:r>
                          <a:rPr lang="ar-AE">
                            <a:latin typeface="Cambria Math" panose="02040503050406030204" pitchFamily="18" charset="0"/>
                          </a:rPr>
                          <m:t>=</m:t>
                        </m:r>
                        <m:r>
                          <a:rPr lang="ar-AE" i="1">
                            <a:latin typeface="Cambria Math" panose="02040503050406030204" pitchFamily="18" charset="0"/>
                          </a:rPr>
                          <m:t>𝑘</m:t>
                        </m:r>
                      </m:e>
                    </m:d>
                    <m:r>
                      <a:rPr lang="ar-AE">
                        <a:latin typeface="Cambria Math" panose="02040503050406030204" pitchFamily="18" charset="0"/>
                      </a:rPr>
                      <m:t>≤</m:t>
                    </m:r>
                    <m:r>
                      <a:rPr lang="ar-AE">
                        <a:latin typeface="Cambria Math" panose="02040503050406030204" pitchFamily="18" charset="0"/>
                      </a:rPr>
                      <m:t>1</m:t>
                    </m:r>
                  </m:oMath>
                </a14:m>
                <a:endParaRPr lang="ar-AE" dirty="0"/>
              </a:p>
              <a:p>
                <a14:m>
                  <m:oMath xmlns:m="http://schemas.openxmlformats.org/officeDocument/2006/math">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𝐾</m:t>
                        </m:r>
                      </m:sup>
                      <m:e>
                        <m:r>
                          <a:rPr lang="ar-AE" i="1">
                            <a:latin typeface="Cambria Math" panose="02040503050406030204" pitchFamily="18" charset="0"/>
                          </a:rPr>
                          <m:t>𝑃</m:t>
                        </m:r>
                      </m:e>
                    </m:nary>
                    <m:d>
                      <m:dPr>
                        <m:ctrlPr>
                          <a:rPr lang="ar-AE" i="1">
                            <a:latin typeface="Cambria Math" panose="02040503050406030204" pitchFamily="18" charset="0"/>
                          </a:rPr>
                        </m:ctrlPr>
                      </m:dPr>
                      <m:e>
                        <m:r>
                          <a:rPr lang="ar-AE" i="1">
                            <a:latin typeface="Cambria Math" panose="02040503050406030204" pitchFamily="18" charset="0"/>
                          </a:rPr>
                          <m:t>𝑦</m:t>
                        </m:r>
                        <m:r>
                          <a:rPr lang="ar-AE">
                            <a:latin typeface="Cambria Math" panose="02040503050406030204" pitchFamily="18" charset="0"/>
                          </a:rPr>
                          <m:t>=</m:t>
                        </m:r>
                        <m:r>
                          <a:rPr lang="ar-AE" i="1">
                            <a:latin typeface="Cambria Math" panose="02040503050406030204" pitchFamily="18" charset="0"/>
                          </a:rPr>
                          <m:t>𝑘</m:t>
                        </m:r>
                      </m:e>
                    </m:d>
                    <m:r>
                      <a:rPr lang="ar-AE">
                        <a:latin typeface="Cambria Math" panose="02040503050406030204" pitchFamily="18" charset="0"/>
                      </a:rPr>
                      <m:t>=</m:t>
                    </m:r>
                    <m:r>
                      <a:rPr lang="ar-AE">
                        <a:latin typeface="Cambria Math" panose="02040503050406030204" pitchFamily="18" charset="0"/>
                      </a:rPr>
                      <m:t>1</m:t>
                    </m:r>
                  </m:oMath>
                </a14:m>
                <a:endParaRPr lang="ar-AE" dirty="0"/>
              </a:p>
              <a:p>
                <a:r>
                  <a:rPr lang="en-IN" dirty="0"/>
                  <a:t>Larger logit ⇒ higher probability</a:t>
                </a:r>
              </a:p>
              <a:p>
                <a:endParaRPr lang="en-IN" dirty="0"/>
              </a:p>
            </p:txBody>
          </p:sp>
        </mc:Choice>
        <mc:Fallback xmlns="">
          <p:sp>
            <p:nvSpPr>
              <p:cNvPr id="3" name="Content Placeholder 2">
                <a:extLst>
                  <a:ext uri="{FF2B5EF4-FFF2-40B4-BE49-F238E27FC236}">
                    <a16:creationId xmlns:a16="http://schemas.microsoft.com/office/drawing/2014/main" id="{BABAD197-8A84-A0CF-2845-484C9E75D39D}"/>
                  </a:ext>
                </a:extLst>
              </p:cNvPr>
              <p:cNvSpPr>
                <a:spLocks noGrp="1" noRot="1" noChangeAspect="1" noMove="1" noResize="1" noEditPoints="1" noAdjustHandles="1" noChangeArrowheads="1" noChangeShapeType="1" noTextEdit="1"/>
              </p:cNvSpPr>
              <p:nvPr>
                <p:ph idx="1"/>
              </p:nvPr>
            </p:nvSpPr>
            <p:spPr>
              <a:blipFill>
                <a:blip r:embed="rId2"/>
                <a:stretch>
                  <a:fillRect l="-1758" t="-2023" b="-1012"/>
                </a:stretch>
              </a:blipFill>
            </p:spPr>
            <p:txBody>
              <a:bodyPr/>
              <a:lstStyle/>
              <a:p>
                <a:r>
                  <a:rPr lang="en-IN">
                    <a:noFill/>
                  </a:rPr>
                  <a:t> </a:t>
                </a:r>
              </a:p>
            </p:txBody>
          </p:sp>
        </mc:Fallback>
      </mc:AlternateContent>
    </p:spTree>
    <p:extLst>
      <p:ext uri="{BB962C8B-B14F-4D97-AF65-F5344CB8AC3E}">
        <p14:creationId xmlns:p14="http://schemas.microsoft.com/office/powerpoint/2010/main" val="4050274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FF55-0195-5285-6C54-A2F49BCF3449}"/>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125F0D-BC1D-E0D1-6D6E-640E4197FED8}"/>
                  </a:ext>
                </a:extLst>
              </p:cNvPr>
              <p:cNvSpPr>
                <a:spLocks noGrp="1"/>
              </p:cNvSpPr>
              <p:nvPr>
                <p:ph idx="1"/>
              </p:nvPr>
            </p:nvSpPr>
            <p:spPr>
              <a:xfrm>
                <a:off x="1025842" y="1872171"/>
                <a:ext cx="10201275" cy="4254099"/>
              </a:xfrm>
            </p:spPr>
            <p:txBody>
              <a:bodyPr/>
              <a:lstStyle/>
              <a:p>
                <a:r>
                  <a:rPr lang="en-IN" b="1" dirty="0"/>
                  <a:t>Decision Rule</a:t>
                </a:r>
              </a:p>
              <a:p>
                <a:endParaRPr lang="ar-AE" b="1" dirty="0"/>
              </a:p>
              <a:p>
                <a:r>
                  <a:rPr lang="en-US" b="1" dirty="0"/>
                  <a:t>Loss Function: Categorical Cross-Entropy</a:t>
                </a:r>
              </a:p>
              <a:p>
                <a:r>
                  <a:rPr lang="en-US" dirty="0"/>
                  <a:t>For one-hot encoded target </a:t>
                </a:r>
                <a14:m>
                  <m:oMath xmlns:m="http://schemas.openxmlformats.org/officeDocument/2006/math">
                    <m:r>
                      <a:rPr lang="en-US" b="1">
                        <a:latin typeface="Cambria Math" panose="02040503050406030204" pitchFamily="18" charset="0"/>
                      </a:rPr>
                      <m:t>𝐲</m:t>
                    </m:r>
                  </m:oMath>
                </a14:m>
                <a:r>
                  <a:rPr lang="en-US" dirty="0"/>
                  <a:t>:</a:t>
                </a:r>
              </a:p>
              <a:p>
                <a:endParaRPr lang="en-US" dirty="0"/>
              </a:p>
              <a:p>
                <a:r>
                  <a:rPr lang="en-US" dirty="0"/>
                  <a:t>For a single sample with true class </a:t>
                </a:r>
                <a14:m>
                  <m:oMath xmlns:m="http://schemas.openxmlformats.org/officeDocument/2006/math">
                    <m:r>
                      <a:rPr lang="en-US" i="1">
                        <a:latin typeface="Cambria Math" panose="02040503050406030204" pitchFamily="18" charset="0"/>
                      </a:rPr>
                      <m:t>𝑐</m:t>
                    </m:r>
                  </m:oMath>
                </a14:m>
                <a:r>
                  <a:rPr lang="en-US" dirty="0"/>
                  <a:t>:</a:t>
                </a:r>
              </a:p>
              <a:p>
                <a:pPr marL="0" indent="0" algn="ctr">
                  <a:buNone/>
                </a:pPr>
                <a:r>
                  <a:rPr lang="es-ES" dirty="0"/>
                  <a:t>L=−log(P(y=c))</a:t>
                </a:r>
                <a:endParaRPr lang="en-IN" dirty="0"/>
              </a:p>
            </p:txBody>
          </p:sp>
        </mc:Choice>
        <mc:Fallback xmlns="">
          <p:sp>
            <p:nvSpPr>
              <p:cNvPr id="3" name="Content Placeholder 2">
                <a:extLst>
                  <a:ext uri="{FF2B5EF4-FFF2-40B4-BE49-F238E27FC236}">
                    <a16:creationId xmlns:a16="http://schemas.microsoft.com/office/drawing/2014/main" id="{51125F0D-BC1D-E0D1-6D6E-640E4197FED8}"/>
                  </a:ext>
                </a:extLst>
              </p:cNvPr>
              <p:cNvSpPr>
                <a:spLocks noGrp="1" noRot="1" noChangeAspect="1" noMove="1" noResize="1" noEditPoints="1" noAdjustHandles="1" noChangeArrowheads="1" noChangeShapeType="1" noTextEdit="1"/>
              </p:cNvSpPr>
              <p:nvPr>
                <p:ph idx="1"/>
              </p:nvPr>
            </p:nvSpPr>
            <p:spPr>
              <a:xfrm>
                <a:off x="1025842" y="1872171"/>
                <a:ext cx="10201275" cy="4254099"/>
              </a:xfrm>
              <a:blipFill>
                <a:blip r:embed="rId2"/>
                <a:stretch>
                  <a:fillRect l="-1673" t="-200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DE8B00CB-45D1-C9CD-E97D-BB56C484686E}"/>
              </a:ext>
            </a:extLst>
          </p:cNvPr>
          <p:cNvPicPr>
            <a:picLocks noChangeAspect="1"/>
          </p:cNvPicPr>
          <p:nvPr/>
        </p:nvPicPr>
        <p:blipFill>
          <a:blip r:embed="rId3"/>
          <a:stretch>
            <a:fillRect/>
          </a:stretch>
        </p:blipFill>
        <p:spPr>
          <a:xfrm>
            <a:off x="5798919" y="3290868"/>
            <a:ext cx="3134162" cy="1114581"/>
          </a:xfrm>
          <a:prstGeom prst="rect">
            <a:avLst/>
          </a:prstGeom>
        </p:spPr>
      </p:pic>
      <p:pic>
        <p:nvPicPr>
          <p:cNvPr id="7" name="Picture 6">
            <a:extLst>
              <a:ext uri="{FF2B5EF4-FFF2-40B4-BE49-F238E27FC236}">
                <a16:creationId xmlns:a16="http://schemas.microsoft.com/office/drawing/2014/main" id="{01E2D038-36FF-05D0-30BA-7FD5A9AFD996}"/>
              </a:ext>
            </a:extLst>
          </p:cNvPr>
          <p:cNvPicPr>
            <a:picLocks noChangeAspect="1"/>
          </p:cNvPicPr>
          <p:nvPr/>
        </p:nvPicPr>
        <p:blipFill>
          <a:blip r:embed="rId4"/>
          <a:stretch>
            <a:fillRect/>
          </a:stretch>
        </p:blipFill>
        <p:spPr>
          <a:xfrm>
            <a:off x="4216629" y="1872171"/>
            <a:ext cx="2676899" cy="695422"/>
          </a:xfrm>
          <a:prstGeom prst="rect">
            <a:avLst/>
          </a:prstGeom>
        </p:spPr>
      </p:pic>
    </p:spTree>
    <p:extLst>
      <p:ext uri="{BB962C8B-B14F-4D97-AF65-F5344CB8AC3E}">
        <p14:creationId xmlns:p14="http://schemas.microsoft.com/office/powerpoint/2010/main" val="32911363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C5823-3C12-032A-684F-C1476948D96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51C142-D43B-769A-C8AD-DBE3B7B337F7}"/>
                  </a:ext>
                </a:extLst>
              </p:cNvPr>
              <p:cNvSpPr>
                <a:spLocks noGrp="1"/>
              </p:cNvSpPr>
              <p:nvPr>
                <p:ph idx="1"/>
              </p:nvPr>
            </p:nvSpPr>
            <p:spPr/>
            <p:txBody>
              <a:bodyPr/>
              <a:lstStyle/>
              <a:p>
                <a:r>
                  <a:rPr lang="en-IN" b="1" dirty="0"/>
                  <a:t>Training Using Gradient Descent</a:t>
                </a:r>
              </a:p>
              <a:p>
                <a:r>
                  <a:rPr lang="en-IN" b="1" dirty="0"/>
                  <a:t>Gradient of loss </a:t>
                </a:r>
                <a:r>
                  <a:rPr lang="en-IN" b="1" dirty="0" err="1"/>
                  <a:t>w.r.t.</a:t>
                </a:r>
                <a:r>
                  <a:rPr lang="en-IN" b="1" dirty="0"/>
                  <a:t> logits:</a:t>
                </a:r>
              </a:p>
              <a:p>
                <a14:m>
                  <m:oMath xmlns:m="http://schemas.openxmlformats.org/officeDocument/2006/math">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ℒ</m:t>
                        </m:r>
                      </m:num>
                      <m:den>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𝑧</m:t>
                            </m:r>
                          </m:e>
                          <m:sub>
                            <m:r>
                              <a:rPr lang="ar-AE" i="1">
                                <a:latin typeface="Cambria Math" panose="02040503050406030204" pitchFamily="18" charset="0"/>
                              </a:rPr>
                              <m:t>𝑘</m:t>
                            </m:r>
                          </m:sub>
                        </m:sSub>
                      </m:den>
                    </m:f>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𝑦</m:t>
                        </m:r>
                        <m:r>
                          <a:rPr lang="ar-AE">
                            <a:latin typeface="Cambria Math" panose="02040503050406030204" pitchFamily="18" charset="0"/>
                          </a:rPr>
                          <m:t>=</m:t>
                        </m:r>
                        <m:r>
                          <a:rPr lang="ar-AE" i="1">
                            <a:latin typeface="Cambria Math" panose="02040503050406030204" pitchFamily="18" charset="0"/>
                          </a:rPr>
                          <m:t>𝑘</m:t>
                        </m:r>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𝑘</m:t>
                        </m:r>
                      </m:sub>
                    </m:sSub>
                  </m:oMath>
                </a14:m>
                <a:endParaRPr lang="ar-AE" dirty="0"/>
              </a:p>
              <a:p>
                <a:r>
                  <a:rPr lang="en-IN" dirty="0"/>
                  <a:t>Simple and efficient</a:t>
                </a:r>
                <a:br>
                  <a:rPr lang="en-IN" dirty="0"/>
                </a:br>
                <a:r>
                  <a:rPr lang="en-IN" dirty="0"/>
                  <a:t>Works well with backpropagation</a:t>
                </a:r>
              </a:p>
              <a:p>
                <a:endParaRPr lang="en-IN" dirty="0"/>
              </a:p>
            </p:txBody>
          </p:sp>
        </mc:Choice>
        <mc:Fallback xmlns="">
          <p:sp>
            <p:nvSpPr>
              <p:cNvPr id="3" name="Content Placeholder 2">
                <a:extLst>
                  <a:ext uri="{FF2B5EF4-FFF2-40B4-BE49-F238E27FC236}">
                    <a16:creationId xmlns:a16="http://schemas.microsoft.com/office/drawing/2014/main" id="{C951C142-D43B-769A-C8AD-DBE3B7B337F7}"/>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743876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D050E-0693-5C28-434E-EF24E3500D6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FA973C-96ED-0BC8-2E7D-3884898B360B}"/>
                  </a:ext>
                </a:extLst>
              </p:cNvPr>
              <p:cNvSpPr>
                <a:spLocks noGrp="1"/>
              </p:cNvSpPr>
              <p:nvPr>
                <p:ph idx="1"/>
              </p:nvPr>
            </p:nvSpPr>
            <p:spPr/>
            <p:txBody>
              <a:bodyPr/>
              <a:lstStyle/>
              <a:p>
                <a:r>
                  <a:rPr lang="en-IN" b="1" dirty="0"/>
                  <a:t>Regularization in </a:t>
                </a:r>
                <a:r>
                  <a:rPr lang="en-IN" b="1" dirty="0" err="1"/>
                  <a:t>Softmax</a:t>
                </a:r>
                <a:r>
                  <a:rPr lang="en-IN" b="1" dirty="0"/>
                  <a:t> Regression</a:t>
                </a:r>
              </a:p>
              <a:p>
                <a:r>
                  <a:rPr lang="en-IN" b="1" dirty="0"/>
                  <a:t>L2 Regularization:</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ℒ</m:t>
                        </m:r>
                      </m:e>
                      <m:sub>
                        <m:r>
                          <a:rPr lang="ar-AE" i="1">
                            <a:latin typeface="Cambria Math" panose="02040503050406030204" pitchFamily="18" charset="0"/>
                          </a:rPr>
                          <m:t>𝑡𝑜𝑡𝑎𝑙</m:t>
                        </m:r>
                      </m:sub>
                    </m:sSub>
                    <m:r>
                      <a:rPr lang="ar-AE">
                        <a:latin typeface="Cambria Math" panose="02040503050406030204" pitchFamily="18" charset="0"/>
                      </a:rPr>
                      <m:t>=</m:t>
                    </m:r>
                    <m:r>
                      <a:rPr lang="ar-AE">
                        <a:latin typeface="Cambria Math" panose="02040503050406030204" pitchFamily="18" charset="0"/>
                      </a:rPr>
                      <m:t>ℒ</m:t>
                    </m:r>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𝜆</m:t>
                        </m:r>
                      </m:num>
                      <m:den>
                        <m:r>
                          <a:rPr lang="ar-AE">
                            <a:latin typeface="Cambria Math" panose="02040503050406030204" pitchFamily="18" charset="0"/>
                          </a:rPr>
                          <m:t>2</m:t>
                        </m:r>
                      </m:den>
                    </m:f>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𝑘</m:t>
                        </m:r>
                      </m:sub>
                      <m:sup/>
                      <m:e>
                        <m:r>
                          <a:rPr lang="ar-AE">
                            <a:latin typeface="Cambria Math" panose="02040503050406030204" pitchFamily="18" charset="0"/>
                          </a:rPr>
                          <m:t>∥</m:t>
                        </m:r>
                      </m:e>
                    </m:nary>
                    <m:sSub>
                      <m:sSubPr>
                        <m:ctrlPr>
                          <a:rPr lang="ar-AE" i="1">
                            <a:latin typeface="Cambria Math" panose="02040503050406030204" pitchFamily="18" charset="0"/>
                          </a:rPr>
                        </m:ctrlPr>
                      </m:sSubPr>
                      <m:e>
                        <m:r>
                          <a:rPr lang="ar-AE" b="1">
                            <a:latin typeface="Cambria Math" panose="02040503050406030204" pitchFamily="18" charset="0"/>
                          </a:rPr>
                          <m:t>𝐰</m:t>
                        </m:r>
                      </m:e>
                      <m:sub>
                        <m:r>
                          <a:rPr lang="ar-AE" i="1">
                            <a:latin typeface="Cambria Math" panose="02040503050406030204" pitchFamily="18" charset="0"/>
                          </a:rPr>
                          <m:t>𝑘</m:t>
                        </m:r>
                      </m:sub>
                    </m:sSub>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b="0" dirty="0"/>
              </a:p>
              <a:p>
                <a:r>
                  <a:rPr lang="en-IN" dirty="0"/>
                  <a:t>Reduces overfitting</a:t>
                </a:r>
                <a:br>
                  <a:rPr lang="en-IN" dirty="0"/>
                </a:br>
                <a:r>
                  <a:rPr lang="en-IN" dirty="0"/>
                  <a:t>Controls weight magnitude</a:t>
                </a:r>
              </a:p>
              <a:p>
                <a:endParaRPr lang="en-IN" dirty="0"/>
              </a:p>
            </p:txBody>
          </p:sp>
        </mc:Choice>
        <mc:Fallback xmlns="">
          <p:sp>
            <p:nvSpPr>
              <p:cNvPr id="3" name="Content Placeholder 2">
                <a:extLst>
                  <a:ext uri="{FF2B5EF4-FFF2-40B4-BE49-F238E27FC236}">
                    <a16:creationId xmlns:a16="http://schemas.microsoft.com/office/drawing/2014/main" id="{BFFA973C-96ED-0BC8-2E7D-3884898B360B}"/>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394110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A56F-1C7F-8538-3B39-895EC67A0C35}"/>
              </a:ext>
            </a:extLst>
          </p:cNvPr>
          <p:cNvSpPr>
            <a:spLocks noGrp="1"/>
          </p:cNvSpPr>
          <p:nvPr>
            <p:ph type="title"/>
          </p:nvPr>
        </p:nvSpPr>
        <p:spPr/>
        <p:txBody>
          <a:bodyPr>
            <a:normAutofit fontScale="90000"/>
          </a:bodyPr>
          <a:lstStyle/>
          <a:p>
            <a:r>
              <a:rPr lang="en-IN"/>
              <a:t> </a:t>
            </a:r>
            <a:r>
              <a:rPr lang="en-US" dirty="0"/>
              <a:t> Data augmentation </a:t>
            </a:r>
            <a:endParaRPr lang="en-IN" dirty="0"/>
          </a:p>
        </p:txBody>
      </p:sp>
      <p:sp>
        <p:nvSpPr>
          <p:cNvPr id="3" name="Content Placeholder 2">
            <a:extLst>
              <a:ext uri="{FF2B5EF4-FFF2-40B4-BE49-F238E27FC236}">
                <a16:creationId xmlns:a16="http://schemas.microsoft.com/office/drawing/2014/main" id="{0AFFFA1E-B09B-7600-E493-173DFE90F164}"/>
              </a:ext>
            </a:extLst>
          </p:cNvPr>
          <p:cNvSpPr>
            <a:spLocks noGrp="1"/>
          </p:cNvSpPr>
          <p:nvPr>
            <p:ph idx="1"/>
          </p:nvPr>
        </p:nvSpPr>
        <p:spPr/>
        <p:txBody>
          <a:bodyPr>
            <a:normAutofit fontScale="92500"/>
          </a:bodyPr>
          <a:lstStyle/>
          <a:p>
            <a:r>
              <a:rPr lang="en-US" b="1" dirty="0"/>
              <a:t>Data augmentation</a:t>
            </a:r>
            <a:r>
              <a:rPr lang="en-US" dirty="0"/>
              <a:t> is a technique used to </a:t>
            </a:r>
            <a:r>
              <a:rPr lang="en-US" b="1" dirty="0"/>
              <a:t>artificially increase the size and diversity of a training dataset</a:t>
            </a:r>
            <a:r>
              <a:rPr lang="en-US" dirty="0"/>
              <a:t> by applying </a:t>
            </a:r>
            <a:r>
              <a:rPr lang="en-US" b="1" dirty="0"/>
              <a:t>label-preserving transformations</a:t>
            </a:r>
            <a:r>
              <a:rPr lang="en-US" dirty="0"/>
              <a:t> to existing data. </a:t>
            </a:r>
          </a:p>
          <a:p>
            <a:r>
              <a:rPr lang="en-US" dirty="0"/>
              <a:t>It is mainly used to </a:t>
            </a:r>
            <a:r>
              <a:rPr lang="en-US" b="1" dirty="0"/>
              <a:t>reduce overfitting</a:t>
            </a:r>
            <a:r>
              <a:rPr lang="en-US" dirty="0"/>
              <a:t> and </a:t>
            </a:r>
            <a:r>
              <a:rPr lang="en-US" b="1" dirty="0"/>
              <a:t>improve generalization</a:t>
            </a:r>
            <a:r>
              <a:rPr lang="en-US" dirty="0"/>
              <a:t>.</a:t>
            </a:r>
          </a:p>
          <a:p>
            <a:r>
              <a:rPr lang="en-US" b="1" dirty="0"/>
              <a:t>Why Data Augmentation is Needed</a:t>
            </a:r>
          </a:p>
          <a:p>
            <a:r>
              <a:rPr lang="en-US" dirty="0"/>
              <a:t>Deep models need </a:t>
            </a:r>
            <a:r>
              <a:rPr lang="en-US" b="1" dirty="0"/>
              <a:t>large datasets</a:t>
            </a:r>
            <a:endParaRPr lang="en-US" dirty="0"/>
          </a:p>
          <a:p>
            <a:r>
              <a:rPr lang="en-US" dirty="0"/>
              <a:t>Real-world data is often </a:t>
            </a:r>
            <a:r>
              <a:rPr lang="en-US" b="1" dirty="0"/>
              <a:t>limited</a:t>
            </a:r>
            <a:endParaRPr lang="en-US" dirty="0"/>
          </a:p>
          <a:p>
            <a:r>
              <a:rPr lang="en-US" dirty="0"/>
              <a:t>Prevents </a:t>
            </a:r>
            <a:r>
              <a:rPr lang="en-US" b="1" dirty="0"/>
              <a:t>memorization of training data</a:t>
            </a:r>
            <a:endParaRPr lang="en-US" dirty="0"/>
          </a:p>
          <a:p>
            <a:r>
              <a:rPr lang="en-US" dirty="0"/>
              <a:t>Improves </a:t>
            </a:r>
            <a:r>
              <a:rPr lang="en-US" b="1" dirty="0"/>
              <a:t>robustness</a:t>
            </a:r>
            <a:r>
              <a:rPr lang="en-US" dirty="0"/>
              <a:t> to variations</a:t>
            </a:r>
          </a:p>
          <a:p>
            <a:r>
              <a:rPr lang="en-US" dirty="0"/>
              <a:t>Acts as a </a:t>
            </a:r>
            <a:r>
              <a:rPr lang="en-US" b="1" dirty="0"/>
              <a:t>regularization technique</a:t>
            </a:r>
            <a:endParaRPr lang="en-US" dirty="0"/>
          </a:p>
          <a:p>
            <a:endParaRPr lang="en-IN" dirty="0"/>
          </a:p>
        </p:txBody>
      </p:sp>
    </p:spTree>
    <p:extLst>
      <p:ext uri="{BB962C8B-B14F-4D97-AF65-F5344CB8AC3E}">
        <p14:creationId xmlns:p14="http://schemas.microsoft.com/office/powerpoint/2010/main" val="3494438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01C8-54F8-09EA-1DA3-C718FDD6BF84}"/>
              </a:ext>
            </a:extLst>
          </p:cNvPr>
          <p:cNvSpPr>
            <a:spLocks noGrp="1"/>
          </p:cNvSpPr>
          <p:nvPr>
            <p:ph type="title"/>
          </p:nvPr>
        </p:nvSpPr>
        <p:spPr/>
        <p:txBody>
          <a:bodyPr>
            <a:normAutofit fontScale="90000"/>
          </a:bodyPr>
          <a:lstStyle/>
          <a:p>
            <a:r>
              <a:rPr lang="en-IN" dirty="0"/>
              <a:t>Types of Data Augmentation</a:t>
            </a:r>
          </a:p>
        </p:txBody>
      </p:sp>
      <p:sp>
        <p:nvSpPr>
          <p:cNvPr id="3" name="Content Placeholder 2">
            <a:extLst>
              <a:ext uri="{FF2B5EF4-FFF2-40B4-BE49-F238E27FC236}">
                <a16:creationId xmlns:a16="http://schemas.microsoft.com/office/drawing/2014/main" id="{57EB9340-BFAD-7E56-1B50-F7F8019372D2}"/>
              </a:ext>
            </a:extLst>
          </p:cNvPr>
          <p:cNvSpPr>
            <a:spLocks noGrp="1"/>
          </p:cNvSpPr>
          <p:nvPr>
            <p:ph idx="1"/>
          </p:nvPr>
        </p:nvSpPr>
        <p:spPr>
          <a:xfrm>
            <a:off x="1168717" y="1432560"/>
            <a:ext cx="10058400" cy="4693710"/>
          </a:xfrm>
        </p:spPr>
        <p:txBody>
          <a:bodyPr/>
          <a:lstStyle/>
          <a:p>
            <a:r>
              <a:rPr lang="en-IN" b="1" dirty="0"/>
              <a:t>Image Data Augmentation </a:t>
            </a:r>
          </a:p>
          <a:p>
            <a:endParaRPr lang="en-IN" b="1" dirty="0"/>
          </a:p>
        </p:txBody>
      </p:sp>
      <p:graphicFrame>
        <p:nvGraphicFramePr>
          <p:cNvPr id="4" name="Table 3">
            <a:extLst>
              <a:ext uri="{FF2B5EF4-FFF2-40B4-BE49-F238E27FC236}">
                <a16:creationId xmlns:a16="http://schemas.microsoft.com/office/drawing/2014/main" id="{B8051727-38D3-68EA-175F-D25DC287097C}"/>
              </a:ext>
            </a:extLst>
          </p:cNvPr>
          <p:cNvGraphicFramePr>
            <a:graphicFrameLocks noGrp="1"/>
          </p:cNvGraphicFramePr>
          <p:nvPr>
            <p:extLst>
              <p:ext uri="{D42A27DB-BD31-4B8C-83A1-F6EECF244321}">
                <p14:modId xmlns:p14="http://schemas.microsoft.com/office/powerpoint/2010/main" val="3321804623"/>
              </p:ext>
            </p:extLst>
          </p:nvPr>
        </p:nvGraphicFramePr>
        <p:xfrm>
          <a:off x="1513840" y="1808480"/>
          <a:ext cx="8686484" cy="4317792"/>
        </p:xfrm>
        <a:graphic>
          <a:graphicData uri="http://schemas.openxmlformats.org/drawingml/2006/table">
            <a:tbl>
              <a:tblPr>
                <a:tableStyleId>{5940675A-B579-460E-94D1-54222C63F5DA}</a:tableStyleId>
              </a:tblPr>
              <a:tblGrid>
                <a:gridCol w="4343242">
                  <a:extLst>
                    <a:ext uri="{9D8B030D-6E8A-4147-A177-3AD203B41FA5}">
                      <a16:colId xmlns:a16="http://schemas.microsoft.com/office/drawing/2014/main" val="2875915332"/>
                    </a:ext>
                  </a:extLst>
                </a:gridCol>
                <a:gridCol w="4343242">
                  <a:extLst>
                    <a:ext uri="{9D8B030D-6E8A-4147-A177-3AD203B41FA5}">
                      <a16:colId xmlns:a16="http://schemas.microsoft.com/office/drawing/2014/main" val="3522294504"/>
                    </a:ext>
                  </a:extLst>
                </a:gridCol>
              </a:tblGrid>
              <a:tr h="359816">
                <a:tc>
                  <a:txBody>
                    <a:bodyPr/>
                    <a:lstStyle/>
                    <a:p>
                      <a:pPr>
                        <a:buNone/>
                      </a:pPr>
                      <a:r>
                        <a:rPr lang="en-IN" sz="1600" b="1" dirty="0"/>
                        <a:t>Technique</a:t>
                      </a:r>
                    </a:p>
                  </a:txBody>
                  <a:tcPr marL="83807" marR="83807" marT="41903" marB="41903" anchor="ctr"/>
                </a:tc>
                <a:tc>
                  <a:txBody>
                    <a:bodyPr/>
                    <a:lstStyle/>
                    <a:p>
                      <a:pPr>
                        <a:buNone/>
                      </a:pPr>
                      <a:r>
                        <a:rPr lang="en-IN" sz="1600" b="1" dirty="0"/>
                        <a:t>Description</a:t>
                      </a:r>
                    </a:p>
                  </a:txBody>
                  <a:tcPr marL="83807" marR="83807" marT="41903" marB="41903" anchor="ctr"/>
                </a:tc>
                <a:extLst>
                  <a:ext uri="{0D108BD9-81ED-4DB2-BD59-A6C34878D82A}">
                    <a16:rowId xmlns:a16="http://schemas.microsoft.com/office/drawing/2014/main" val="3144774543"/>
                  </a:ext>
                </a:extLst>
              </a:tr>
              <a:tr h="359816">
                <a:tc>
                  <a:txBody>
                    <a:bodyPr/>
                    <a:lstStyle/>
                    <a:p>
                      <a:pPr>
                        <a:buNone/>
                      </a:pPr>
                      <a:r>
                        <a:rPr lang="en-IN" sz="1600" dirty="0"/>
                        <a:t>Rotation</a:t>
                      </a:r>
                    </a:p>
                  </a:txBody>
                  <a:tcPr marL="83807" marR="83807" marT="41903" marB="41903" anchor="ctr"/>
                </a:tc>
                <a:tc>
                  <a:txBody>
                    <a:bodyPr/>
                    <a:lstStyle/>
                    <a:p>
                      <a:pPr>
                        <a:buNone/>
                      </a:pPr>
                      <a:r>
                        <a:rPr lang="en-IN" sz="1600"/>
                        <a:t>Rotate (±5° to ±30°)</a:t>
                      </a:r>
                    </a:p>
                  </a:txBody>
                  <a:tcPr marL="83807" marR="83807" marT="41903" marB="41903" anchor="ctr"/>
                </a:tc>
                <a:extLst>
                  <a:ext uri="{0D108BD9-81ED-4DB2-BD59-A6C34878D82A}">
                    <a16:rowId xmlns:a16="http://schemas.microsoft.com/office/drawing/2014/main" val="713745028"/>
                  </a:ext>
                </a:extLst>
              </a:tr>
              <a:tr h="359816">
                <a:tc>
                  <a:txBody>
                    <a:bodyPr/>
                    <a:lstStyle/>
                    <a:p>
                      <a:pPr>
                        <a:buNone/>
                      </a:pPr>
                      <a:r>
                        <a:rPr lang="en-IN" sz="1600"/>
                        <a:t>Translation</a:t>
                      </a:r>
                    </a:p>
                  </a:txBody>
                  <a:tcPr marL="83807" marR="83807" marT="41903" marB="41903" anchor="ctr"/>
                </a:tc>
                <a:tc>
                  <a:txBody>
                    <a:bodyPr/>
                    <a:lstStyle/>
                    <a:p>
                      <a:pPr>
                        <a:buNone/>
                      </a:pPr>
                      <a:r>
                        <a:rPr lang="en-IN" sz="1600"/>
                        <a:t>Shift horizontally/vertically</a:t>
                      </a:r>
                    </a:p>
                  </a:txBody>
                  <a:tcPr marL="83807" marR="83807" marT="41903" marB="41903" anchor="ctr"/>
                </a:tc>
                <a:extLst>
                  <a:ext uri="{0D108BD9-81ED-4DB2-BD59-A6C34878D82A}">
                    <a16:rowId xmlns:a16="http://schemas.microsoft.com/office/drawing/2014/main" val="3132284008"/>
                  </a:ext>
                </a:extLst>
              </a:tr>
              <a:tr h="359816">
                <a:tc>
                  <a:txBody>
                    <a:bodyPr/>
                    <a:lstStyle/>
                    <a:p>
                      <a:pPr>
                        <a:buNone/>
                      </a:pPr>
                      <a:r>
                        <a:rPr lang="en-IN" sz="1600"/>
                        <a:t>Scaling / Zoom</a:t>
                      </a:r>
                    </a:p>
                  </a:txBody>
                  <a:tcPr marL="83807" marR="83807" marT="41903" marB="41903" anchor="ctr"/>
                </a:tc>
                <a:tc>
                  <a:txBody>
                    <a:bodyPr/>
                    <a:lstStyle/>
                    <a:p>
                      <a:pPr>
                        <a:buNone/>
                      </a:pPr>
                      <a:r>
                        <a:rPr lang="en-IN" sz="1600"/>
                        <a:t>Zoom in or out</a:t>
                      </a:r>
                    </a:p>
                  </a:txBody>
                  <a:tcPr marL="83807" marR="83807" marT="41903" marB="41903" anchor="ctr"/>
                </a:tc>
                <a:extLst>
                  <a:ext uri="{0D108BD9-81ED-4DB2-BD59-A6C34878D82A}">
                    <a16:rowId xmlns:a16="http://schemas.microsoft.com/office/drawing/2014/main" val="888990347"/>
                  </a:ext>
                </a:extLst>
              </a:tr>
              <a:tr h="359816">
                <a:tc>
                  <a:txBody>
                    <a:bodyPr/>
                    <a:lstStyle/>
                    <a:p>
                      <a:pPr>
                        <a:buNone/>
                      </a:pPr>
                      <a:r>
                        <a:rPr lang="en-IN" sz="1600"/>
                        <a:t>Flipping</a:t>
                      </a:r>
                    </a:p>
                  </a:txBody>
                  <a:tcPr marL="83807" marR="83807" marT="41903" marB="41903" anchor="ctr"/>
                </a:tc>
                <a:tc>
                  <a:txBody>
                    <a:bodyPr/>
                    <a:lstStyle/>
                    <a:p>
                      <a:pPr>
                        <a:buNone/>
                      </a:pPr>
                      <a:r>
                        <a:rPr lang="en-IN" sz="1600"/>
                        <a:t>Horizontal / vertical</a:t>
                      </a:r>
                    </a:p>
                  </a:txBody>
                  <a:tcPr marL="83807" marR="83807" marT="41903" marB="41903" anchor="ctr"/>
                </a:tc>
                <a:extLst>
                  <a:ext uri="{0D108BD9-81ED-4DB2-BD59-A6C34878D82A}">
                    <a16:rowId xmlns:a16="http://schemas.microsoft.com/office/drawing/2014/main" val="4161434976"/>
                  </a:ext>
                </a:extLst>
              </a:tr>
              <a:tr h="359816">
                <a:tc>
                  <a:txBody>
                    <a:bodyPr/>
                    <a:lstStyle/>
                    <a:p>
                      <a:pPr>
                        <a:buNone/>
                      </a:pPr>
                      <a:r>
                        <a:rPr lang="en-IN" sz="1600"/>
                        <a:t>Cropping</a:t>
                      </a:r>
                    </a:p>
                  </a:txBody>
                  <a:tcPr marL="83807" marR="83807" marT="41903" marB="41903" anchor="ctr"/>
                </a:tc>
                <a:tc>
                  <a:txBody>
                    <a:bodyPr/>
                    <a:lstStyle/>
                    <a:p>
                      <a:pPr>
                        <a:buNone/>
                      </a:pPr>
                      <a:r>
                        <a:rPr lang="en-IN" sz="1600"/>
                        <a:t>Random or center crop</a:t>
                      </a:r>
                    </a:p>
                  </a:txBody>
                  <a:tcPr marL="83807" marR="83807" marT="41903" marB="41903" anchor="ctr"/>
                </a:tc>
                <a:extLst>
                  <a:ext uri="{0D108BD9-81ED-4DB2-BD59-A6C34878D82A}">
                    <a16:rowId xmlns:a16="http://schemas.microsoft.com/office/drawing/2014/main" val="331525820"/>
                  </a:ext>
                </a:extLst>
              </a:tr>
              <a:tr h="359816">
                <a:tc>
                  <a:txBody>
                    <a:bodyPr/>
                    <a:lstStyle/>
                    <a:p>
                      <a:pPr>
                        <a:buNone/>
                      </a:pPr>
                      <a:r>
                        <a:rPr lang="en-IN" sz="1600"/>
                        <a:t>Shearing</a:t>
                      </a:r>
                    </a:p>
                  </a:txBody>
                  <a:tcPr marL="83807" marR="83807" marT="41903" marB="41903" anchor="ctr"/>
                </a:tc>
                <a:tc>
                  <a:txBody>
                    <a:bodyPr/>
                    <a:lstStyle/>
                    <a:p>
                      <a:pPr>
                        <a:buNone/>
                      </a:pPr>
                      <a:r>
                        <a:rPr lang="en-IN" sz="1600"/>
                        <a:t>Skewing image</a:t>
                      </a:r>
                    </a:p>
                  </a:txBody>
                  <a:tcPr marL="83807" marR="83807" marT="41903" marB="41903" anchor="ctr"/>
                </a:tc>
                <a:extLst>
                  <a:ext uri="{0D108BD9-81ED-4DB2-BD59-A6C34878D82A}">
                    <a16:rowId xmlns:a16="http://schemas.microsoft.com/office/drawing/2014/main" val="2379281563"/>
                  </a:ext>
                </a:extLst>
              </a:tr>
              <a:tr h="359816">
                <a:tc>
                  <a:txBody>
                    <a:bodyPr/>
                    <a:lstStyle/>
                    <a:p>
                      <a:pPr>
                        <a:buNone/>
                      </a:pPr>
                      <a:r>
                        <a:rPr lang="en-IN" sz="1600"/>
                        <a:t>Brightness / Contrast</a:t>
                      </a:r>
                    </a:p>
                  </a:txBody>
                  <a:tcPr marL="83807" marR="83807" marT="41903" marB="41903" anchor="ctr"/>
                </a:tc>
                <a:tc>
                  <a:txBody>
                    <a:bodyPr/>
                    <a:lstStyle/>
                    <a:p>
                      <a:pPr>
                        <a:buNone/>
                      </a:pPr>
                      <a:r>
                        <a:rPr lang="en-IN" sz="1600"/>
                        <a:t>Illumination change</a:t>
                      </a:r>
                    </a:p>
                  </a:txBody>
                  <a:tcPr marL="83807" marR="83807" marT="41903" marB="41903" anchor="ctr"/>
                </a:tc>
                <a:extLst>
                  <a:ext uri="{0D108BD9-81ED-4DB2-BD59-A6C34878D82A}">
                    <a16:rowId xmlns:a16="http://schemas.microsoft.com/office/drawing/2014/main" val="3932675957"/>
                  </a:ext>
                </a:extLst>
              </a:tr>
              <a:tr h="359816">
                <a:tc>
                  <a:txBody>
                    <a:bodyPr/>
                    <a:lstStyle/>
                    <a:p>
                      <a:pPr>
                        <a:buNone/>
                      </a:pPr>
                      <a:r>
                        <a:rPr lang="en-IN" sz="1600"/>
                        <a:t>Gaussian Noise</a:t>
                      </a:r>
                    </a:p>
                  </a:txBody>
                  <a:tcPr marL="83807" marR="83807" marT="41903" marB="41903" anchor="ctr"/>
                </a:tc>
                <a:tc>
                  <a:txBody>
                    <a:bodyPr/>
                    <a:lstStyle/>
                    <a:p>
                      <a:pPr>
                        <a:buNone/>
                      </a:pPr>
                      <a:r>
                        <a:rPr lang="en-IN" sz="1600"/>
                        <a:t>Add noise</a:t>
                      </a:r>
                    </a:p>
                  </a:txBody>
                  <a:tcPr marL="83807" marR="83807" marT="41903" marB="41903" anchor="ctr"/>
                </a:tc>
                <a:extLst>
                  <a:ext uri="{0D108BD9-81ED-4DB2-BD59-A6C34878D82A}">
                    <a16:rowId xmlns:a16="http://schemas.microsoft.com/office/drawing/2014/main" val="3509815649"/>
                  </a:ext>
                </a:extLst>
              </a:tr>
              <a:tr h="359816">
                <a:tc>
                  <a:txBody>
                    <a:bodyPr/>
                    <a:lstStyle/>
                    <a:p>
                      <a:pPr>
                        <a:buNone/>
                      </a:pPr>
                      <a:r>
                        <a:rPr lang="en-IN" sz="1600"/>
                        <a:t>Cutout</a:t>
                      </a:r>
                    </a:p>
                  </a:txBody>
                  <a:tcPr marL="83807" marR="83807" marT="41903" marB="41903" anchor="ctr"/>
                </a:tc>
                <a:tc>
                  <a:txBody>
                    <a:bodyPr/>
                    <a:lstStyle/>
                    <a:p>
                      <a:pPr>
                        <a:buNone/>
                      </a:pPr>
                      <a:r>
                        <a:rPr lang="en-IN" sz="1600"/>
                        <a:t>Randomly mask regions</a:t>
                      </a:r>
                    </a:p>
                  </a:txBody>
                  <a:tcPr marL="83807" marR="83807" marT="41903" marB="41903" anchor="ctr"/>
                </a:tc>
                <a:extLst>
                  <a:ext uri="{0D108BD9-81ED-4DB2-BD59-A6C34878D82A}">
                    <a16:rowId xmlns:a16="http://schemas.microsoft.com/office/drawing/2014/main" val="549317988"/>
                  </a:ext>
                </a:extLst>
              </a:tr>
              <a:tr h="359816">
                <a:tc>
                  <a:txBody>
                    <a:bodyPr/>
                    <a:lstStyle/>
                    <a:p>
                      <a:pPr>
                        <a:buNone/>
                      </a:pPr>
                      <a:r>
                        <a:rPr lang="en-IN" sz="1600"/>
                        <a:t>MixUp</a:t>
                      </a:r>
                    </a:p>
                  </a:txBody>
                  <a:tcPr marL="83807" marR="83807" marT="41903" marB="41903" anchor="ctr"/>
                </a:tc>
                <a:tc>
                  <a:txBody>
                    <a:bodyPr/>
                    <a:lstStyle/>
                    <a:p>
                      <a:pPr>
                        <a:buNone/>
                      </a:pPr>
                      <a:r>
                        <a:rPr lang="en-IN" sz="1600"/>
                        <a:t>Linear combination of images</a:t>
                      </a:r>
                    </a:p>
                  </a:txBody>
                  <a:tcPr marL="83807" marR="83807" marT="41903" marB="41903" anchor="ctr"/>
                </a:tc>
                <a:extLst>
                  <a:ext uri="{0D108BD9-81ED-4DB2-BD59-A6C34878D82A}">
                    <a16:rowId xmlns:a16="http://schemas.microsoft.com/office/drawing/2014/main" val="2529105945"/>
                  </a:ext>
                </a:extLst>
              </a:tr>
              <a:tr h="359816">
                <a:tc>
                  <a:txBody>
                    <a:bodyPr/>
                    <a:lstStyle/>
                    <a:p>
                      <a:pPr>
                        <a:buNone/>
                      </a:pPr>
                      <a:r>
                        <a:rPr lang="en-IN" sz="1600" dirty="0" err="1"/>
                        <a:t>CutMix</a:t>
                      </a:r>
                      <a:endParaRPr lang="en-IN" sz="1600" dirty="0"/>
                    </a:p>
                  </a:txBody>
                  <a:tcPr marL="83807" marR="83807" marT="41903" marB="41903" anchor="ctr"/>
                </a:tc>
                <a:tc>
                  <a:txBody>
                    <a:bodyPr/>
                    <a:lstStyle/>
                    <a:p>
                      <a:pPr>
                        <a:buNone/>
                      </a:pPr>
                      <a:r>
                        <a:rPr lang="en-IN" sz="1600" dirty="0"/>
                        <a:t>Patch-based mixing</a:t>
                      </a:r>
                    </a:p>
                  </a:txBody>
                  <a:tcPr marL="83807" marR="83807" marT="41903" marB="41903" anchor="ctr"/>
                </a:tc>
                <a:extLst>
                  <a:ext uri="{0D108BD9-81ED-4DB2-BD59-A6C34878D82A}">
                    <a16:rowId xmlns:a16="http://schemas.microsoft.com/office/drawing/2014/main" val="1567719793"/>
                  </a:ext>
                </a:extLst>
              </a:tr>
            </a:tbl>
          </a:graphicData>
        </a:graphic>
      </p:graphicFrame>
    </p:spTree>
    <p:extLst>
      <p:ext uri="{BB962C8B-B14F-4D97-AF65-F5344CB8AC3E}">
        <p14:creationId xmlns:p14="http://schemas.microsoft.com/office/powerpoint/2010/main" val="941475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C3C2B-772B-EF24-2DA3-851EC6EB9FA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8C6A0FA-6E8F-963D-3893-880BB7B599E7}"/>
              </a:ext>
            </a:extLst>
          </p:cNvPr>
          <p:cNvSpPr>
            <a:spLocks noGrp="1"/>
          </p:cNvSpPr>
          <p:nvPr>
            <p:ph idx="1"/>
          </p:nvPr>
        </p:nvSpPr>
        <p:spPr/>
        <p:txBody>
          <a:bodyPr/>
          <a:lstStyle/>
          <a:p>
            <a:endParaRPr lang="en-IN" dirty="0"/>
          </a:p>
        </p:txBody>
      </p:sp>
      <p:pic>
        <p:nvPicPr>
          <p:cNvPr id="17410" name="Picture 2" descr="Example of basic image augmentation for cat image">
            <a:extLst>
              <a:ext uri="{FF2B5EF4-FFF2-40B4-BE49-F238E27FC236}">
                <a16:creationId xmlns:a16="http://schemas.microsoft.com/office/drawing/2014/main" id="{8A4E169B-2D28-3CDE-319B-B91EAF8F39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044" y="660400"/>
            <a:ext cx="9554916" cy="537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51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091D-F954-479D-2A04-909BCB6BF1E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F2D7485-B33A-EB0E-1026-99460F3F9DC6}"/>
              </a:ext>
            </a:extLst>
          </p:cNvPr>
          <p:cNvSpPr>
            <a:spLocks noGrp="1"/>
          </p:cNvSpPr>
          <p:nvPr>
            <p:ph idx="1"/>
          </p:nvPr>
        </p:nvSpPr>
        <p:spPr/>
        <p:txBody>
          <a:bodyPr/>
          <a:lstStyle/>
          <a:p>
            <a:endParaRPr lang="en-IN"/>
          </a:p>
        </p:txBody>
      </p:sp>
      <p:pic>
        <p:nvPicPr>
          <p:cNvPr id="18434" name="Picture 2" descr="Example of noise injection for image augmentation">
            <a:extLst>
              <a:ext uri="{FF2B5EF4-FFF2-40B4-BE49-F238E27FC236}">
                <a16:creationId xmlns:a16="http://schemas.microsoft.com/office/drawing/2014/main" id="{88CD512C-5C26-2B20-255B-1C3CCD7D5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1793" y="1047259"/>
            <a:ext cx="8794917" cy="4947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1443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E180F-3C07-026A-5A05-87F8AC851E6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414C96D-16FE-5E4A-488E-4518777F185B}"/>
              </a:ext>
            </a:extLst>
          </p:cNvPr>
          <p:cNvSpPr>
            <a:spLocks noGrp="1"/>
          </p:cNvSpPr>
          <p:nvPr>
            <p:ph idx="1"/>
          </p:nvPr>
        </p:nvSpPr>
        <p:spPr/>
        <p:txBody>
          <a:bodyPr/>
          <a:lstStyle/>
          <a:p>
            <a:endParaRPr lang="en-IN"/>
          </a:p>
        </p:txBody>
      </p:sp>
      <p:pic>
        <p:nvPicPr>
          <p:cNvPr id="19458" name="Picture 2" descr="Visualization for random cropping for golden retriever image">
            <a:extLst>
              <a:ext uri="{FF2B5EF4-FFF2-40B4-BE49-F238E27FC236}">
                <a16:creationId xmlns:a16="http://schemas.microsoft.com/office/drawing/2014/main" id="{081BAA46-6E96-3AEF-9FF1-67CC5287BA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919" y="1361758"/>
            <a:ext cx="6917265" cy="3890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767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75D6-4558-A2D9-B0A7-79FB54E1C32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F16D825-6363-6C22-485D-0489B1D8977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36631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66FA3-4764-E324-3042-3C1328B6E49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865A2C5-656F-8981-7CA5-68DB2807F7E1}"/>
              </a:ext>
            </a:extLst>
          </p:cNvPr>
          <p:cNvSpPr>
            <a:spLocks noGrp="1"/>
          </p:cNvSpPr>
          <p:nvPr>
            <p:ph idx="1"/>
          </p:nvPr>
        </p:nvSpPr>
        <p:spPr>
          <a:xfrm>
            <a:off x="1025842" y="1452880"/>
            <a:ext cx="10201275" cy="4673390"/>
          </a:xfrm>
        </p:spPr>
        <p:txBody>
          <a:bodyPr/>
          <a:lstStyle/>
          <a:p>
            <a:r>
              <a:rPr lang="en-IN" dirty="0"/>
              <a:t>Text Data Augmentation (NLP)</a:t>
            </a:r>
          </a:p>
        </p:txBody>
      </p:sp>
      <p:graphicFrame>
        <p:nvGraphicFramePr>
          <p:cNvPr id="4" name="Table 3">
            <a:extLst>
              <a:ext uri="{FF2B5EF4-FFF2-40B4-BE49-F238E27FC236}">
                <a16:creationId xmlns:a16="http://schemas.microsoft.com/office/drawing/2014/main" id="{B823749C-3AAE-75E0-4F07-1349577DDB14}"/>
              </a:ext>
            </a:extLst>
          </p:cNvPr>
          <p:cNvGraphicFramePr>
            <a:graphicFrameLocks noGrp="1"/>
          </p:cNvGraphicFramePr>
          <p:nvPr>
            <p:extLst>
              <p:ext uri="{D42A27DB-BD31-4B8C-83A1-F6EECF244321}">
                <p14:modId xmlns:p14="http://schemas.microsoft.com/office/powerpoint/2010/main" val="1223409070"/>
              </p:ext>
            </p:extLst>
          </p:nvPr>
        </p:nvGraphicFramePr>
        <p:xfrm>
          <a:off x="1635760" y="2225040"/>
          <a:ext cx="7548881" cy="2729862"/>
        </p:xfrm>
        <a:graphic>
          <a:graphicData uri="http://schemas.openxmlformats.org/drawingml/2006/table">
            <a:tbl>
              <a:tblPr/>
              <a:tblGrid>
                <a:gridCol w="3466582">
                  <a:extLst>
                    <a:ext uri="{9D8B030D-6E8A-4147-A177-3AD203B41FA5}">
                      <a16:colId xmlns:a16="http://schemas.microsoft.com/office/drawing/2014/main" val="2275261381"/>
                    </a:ext>
                  </a:extLst>
                </a:gridCol>
                <a:gridCol w="4082299">
                  <a:extLst>
                    <a:ext uri="{9D8B030D-6E8A-4147-A177-3AD203B41FA5}">
                      <a16:colId xmlns:a16="http://schemas.microsoft.com/office/drawing/2014/main" val="3069714697"/>
                    </a:ext>
                  </a:extLst>
                </a:gridCol>
              </a:tblGrid>
              <a:tr h="454977">
                <a:tc>
                  <a:txBody>
                    <a:bodyPr/>
                    <a:lstStyle/>
                    <a:p>
                      <a:pPr>
                        <a:buNone/>
                      </a:pPr>
                      <a:r>
                        <a:rPr lang="en-IN" b="1"/>
                        <a:t>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8994091"/>
                  </a:ext>
                </a:extLst>
              </a:tr>
              <a:tr h="454977">
                <a:tc>
                  <a:txBody>
                    <a:bodyPr/>
                    <a:lstStyle/>
                    <a:p>
                      <a:pPr>
                        <a:buNone/>
                      </a:pPr>
                      <a:r>
                        <a:rPr lang="en-IN"/>
                        <a:t>Synonym replacement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Replace words using WordNet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171703"/>
                  </a:ext>
                </a:extLst>
              </a:tr>
              <a:tr h="454977">
                <a:tc>
                  <a:txBody>
                    <a:bodyPr/>
                    <a:lstStyle/>
                    <a:p>
                      <a:pPr>
                        <a:buNone/>
                      </a:pPr>
                      <a:r>
                        <a:rPr lang="en-IN"/>
                        <a:t>Random insertion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Insert random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5257233"/>
                  </a:ext>
                </a:extLst>
              </a:tr>
              <a:tr h="454977">
                <a:tc>
                  <a:txBody>
                    <a:bodyPr/>
                    <a:lstStyle/>
                    <a:p>
                      <a:pPr>
                        <a:buNone/>
                      </a:pPr>
                      <a:r>
                        <a:rPr lang="en-IN"/>
                        <a:t>Random deletion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Remove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263874"/>
                  </a:ext>
                </a:extLst>
              </a:tr>
              <a:tr h="454977">
                <a:tc>
                  <a:txBody>
                    <a:bodyPr/>
                    <a:lstStyle/>
                    <a:p>
                      <a:pPr>
                        <a:buNone/>
                      </a:pPr>
                      <a:r>
                        <a:rPr lang="en-IN"/>
                        <a:t>Back translation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Translate → retranslate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1448463"/>
                  </a:ext>
                </a:extLst>
              </a:tr>
              <a:tr h="454977">
                <a:tc>
                  <a:txBody>
                    <a:bodyPr/>
                    <a:lstStyle/>
                    <a:p>
                      <a:pPr>
                        <a:buNone/>
                      </a:pPr>
                      <a:r>
                        <a:rPr lang="en-IN"/>
                        <a:t>Paraphrasing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Sentence rewording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3155801"/>
                  </a:ext>
                </a:extLst>
              </a:tr>
            </a:tbl>
          </a:graphicData>
        </a:graphic>
      </p:graphicFrame>
    </p:spTree>
    <p:extLst>
      <p:ext uri="{BB962C8B-B14F-4D97-AF65-F5344CB8AC3E}">
        <p14:creationId xmlns:p14="http://schemas.microsoft.com/office/powerpoint/2010/main" val="2063966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64A3-EDBE-2DA5-58F6-70C7586F0043}"/>
              </a:ext>
            </a:extLst>
          </p:cNvPr>
          <p:cNvSpPr>
            <a:spLocks noGrp="1"/>
          </p:cNvSpPr>
          <p:nvPr>
            <p:ph type="title"/>
          </p:nvPr>
        </p:nvSpPr>
        <p:spPr/>
        <p:txBody>
          <a:bodyPr>
            <a:normAutofit fontScale="90000"/>
          </a:bodyPr>
          <a:lstStyle/>
          <a:p>
            <a:endParaRPr lang="en-IN"/>
          </a:p>
        </p:txBody>
      </p:sp>
      <p:pic>
        <p:nvPicPr>
          <p:cNvPr id="20482" name="Picture 2" descr="Chart visualization of rule-based text augmentations">
            <a:extLst>
              <a:ext uri="{FF2B5EF4-FFF2-40B4-BE49-F238E27FC236}">
                <a16:creationId xmlns:a16="http://schemas.microsoft.com/office/drawing/2014/main" id="{DAFDD347-E9B8-B635-3AFA-DB9658351B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6235" y="1676401"/>
            <a:ext cx="6701048" cy="376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304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8601-39F2-3635-825F-0BED3061DF4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56B8AC6-F824-068E-04D8-341674F95DD6}"/>
              </a:ext>
            </a:extLst>
          </p:cNvPr>
          <p:cNvSpPr>
            <a:spLocks noGrp="1"/>
          </p:cNvSpPr>
          <p:nvPr>
            <p:ph idx="1"/>
          </p:nvPr>
        </p:nvSpPr>
        <p:spPr/>
        <p:txBody>
          <a:bodyPr/>
          <a:lstStyle/>
          <a:p>
            <a:endParaRPr lang="en-IN"/>
          </a:p>
        </p:txBody>
      </p:sp>
      <p:pic>
        <p:nvPicPr>
          <p:cNvPr id="21506" name="Picture 2" descr="Visualization of translation augmentation with phrase I am dancing in the club">
            <a:extLst>
              <a:ext uri="{FF2B5EF4-FFF2-40B4-BE49-F238E27FC236}">
                <a16:creationId xmlns:a16="http://schemas.microsoft.com/office/drawing/2014/main" id="{0B02789C-7A09-1718-A9E2-4AABBB440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2614" y="2001838"/>
            <a:ext cx="6267026" cy="3525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371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7AF6F-5B91-6ABA-EA80-9CBD2B58BEE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1DC61C8-C827-821D-EEE1-55DDCC82DB58}"/>
              </a:ext>
            </a:extLst>
          </p:cNvPr>
          <p:cNvSpPr>
            <a:spLocks noGrp="1"/>
          </p:cNvSpPr>
          <p:nvPr>
            <p:ph idx="1"/>
          </p:nvPr>
        </p:nvSpPr>
        <p:spPr/>
        <p:txBody>
          <a:bodyPr/>
          <a:lstStyle/>
          <a:p>
            <a:r>
              <a:rPr lang="en-IN" dirty="0"/>
              <a:t>Audio Data Augmentation</a:t>
            </a:r>
          </a:p>
          <a:p>
            <a:endParaRPr lang="en-IN" dirty="0"/>
          </a:p>
        </p:txBody>
      </p:sp>
      <p:graphicFrame>
        <p:nvGraphicFramePr>
          <p:cNvPr id="4" name="Table 3">
            <a:extLst>
              <a:ext uri="{FF2B5EF4-FFF2-40B4-BE49-F238E27FC236}">
                <a16:creationId xmlns:a16="http://schemas.microsoft.com/office/drawing/2014/main" id="{EDE7F39C-24B9-A8A8-CF8F-B4DDC4761FB6}"/>
              </a:ext>
            </a:extLst>
          </p:cNvPr>
          <p:cNvGraphicFramePr>
            <a:graphicFrameLocks noGrp="1"/>
          </p:cNvGraphicFramePr>
          <p:nvPr>
            <p:extLst>
              <p:ext uri="{D42A27DB-BD31-4B8C-83A1-F6EECF244321}">
                <p14:modId xmlns:p14="http://schemas.microsoft.com/office/powerpoint/2010/main" val="3095528482"/>
              </p:ext>
            </p:extLst>
          </p:nvPr>
        </p:nvGraphicFramePr>
        <p:xfrm>
          <a:off x="1096963" y="2760344"/>
          <a:ext cx="7996238" cy="2194560"/>
        </p:xfrm>
        <a:graphic>
          <a:graphicData uri="http://schemas.openxmlformats.org/drawingml/2006/table">
            <a:tbl>
              <a:tblPr/>
              <a:tblGrid>
                <a:gridCol w="3998119">
                  <a:extLst>
                    <a:ext uri="{9D8B030D-6E8A-4147-A177-3AD203B41FA5}">
                      <a16:colId xmlns:a16="http://schemas.microsoft.com/office/drawing/2014/main" val="532628949"/>
                    </a:ext>
                  </a:extLst>
                </a:gridCol>
                <a:gridCol w="3998119">
                  <a:extLst>
                    <a:ext uri="{9D8B030D-6E8A-4147-A177-3AD203B41FA5}">
                      <a16:colId xmlns:a16="http://schemas.microsoft.com/office/drawing/2014/main" val="3858685806"/>
                    </a:ext>
                  </a:extLst>
                </a:gridCol>
              </a:tblGrid>
              <a:tr h="309351">
                <a:tc>
                  <a:txBody>
                    <a:bodyPr/>
                    <a:lstStyle/>
                    <a:p>
                      <a:pPr>
                        <a:buNone/>
                      </a:pPr>
                      <a:r>
                        <a:rPr lang="en-IN" b="1"/>
                        <a:t>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0591820"/>
                  </a:ext>
                </a:extLst>
              </a:tr>
              <a:tr h="309351">
                <a:tc>
                  <a:txBody>
                    <a:bodyPr/>
                    <a:lstStyle/>
                    <a:p>
                      <a:pPr>
                        <a:buNone/>
                      </a:pPr>
                      <a:r>
                        <a:rPr lang="en-IN"/>
                        <a:t>Time shifting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Shift waveform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1416120"/>
                  </a:ext>
                </a:extLst>
              </a:tr>
              <a:tr h="309351">
                <a:tc>
                  <a:txBody>
                    <a:bodyPr/>
                    <a:lstStyle/>
                    <a:p>
                      <a:pPr>
                        <a:buNone/>
                      </a:pPr>
                      <a:r>
                        <a:rPr lang="en-IN"/>
                        <a:t>Pitch shifting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Change pitch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3755168"/>
                  </a:ext>
                </a:extLst>
              </a:tr>
              <a:tr h="309351">
                <a:tc>
                  <a:txBody>
                    <a:bodyPr/>
                    <a:lstStyle/>
                    <a:p>
                      <a:pPr>
                        <a:buNone/>
                      </a:pPr>
                      <a:r>
                        <a:rPr lang="en-IN"/>
                        <a:t>Time stretching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Speed 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8989276"/>
                  </a:ext>
                </a:extLst>
              </a:tr>
              <a:tr h="309351">
                <a:tc>
                  <a:txBody>
                    <a:bodyPr/>
                    <a:lstStyle/>
                    <a:p>
                      <a:pPr>
                        <a:buNone/>
                      </a:pPr>
                      <a:r>
                        <a:rPr lang="en-IN"/>
                        <a:t>Add background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Improve robustness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757367"/>
                  </a:ext>
                </a:extLst>
              </a:tr>
              <a:tr h="309351">
                <a:tc>
                  <a:txBody>
                    <a:bodyPr/>
                    <a:lstStyle/>
                    <a:p>
                      <a:pPr>
                        <a:buNone/>
                      </a:pPr>
                      <a:r>
                        <a:rPr lang="en-IN"/>
                        <a:t>SpecAugment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Mask time/frequency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8269462"/>
                  </a:ext>
                </a:extLst>
              </a:tr>
            </a:tbl>
          </a:graphicData>
        </a:graphic>
      </p:graphicFrame>
    </p:spTree>
    <p:extLst>
      <p:ext uri="{BB962C8B-B14F-4D97-AF65-F5344CB8AC3E}">
        <p14:creationId xmlns:p14="http://schemas.microsoft.com/office/powerpoint/2010/main" val="8298124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72022-F733-563C-A4B4-08BA96FC721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A1062F6-9597-E8CE-5585-0EF7A2E2443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E748680-C723-BC89-F9D0-581599937575}"/>
              </a:ext>
            </a:extLst>
          </p:cNvPr>
          <p:cNvPicPr>
            <a:picLocks noChangeAspect="1"/>
          </p:cNvPicPr>
          <p:nvPr/>
        </p:nvPicPr>
        <p:blipFill>
          <a:blip r:embed="rId2"/>
          <a:stretch>
            <a:fillRect/>
          </a:stretch>
        </p:blipFill>
        <p:spPr>
          <a:xfrm>
            <a:off x="1452880" y="509587"/>
            <a:ext cx="8453120" cy="5838825"/>
          </a:xfrm>
          <a:prstGeom prst="rect">
            <a:avLst/>
          </a:prstGeom>
        </p:spPr>
      </p:pic>
    </p:spTree>
    <p:extLst>
      <p:ext uri="{BB962C8B-B14F-4D97-AF65-F5344CB8AC3E}">
        <p14:creationId xmlns:p14="http://schemas.microsoft.com/office/powerpoint/2010/main" val="16654815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D19D3-4636-8997-50AE-CEF09508F19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BC1A4FF-5CB1-A00E-9150-9D9C5FA4D797}"/>
              </a:ext>
            </a:extLst>
          </p:cNvPr>
          <p:cNvSpPr>
            <a:spLocks noGrp="1"/>
          </p:cNvSpPr>
          <p:nvPr>
            <p:ph idx="1"/>
          </p:nvPr>
        </p:nvSpPr>
        <p:spPr/>
        <p:txBody>
          <a:bodyPr/>
          <a:lstStyle/>
          <a:p>
            <a:r>
              <a:rPr lang="en-IN" b="1" dirty="0"/>
              <a:t>Tabular Data Augmentation</a:t>
            </a:r>
          </a:p>
          <a:p>
            <a:endParaRPr lang="en-IN" dirty="0"/>
          </a:p>
        </p:txBody>
      </p:sp>
      <p:graphicFrame>
        <p:nvGraphicFramePr>
          <p:cNvPr id="4" name="Table 3">
            <a:extLst>
              <a:ext uri="{FF2B5EF4-FFF2-40B4-BE49-F238E27FC236}">
                <a16:creationId xmlns:a16="http://schemas.microsoft.com/office/drawing/2014/main" id="{6816F48E-5EF1-9CF8-8B24-FEC7BBBFFABC}"/>
              </a:ext>
            </a:extLst>
          </p:cNvPr>
          <p:cNvGraphicFramePr>
            <a:graphicFrameLocks noGrp="1"/>
          </p:cNvGraphicFramePr>
          <p:nvPr>
            <p:extLst>
              <p:ext uri="{D42A27DB-BD31-4B8C-83A1-F6EECF244321}">
                <p14:modId xmlns:p14="http://schemas.microsoft.com/office/powerpoint/2010/main" val="2788125432"/>
              </p:ext>
            </p:extLst>
          </p:nvPr>
        </p:nvGraphicFramePr>
        <p:xfrm>
          <a:off x="1096963" y="2943225"/>
          <a:ext cx="10058400" cy="1828800"/>
        </p:xfrm>
        <a:graphic>
          <a:graphicData uri="http://schemas.openxmlformats.org/drawingml/2006/table">
            <a:tbl>
              <a:tblPr/>
              <a:tblGrid>
                <a:gridCol w="5029200">
                  <a:extLst>
                    <a:ext uri="{9D8B030D-6E8A-4147-A177-3AD203B41FA5}">
                      <a16:colId xmlns:a16="http://schemas.microsoft.com/office/drawing/2014/main" val="244844264"/>
                    </a:ext>
                  </a:extLst>
                </a:gridCol>
                <a:gridCol w="5029200">
                  <a:extLst>
                    <a:ext uri="{9D8B030D-6E8A-4147-A177-3AD203B41FA5}">
                      <a16:colId xmlns:a16="http://schemas.microsoft.com/office/drawing/2014/main" val="2592027135"/>
                    </a:ext>
                  </a:extLst>
                </a:gridCol>
              </a:tblGrid>
              <a:tr h="0">
                <a:tc>
                  <a:txBody>
                    <a:bodyPr/>
                    <a:lstStyle/>
                    <a:p>
                      <a:pPr>
                        <a:buNone/>
                      </a:pPr>
                      <a:r>
                        <a:rPr lang="en-IN" b="1"/>
                        <a:t>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7031452"/>
                  </a:ext>
                </a:extLst>
              </a:tr>
              <a:tr h="0">
                <a:tc>
                  <a:txBody>
                    <a:bodyPr/>
                    <a:lstStyle/>
                    <a:p>
                      <a:pPr>
                        <a:buNone/>
                      </a:pPr>
                      <a:r>
                        <a:rPr lang="en-IN"/>
                        <a:t>SMOTE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Synthetic minority 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9073625"/>
                  </a:ext>
                </a:extLst>
              </a:tr>
              <a:tr h="0">
                <a:tc>
                  <a:txBody>
                    <a:bodyPr/>
                    <a:lstStyle/>
                    <a:p>
                      <a:pPr>
                        <a:buNone/>
                      </a:pPr>
                      <a:r>
                        <a:rPr lang="en-IN"/>
                        <a:t>ADASYN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Adaptive synthetic sampling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932169"/>
                  </a:ext>
                </a:extLst>
              </a:tr>
              <a:tr h="0">
                <a:tc>
                  <a:txBody>
                    <a:bodyPr/>
                    <a:lstStyle/>
                    <a:p>
                      <a:pPr>
                        <a:buNone/>
                      </a:pPr>
                      <a:r>
                        <a:rPr lang="en-IN"/>
                        <a:t>Noise injection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Add small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141756"/>
                  </a:ext>
                </a:extLst>
              </a:tr>
              <a:tr h="0">
                <a:tc>
                  <a:txBody>
                    <a:bodyPr/>
                    <a:lstStyle/>
                    <a:p>
                      <a:pPr>
                        <a:buNone/>
                      </a:pPr>
                      <a:r>
                        <a:rPr lang="en-IN"/>
                        <a:t>Feature swapping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Shuffle columns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913602"/>
                  </a:ext>
                </a:extLst>
              </a:tr>
            </a:tbl>
          </a:graphicData>
        </a:graphic>
      </p:graphicFrame>
    </p:spTree>
    <p:extLst>
      <p:ext uri="{BB962C8B-B14F-4D97-AF65-F5344CB8AC3E}">
        <p14:creationId xmlns:p14="http://schemas.microsoft.com/office/powerpoint/2010/main" val="16634303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1613-D6A4-04B6-9470-D5ED54FEB14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BCB843E-0807-8C55-46BB-2EA3E7058464}"/>
              </a:ext>
            </a:extLst>
          </p:cNvPr>
          <p:cNvSpPr>
            <a:spLocks noGrp="1"/>
          </p:cNvSpPr>
          <p:nvPr>
            <p:ph idx="1"/>
          </p:nvPr>
        </p:nvSpPr>
        <p:spPr/>
        <p:txBody>
          <a:bodyPr/>
          <a:lstStyle/>
          <a:p>
            <a:r>
              <a:rPr lang="en-IN" b="1" dirty="0"/>
              <a:t>Data Augmentation vs Regularization</a:t>
            </a:r>
          </a:p>
          <a:p>
            <a:endParaRPr lang="en-IN" b="1" dirty="0"/>
          </a:p>
        </p:txBody>
      </p:sp>
      <p:graphicFrame>
        <p:nvGraphicFramePr>
          <p:cNvPr id="4" name="Table 3">
            <a:extLst>
              <a:ext uri="{FF2B5EF4-FFF2-40B4-BE49-F238E27FC236}">
                <a16:creationId xmlns:a16="http://schemas.microsoft.com/office/drawing/2014/main" id="{715FF11E-05E3-1434-6D3D-BA1038FCE288}"/>
              </a:ext>
            </a:extLst>
          </p:cNvPr>
          <p:cNvGraphicFramePr>
            <a:graphicFrameLocks noGrp="1"/>
          </p:cNvGraphicFramePr>
          <p:nvPr>
            <p:extLst>
              <p:ext uri="{D42A27DB-BD31-4B8C-83A1-F6EECF244321}">
                <p14:modId xmlns:p14="http://schemas.microsoft.com/office/powerpoint/2010/main" val="2296808753"/>
              </p:ext>
            </p:extLst>
          </p:nvPr>
        </p:nvGraphicFramePr>
        <p:xfrm>
          <a:off x="1096963" y="3126105"/>
          <a:ext cx="10058400" cy="1463040"/>
        </p:xfrm>
        <a:graphic>
          <a:graphicData uri="http://schemas.openxmlformats.org/drawingml/2006/table">
            <a:tbl>
              <a:tblPr/>
              <a:tblGrid>
                <a:gridCol w="3352800">
                  <a:extLst>
                    <a:ext uri="{9D8B030D-6E8A-4147-A177-3AD203B41FA5}">
                      <a16:colId xmlns:a16="http://schemas.microsoft.com/office/drawing/2014/main" val="1888037131"/>
                    </a:ext>
                  </a:extLst>
                </a:gridCol>
                <a:gridCol w="3352800">
                  <a:extLst>
                    <a:ext uri="{9D8B030D-6E8A-4147-A177-3AD203B41FA5}">
                      <a16:colId xmlns:a16="http://schemas.microsoft.com/office/drawing/2014/main" val="2711419981"/>
                    </a:ext>
                  </a:extLst>
                </a:gridCol>
                <a:gridCol w="3352800">
                  <a:extLst>
                    <a:ext uri="{9D8B030D-6E8A-4147-A177-3AD203B41FA5}">
                      <a16:colId xmlns:a16="http://schemas.microsoft.com/office/drawing/2014/main" val="3250406642"/>
                    </a:ext>
                  </a:extLst>
                </a:gridCol>
              </a:tblGrid>
              <a:tr h="0">
                <a:tc>
                  <a:txBody>
                    <a:bodyPr/>
                    <a:lstStyle/>
                    <a:p>
                      <a:pPr>
                        <a:buNone/>
                      </a:pPr>
                      <a:r>
                        <a:rPr lang="en-IN" b="1"/>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Data Augmentation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Regularization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116463"/>
                  </a:ext>
                </a:extLst>
              </a:tr>
              <a:tr h="0">
                <a:tc>
                  <a:txBody>
                    <a:bodyPr/>
                    <a:lstStyle/>
                    <a:p>
                      <a:pPr>
                        <a:buNone/>
                      </a:pPr>
                      <a:r>
                        <a:rPr lang="en-IN"/>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Increase data diversity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Control model 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104613"/>
                  </a:ext>
                </a:extLst>
              </a:tr>
              <a:tr h="0">
                <a:tc>
                  <a:txBody>
                    <a:bodyPr/>
                    <a:lstStyle/>
                    <a:p>
                      <a:pPr>
                        <a:buNone/>
                      </a:pPr>
                      <a:r>
                        <a:rPr lang="en-IN"/>
                        <a:t>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Flip, rotate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L1, L2, dropout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2367679"/>
                  </a:ext>
                </a:extLst>
              </a:tr>
              <a:tr h="0">
                <a:tc>
                  <a:txBody>
                    <a:bodyPr/>
                    <a:lstStyle/>
                    <a:p>
                      <a:pPr>
                        <a:buNone/>
                      </a:pPr>
                      <a:r>
                        <a:rPr lang="en-IN"/>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Reduces variance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Reduces variance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6597563"/>
                  </a:ext>
                </a:extLst>
              </a:tr>
            </a:tbl>
          </a:graphicData>
        </a:graphic>
      </p:graphicFrame>
    </p:spTree>
    <p:extLst>
      <p:ext uri="{BB962C8B-B14F-4D97-AF65-F5344CB8AC3E}">
        <p14:creationId xmlns:p14="http://schemas.microsoft.com/office/powerpoint/2010/main" val="1393844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33329-AAD7-A786-1712-2DABCF5E11B1}"/>
              </a:ext>
            </a:extLst>
          </p:cNvPr>
          <p:cNvSpPr>
            <a:spLocks noGrp="1"/>
          </p:cNvSpPr>
          <p:nvPr>
            <p:ph type="title"/>
          </p:nvPr>
        </p:nvSpPr>
        <p:spPr/>
        <p:txBody>
          <a:bodyPr>
            <a:normAutofit fontScale="90000"/>
          </a:bodyPr>
          <a:lstStyle/>
          <a:p>
            <a:r>
              <a:rPr lang="en-US" dirty="0"/>
              <a:t>Augmented vs. </a:t>
            </a:r>
            <a:r>
              <a:rPr lang="en-US"/>
              <a:t>Synthetic </a:t>
            </a:r>
            <a:r>
              <a:rPr lang="en-US" dirty="0"/>
              <a:t>data</a:t>
            </a:r>
            <a:endParaRPr lang="en-IN" dirty="0"/>
          </a:p>
        </p:txBody>
      </p:sp>
      <p:sp>
        <p:nvSpPr>
          <p:cNvPr id="3" name="Content Placeholder 2">
            <a:extLst>
              <a:ext uri="{FF2B5EF4-FFF2-40B4-BE49-F238E27FC236}">
                <a16:creationId xmlns:a16="http://schemas.microsoft.com/office/drawing/2014/main" id="{E18FF5B2-A2DD-E237-ADF0-DE8CFC2224B6}"/>
              </a:ext>
            </a:extLst>
          </p:cNvPr>
          <p:cNvSpPr>
            <a:spLocks noGrp="1"/>
          </p:cNvSpPr>
          <p:nvPr>
            <p:ph idx="1"/>
          </p:nvPr>
        </p:nvSpPr>
        <p:spPr/>
        <p:txBody>
          <a:bodyPr>
            <a:normAutofit lnSpcReduction="10000"/>
          </a:bodyPr>
          <a:lstStyle/>
          <a:p>
            <a:r>
              <a:rPr lang="en-US" dirty="0"/>
              <a:t>Data augmentation and synthetic data generation are distinct yet complementary techniques in machine learning:</a:t>
            </a:r>
          </a:p>
          <a:p>
            <a:r>
              <a:rPr lang="en-US" b="1" dirty="0"/>
              <a:t>Augmented data</a:t>
            </a:r>
            <a:r>
              <a:rPr lang="en-US" dirty="0"/>
              <a:t>: This involves creating modified versions of existing data to increase dataset diversity. For example, in image processing, applying transformations like rotations, flips, or color adjustments to existing images can help models generalize better.</a:t>
            </a:r>
          </a:p>
          <a:p>
            <a:r>
              <a:rPr lang="en-US" b="1" dirty="0"/>
              <a:t>Synthetic data</a:t>
            </a:r>
            <a:r>
              <a:rPr lang="en-US" dirty="0"/>
              <a:t>: This refers to artificially generated data, which allows researchers and developers to test and improve algorithms without risking the privacy or security of real-world data.</a:t>
            </a:r>
          </a:p>
          <a:p>
            <a:r>
              <a:rPr lang="en-US" b="1" dirty="0"/>
              <a:t>Note</a:t>
            </a:r>
            <a:r>
              <a:rPr lang="en-US" dirty="0"/>
              <a:t>: augmentation techniques are not limited to images. You can augment audio, video, text, and other types of data too.</a:t>
            </a:r>
          </a:p>
          <a:p>
            <a:endParaRPr lang="en-IN" dirty="0"/>
          </a:p>
        </p:txBody>
      </p:sp>
    </p:spTree>
    <p:extLst>
      <p:ext uri="{BB962C8B-B14F-4D97-AF65-F5344CB8AC3E}">
        <p14:creationId xmlns:p14="http://schemas.microsoft.com/office/powerpoint/2010/main" val="8823294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C36F-2461-52E2-B9E1-8F84EBF2E1CC}"/>
              </a:ext>
            </a:extLst>
          </p:cNvPr>
          <p:cNvSpPr>
            <a:spLocks noGrp="1"/>
          </p:cNvSpPr>
          <p:nvPr>
            <p:ph type="title"/>
          </p:nvPr>
        </p:nvSpPr>
        <p:spPr/>
        <p:txBody>
          <a:bodyPr>
            <a:normAutofit fontScale="90000"/>
          </a:bodyPr>
          <a:lstStyle/>
          <a:p>
            <a:r>
              <a:rPr lang="en-US" dirty="0"/>
              <a:t>Links</a:t>
            </a:r>
            <a:endParaRPr lang="en-IN" dirty="0"/>
          </a:p>
        </p:txBody>
      </p:sp>
      <p:sp>
        <p:nvSpPr>
          <p:cNvPr id="3" name="Content Placeholder 2">
            <a:extLst>
              <a:ext uri="{FF2B5EF4-FFF2-40B4-BE49-F238E27FC236}">
                <a16:creationId xmlns:a16="http://schemas.microsoft.com/office/drawing/2014/main" id="{3131F678-33EE-B847-C130-3D06C73D5019}"/>
              </a:ext>
            </a:extLst>
          </p:cNvPr>
          <p:cNvSpPr>
            <a:spLocks noGrp="1"/>
          </p:cNvSpPr>
          <p:nvPr>
            <p:ph idx="1"/>
          </p:nvPr>
        </p:nvSpPr>
        <p:spPr/>
        <p:txBody>
          <a:bodyPr/>
          <a:lstStyle/>
          <a:p>
            <a:r>
              <a:rPr lang="en-IN" dirty="0">
                <a:hlinkClick r:id="rId2"/>
              </a:rPr>
              <a:t>https://www.datacamp.com/tutorial/complete-guide-data-augmentation</a:t>
            </a:r>
            <a:endParaRPr lang="en-IN" dirty="0"/>
          </a:p>
          <a:p>
            <a:r>
              <a:rPr lang="en-IN" dirty="0">
                <a:hlinkClick r:id="rId3"/>
              </a:rPr>
              <a:t>https://www.ibm.com/think/topics/data-augmentation</a:t>
            </a:r>
            <a:endParaRPr lang="en-IN" dirty="0"/>
          </a:p>
          <a:p>
            <a:endParaRPr lang="en-IN" dirty="0"/>
          </a:p>
        </p:txBody>
      </p:sp>
    </p:spTree>
    <p:extLst>
      <p:ext uri="{BB962C8B-B14F-4D97-AF65-F5344CB8AC3E}">
        <p14:creationId xmlns:p14="http://schemas.microsoft.com/office/powerpoint/2010/main" val="10286811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81B3-08B4-861F-0BF8-6C3DD547667B}"/>
              </a:ext>
            </a:extLst>
          </p:cNvPr>
          <p:cNvSpPr>
            <a:spLocks noGrp="1"/>
          </p:cNvSpPr>
          <p:nvPr>
            <p:ph type="title"/>
          </p:nvPr>
        </p:nvSpPr>
        <p:spPr/>
        <p:txBody>
          <a:bodyPr>
            <a:normAutofit fontScale="90000"/>
          </a:bodyPr>
          <a:lstStyle/>
          <a:p>
            <a:r>
              <a:rPr lang="en-IN" dirty="0"/>
              <a:t>Underfitting vs Overfitting</a:t>
            </a:r>
          </a:p>
        </p:txBody>
      </p:sp>
      <p:sp>
        <p:nvSpPr>
          <p:cNvPr id="3" name="Content Placeholder 2">
            <a:extLst>
              <a:ext uri="{FF2B5EF4-FFF2-40B4-BE49-F238E27FC236}">
                <a16:creationId xmlns:a16="http://schemas.microsoft.com/office/drawing/2014/main" id="{BF804FD0-F643-E115-44C9-CB157DA35542}"/>
              </a:ext>
            </a:extLst>
          </p:cNvPr>
          <p:cNvSpPr>
            <a:spLocks noGrp="1"/>
          </p:cNvSpPr>
          <p:nvPr>
            <p:ph idx="1"/>
          </p:nvPr>
        </p:nvSpPr>
        <p:spPr/>
        <p:txBody>
          <a:bodyPr/>
          <a:lstStyle/>
          <a:p>
            <a:r>
              <a:rPr lang="en-US" b="1" dirty="0"/>
              <a:t>Underfitting</a:t>
            </a:r>
          </a:p>
          <a:p>
            <a:r>
              <a:rPr lang="en-US" dirty="0"/>
              <a:t>A model </a:t>
            </a:r>
            <a:r>
              <a:rPr lang="en-US" b="1" dirty="0"/>
              <a:t>fails to learn the underlying pattern</a:t>
            </a:r>
            <a:r>
              <a:rPr lang="en-US" dirty="0"/>
              <a:t> in the data.</a:t>
            </a:r>
          </a:p>
          <a:p>
            <a:r>
              <a:rPr lang="en-US" dirty="0"/>
              <a:t>Model is </a:t>
            </a:r>
            <a:r>
              <a:rPr lang="en-US" b="1" dirty="0"/>
              <a:t>too simple</a:t>
            </a:r>
            <a:endParaRPr lang="en-US" dirty="0"/>
          </a:p>
          <a:p>
            <a:r>
              <a:rPr lang="en-US" dirty="0"/>
              <a:t>High error on </a:t>
            </a:r>
            <a:r>
              <a:rPr lang="en-US" b="1" dirty="0"/>
              <a:t>training and test data</a:t>
            </a:r>
            <a:endParaRPr lang="en-US" dirty="0"/>
          </a:p>
          <a:p>
            <a:r>
              <a:rPr lang="en-US" b="1" dirty="0"/>
              <a:t>🔹 Overfitting</a:t>
            </a:r>
          </a:p>
          <a:p>
            <a:r>
              <a:rPr lang="en-US" dirty="0"/>
              <a:t>A model </a:t>
            </a:r>
            <a:r>
              <a:rPr lang="en-US" b="1" dirty="0"/>
              <a:t>learns noise and details</a:t>
            </a:r>
            <a:r>
              <a:rPr lang="en-US" dirty="0"/>
              <a:t> in training data instead of the true pattern.</a:t>
            </a:r>
          </a:p>
          <a:p>
            <a:r>
              <a:rPr lang="en-US" dirty="0"/>
              <a:t>Model is </a:t>
            </a:r>
            <a:r>
              <a:rPr lang="en-US" b="1" dirty="0"/>
              <a:t>too complex</a:t>
            </a:r>
            <a:endParaRPr lang="en-US" dirty="0"/>
          </a:p>
          <a:p>
            <a:r>
              <a:rPr lang="en-US" dirty="0"/>
              <a:t>Low training error, </a:t>
            </a:r>
            <a:r>
              <a:rPr lang="en-US" b="1" dirty="0"/>
              <a:t>high test error</a:t>
            </a:r>
            <a:endParaRPr lang="en-US" dirty="0"/>
          </a:p>
          <a:p>
            <a:endParaRPr lang="en-IN" dirty="0"/>
          </a:p>
        </p:txBody>
      </p:sp>
    </p:spTree>
    <p:extLst>
      <p:ext uri="{BB962C8B-B14F-4D97-AF65-F5344CB8AC3E}">
        <p14:creationId xmlns:p14="http://schemas.microsoft.com/office/powerpoint/2010/main" val="8356896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33BF5-D80A-620E-7558-97418E256BE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DEC4509-3A21-F9A7-B8A4-AFEA8FEE3D4E}"/>
              </a:ext>
            </a:extLst>
          </p:cNvPr>
          <p:cNvSpPr>
            <a:spLocks noGrp="1"/>
          </p:cNvSpPr>
          <p:nvPr>
            <p:ph idx="1"/>
          </p:nvPr>
        </p:nvSpPr>
        <p:spPr/>
        <p:txBody>
          <a:bodyPr/>
          <a:lstStyle/>
          <a:p>
            <a:endParaRPr lang="en-IN"/>
          </a:p>
        </p:txBody>
      </p:sp>
      <p:pic>
        <p:nvPicPr>
          <p:cNvPr id="26626" name="Picture 2" descr="underfitting model vs good fitting model">
            <a:extLst>
              <a:ext uri="{FF2B5EF4-FFF2-40B4-BE49-F238E27FC236}">
                <a16:creationId xmlns:a16="http://schemas.microsoft.com/office/drawing/2014/main" id="{38E05F4E-3A29-EFB7-5E7C-BCF043F1D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7439" y="934720"/>
            <a:ext cx="7044267" cy="528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3064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E579D-EF6A-7445-72A4-11B8739E5CFD}"/>
              </a:ext>
            </a:extLst>
          </p:cNvPr>
          <p:cNvSpPr>
            <a:spLocks noGrp="1"/>
          </p:cNvSpPr>
          <p:nvPr>
            <p:ph type="title"/>
          </p:nvPr>
        </p:nvSpPr>
        <p:spPr/>
        <p:txBody>
          <a:bodyPr>
            <a:normAutofit fontScale="90000"/>
          </a:bodyPr>
          <a:lstStyle/>
          <a:p>
            <a:endParaRPr lang="en-IN"/>
          </a:p>
        </p:txBody>
      </p:sp>
      <p:pic>
        <p:nvPicPr>
          <p:cNvPr id="25602" name="Picture 2" descr="good fitting model vs overfitting model">
            <a:extLst>
              <a:ext uri="{FF2B5EF4-FFF2-40B4-BE49-F238E27FC236}">
                <a16:creationId xmlns:a16="http://schemas.microsoft.com/office/drawing/2014/main" id="{4E9779B4-C7A1-3834-63A7-33DB224D46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5601" y="664369"/>
            <a:ext cx="7010082" cy="5257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3004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52263-D9F1-EDD6-7830-6E0ACB5334A2}"/>
              </a:ext>
            </a:extLst>
          </p:cNvPr>
          <p:cNvSpPr>
            <a:spLocks noGrp="1"/>
          </p:cNvSpPr>
          <p:nvPr>
            <p:ph type="title"/>
          </p:nvPr>
        </p:nvSpPr>
        <p:spPr/>
        <p:txBody>
          <a:bodyPr>
            <a:normAutofit fontScale="90000"/>
          </a:bodyPr>
          <a:lstStyle/>
          <a:p>
            <a:r>
              <a:rPr lang="en-IN" dirty="0"/>
              <a:t>Core Comparison Table</a:t>
            </a:r>
          </a:p>
        </p:txBody>
      </p:sp>
      <p:graphicFrame>
        <p:nvGraphicFramePr>
          <p:cNvPr id="4" name="Content Placeholder 3">
            <a:extLst>
              <a:ext uri="{FF2B5EF4-FFF2-40B4-BE49-F238E27FC236}">
                <a16:creationId xmlns:a16="http://schemas.microsoft.com/office/drawing/2014/main" id="{99CE0E44-6EFD-63E9-EAF3-A81DC8071EA6}"/>
              </a:ext>
            </a:extLst>
          </p:cNvPr>
          <p:cNvGraphicFramePr>
            <a:graphicFrameLocks noGrp="1"/>
          </p:cNvGraphicFramePr>
          <p:nvPr>
            <p:ph idx="1"/>
            <p:extLst>
              <p:ext uri="{D42A27DB-BD31-4B8C-83A1-F6EECF244321}">
                <p14:modId xmlns:p14="http://schemas.microsoft.com/office/powerpoint/2010/main" val="4252521548"/>
              </p:ext>
            </p:extLst>
          </p:nvPr>
        </p:nvGraphicFramePr>
        <p:xfrm>
          <a:off x="1025842" y="1534160"/>
          <a:ext cx="10200957" cy="4128930"/>
        </p:xfrm>
        <a:graphic>
          <a:graphicData uri="http://schemas.openxmlformats.org/drawingml/2006/table">
            <a:tbl>
              <a:tblPr>
                <a:tableStyleId>{5940675A-B579-460E-94D1-54222C63F5DA}</a:tableStyleId>
              </a:tblPr>
              <a:tblGrid>
                <a:gridCol w="3400319">
                  <a:extLst>
                    <a:ext uri="{9D8B030D-6E8A-4147-A177-3AD203B41FA5}">
                      <a16:colId xmlns:a16="http://schemas.microsoft.com/office/drawing/2014/main" val="2174448278"/>
                    </a:ext>
                  </a:extLst>
                </a:gridCol>
                <a:gridCol w="3400319">
                  <a:extLst>
                    <a:ext uri="{9D8B030D-6E8A-4147-A177-3AD203B41FA5}">
                      <a16:colId xmlns:a16="http://schemas.microsoft.com/office/drawing/2014/main" val="1140649844"/>
                    </a:ext>
                  </a:extLst>
                </a:gridCol>
                <a:gridCol w="3400319">
                  <a:extLst>
                    <a:ext uri="{9D8B030D-6E8A-4147-A177-3AD203B41FA5}">
                      <a16:colId xmlns:a16="http://schemas.microsoft.com/office/drawing/2014/main" val="2432456470"/>
                    </a:ext>
                  </a:extLst>
                </a:gridCol>
              </a:tblGrid>
              <a:tr h="458770">
                <a:tc>
                  <a:txBody>
                    <a:bodyPr/>
                    <a:lstStyle/>
                    <a:p>
                      <a:pPr>
                        <a:buNone/>
                      </a:pPr>
                      <a:r>
                        <a:rPr lang="en-IN"/>
                        <a:t>Aspect</a:t>
                      </a:r>
                    </a:p>
                  </a:txBody>
                  <a:tcPr anchor="ctr"/>
                </a:tc>
                <a:tc>
                  <a:txBody>
                    <a:bodyPr/>
                    <a:lstStyle/>
                    <a:p>
                      <a:pPr>
                        <a:buNone/>
                      </a:pPr>
                      <a:r>
                        <a:rPr lang="en-IN" b="1"/>
                        <a:t>Underfitting</a:t>
                      </a:r>
                      <a:endParaRPr lang="en-IN"/>
                    </a:p>
                  </a:txBody>
                  <a:tcPr anchor="ctr"/>
                </a:tc>
                <a:tc>
                  <a:txBody>
                    <a:bodyPr/>
                    <a:lstStyle/>
                    <a:p>
                      <a:pPr>
                        <a:buNone/>
                      </a:pPr>
                      <a:r>
                        <a:rPr lang="en-IN" b="1"/>
                        <a:t>Overfitting</a:t>
                      </a:r>
                      <a:endParaRPr lang="en-IN"/>
                    </a:p>
                  </a:txBody>
                  <a:tcPr anchor="ctr"/>
                </a:tc>
                <a:extLst>
                  <a:ext uri="{0D108BD9-81ED-4DB2-BD59-A6C34878D82A}">
                    <a16:rowId xmlns:a16="http://schemas.microsoft.com/office/drawing/2014/main" val="3693351204"/>
                  </a:ext>
                </a:extLst>
              </a:tr>
              <a:tr h="458770">
                <a:tc>
                  <a:txBody>
                    <a:bodyPr/>
                    <a:lstStyle/>
                    <a:p>
                      <a:pPr>
                        <a:buNone/>
                      </a:pPr>
                      <a:r>
                        <a:rPr lang="en-IN"/>
                        <a:t>Training error</a:t>
                      </a:r>
                    </a:p>
                  </a:txBody>
                  <a:tcPr anchor="ctr"/>
                </a:tc>
                <a:tc>
                  <a:txBody>
                    <a:bodyPr/>
                    <a:lstStyle/>
                    <a:p>
                      <a:pPr>
                        <a:buNone/>
                      </a:pPr>
                      <a:r>
                        <a:rPr lang="en-IN"/>
                        <a:t>High</a:t>
                      </a:r>
                    </a:p>
                  </a:txBody>
                  <a:tcPr anchor="ctr"/>
                </a:tc>
                <a:tc>
                  <a:txBody>
                    <a:bodyPr/>
                    <a:lstStyle/>
                    <a:p>
                      <a:pPr>
                        <a:buNone/>
                      </a:pPr>
                      <a:r>
                        <a:rPr lang="en-IN"/>
                        <a:t>Very low</a:t>
                      </a:r>
                    </a:p>
                  </a:txBody>
                  <a:tcPr anchor="ctr"/>
                </a:tc>
                <a:extLst>
                  <a:ext uri="{0D108BD9-81ED-4DB2-BD59-A6C34878D82A}">
                    <a16:rowId xmlns:a16="http://schemas.microsoft.com/office/drawing/2014/main" val="1036582338"/>
                  </a:ext>
                </a:extLst>
              </a:tr>
              <a:tr h="458770">
                <a:tc>
                  <a:txBody>
                    <a:bodyPr/>
                    <a:lstStyle/>
                    <a:p>
                      <a:pPr>
                        <a:buNone/>
                      </a:pPr>
                      <a:r>
                        <a:rPr lang="en-IN"/>
                        <a:t>Validation/Test error</a:t>
                      </a:r>
                    </a:p>
                  </a:txBody>
                  <a:tcPr anchor="ctr"/>
                </a:tc>
                <a:tc>
                  <a:txBody>
                    <a:bodyPr/>
                    <a:lstStyle/>
                    <a:p>
                      <a:pPr>
                        <a:buNone/>
                      </a:pPr>
                      <a:r>
                        <a:rPr lang="en-IN"/>
                        <a:t>High</a:t>
                      </a:r>
                    </a:p>
                  </a:txBody>
                  <a:tcPr anchor="ctr"/>
                </a:tc>
                <a:tc>
                  <a:txBody>
                    <a:bodyPr/>
                    <a:lstStyle/>
                    <a:p>
                      <a:pPr>
                        <a:buNone/>
                      </a:pPr>
                      <a:r>
                        <a:rPr lang="en-IN"/>
                        <a:t>High</a:t>
                      </a:r>
                    </a:p>
                  </a:txBody>
                  <a:tcPr anchor="ctr"/>
                </a:tc>
                <a:extLst>
                  <a:ext uri="{0D108BD9-81ED-4DB2-BD59-A6C34878D82A}">
                    <a16:rowId xmlns:a16="http://schemas.microsoft.com/office/drawing/2014/main" val="473095948"/>
                  </a:ext>
                </a:extLst>
              </a:tr>
              <a:tr h="458770">
                <a:tc>
                  <a:txBody>
                    <a:bodyPr/>
                    <a:lstStyle/>
                    <a:p>
                      <a:pPr>
                        <a:buNone/>
                      </a:pPr>
                      <a:r>
                        <a:rPr lang="en-IN"/>
                        <a:t>Model complexity</a:t>
                      </a:r>
                    </a:p>
                  </a:txBody>
                  <a:tcPr anchor="ctr"/>
                </a:tc>
                <a:tc>
                  <a:txBody>
                    <a:bodyPr/>
                    <a:lstStyle/>
                    <a:p>
                      <a:pPr>
                        <a:buNone/>
                      </a:pPr>
                      <a:r>
                        <a:rPr lang="en-IN"/>
                        <a:t>Too low</a:t>
                      </a:r>
                    </a:p>
                  </a:txBody>
                  <a:tcPr anchor="ctr"/>
                </a:tc>
                <a:tc>
                  <a:txBody>
                    <a:bodyPr/>
                    <a:lstStyle/>
                    <a:p>
                      <a:pPr>
                        <a:buNone/>
                      </a:pPr>
                      <a:r>
                        <a:rPr lang="en-IN"/>
                        <a:t>Too high</a:t>
                      </a:r>
                    </a:p>
                  </a:txBody>
                  <a:tcPr anchor="ctr"/>
                </a:tc>
                <a:extLst>
                  <a:ext uri="{0D108BD9-81ED-4DB2-BD59-A6C34878D82A}">
                    <a16:rowId xmlns:a16="http://schemas.microsoft.com/office/drawing/2014/main" val="1142912922"/>
                  </a:ext>
                </a:extLst>
              </a:tr>
              <a:tr h="458770">
                <a:tc>
                  <a:txBody>
                    <a:bodyPr/>
                    <a:lstStyle/>
                    <a:p>
                      <a:pPr>
                        <a:buNone/>
                      </a:pPr>
                      <a:r>
                        <a:rPr lang="en-IN"/>
                        <a:t>Bias</a:t>
                      </a:r>
                    </a:p>
                  </a:txBody>
                  <a:tcPr anchor="ctr"/>
                </a:tc>
                <a:tc>
                  <a:txBody>
                    <a:bodyPr/>
                    <a:lstStyle/>
                    <a:p>
                      <a:pPr>
                        <a:buNone/>
                      </a:pPr>
                      <a:r>
                        <a:rPr lang="en-IN"/>
                        <a:t>High bias</a:t>
                      </a:r>
                    </a:p>
                  </a:txBody>
                  <a:tcPr anchor="ctr"/>
                </a:tc>
                <a:tc>
                  <a:txBody>
                    <a:bodyPr/>
                    <a:lstStyle/>
                    <a:p>
                      <a:pPr>
                        <a:buNone/>
                      </a:pPr>
                      <a:r>
                        <a:rPr lang="en-IN"/>
                        <a:t>Low bias</a:t>
                      </a:r>
                    </a:p>
                  </a:txBody>
                  <a:tcPr anchor="ctr"/>
                </a:tc>
                <a:extLst>
                  <a:ext uri="{0D108BD9-81ED-4DB2-BD59-A6C34878D82A}">
                    <a16:rowId xmlns:a16="http://schemas.microsoft.com/office/drawing/2014/main" val="3191640514"/>
                  </a:ext>
                </a:extLst>
              </a:tr>
              <a:tr h="458770">
                <a:tc>
                  <a:txBody>
                    <a:bodyPr/>
                    <a:lstStyle/>
                    <a:p>
                      <a:pPr>
                        <a:buNone/>
                      </a:pPr>
                      <a:r>
                        <a:rPr lang="en-IN"/>
                        <a:t>Variance</a:t>
                      </a:r>
                    </a:p>
                  </a:txBody>
                  <a:tcPr anchor="ctr"/>
                </a:tc>
                <a:tc>
                  <a:txBody>
                    <a:bodyPr/>
                    <a:lstStyle/>
                    <a:p>
                      <a:pPr>
                        <a:buNone/>
                      </a:pPr>
                      <a:r>
                        <a:rPr lang="en-IN"/>
                        <a:t>Low variance</a:t>
                      </a:r>
                    </a:p>
                  </a:txBody>
                  <a:tcPr anchor="ctr"/>
                </a:tc>
                <a:tc>
                  <a:txBody>
                    <a:bodyPr/>
                    <a:lstStyle/>
                    <a:p>
                      <a:pPr>
                        <a:buNone/>
                      </a:pPr>
                      <a:r>
                        <a:rPr lang="en-IN"/>
                        <a:t>High variance</a:t>
                      </a:r>
                    </a:p>
                  </a:txBody>
                  <a:tcPr anchor="ctr"/>
                </a:tc>
                <a:extLst>
                  <a:ext uri="{0D108BD9-81ED-4DB2-BD59-A6C34878D82A}">
                    <a16:rowId xmlns:a16="http://schemas.microsoft.com/office/drawing/2014/main" val="3331070049"/>
                  </a:ext>
                </a:extLst>
              </a:tr>
              <a:tr h="458770">
                <a:tc>
                  <a:txBody>
                    <a:bodyPr/>
                    <a:lstStyle/>
                    <a:p>
                      <a:pPr>
                        <a:buNone/>
                      </a:pPr>
                      <a:r>
                        <a:rPr lang="en-IN"/>
                        <a:t>Generalization</a:t>
                      </a:r>
                    </a:p>
                  </a:txBody>
                  <a:tcPr anchor="ctr"/>
                </a:tc>
                <a:tc>
                  <a:txBody>
                    <a:bodyPr/>
                    <a:lstStyle/>
                    <a:p>
                      <a:pPr>
                        <a:buNone/>
                      </a:pPr>
                      <a:r>
                        <a:rPr lang="en-IN"/>
                        <a:t>Poor</a:t>
                      </a:r>
                    </a:p>
                  </a:txBody>
                  <a:tcPr anchor="ctr"/>
                </a:tc>
                <a:tc>
                  <a:txBody>
                    <a:bodyPr/>
                    <a:lstStyle/>
                    <a:p>
                      <a:pPr>
                        <a:buNone/>
                      </a:pPr>
                      <a:r>
                        <a:rPr lang="en-IN"/>
                        <a:t>Poor</a:t>
                      </a:r>
                    </a:p>
                  </a:txBody>
                  <a:tcPr anchor="ctr"/>
                </a:tc>
                <a:extLst>
                  <a:ext uri="{0D108BD9-81ED-4DB2-BD59-A6C34878D82A}">
                    <a16:rowId xmlns:a16="http://schemas.microsoft.com/office/drawing/2014/main" val="2573739039"/>
                  </a:ext>
                </a:extLst>
              </a:tr>
              <a:tr h="458770">
                <a:tc>
                  <a:txBody>
                    <a:bodyPr/>
                    <a:lstStyle/>
                    <a:p>
                      <a:pPr>
                        <a:buNone/>
                      </a:pPr>
                      <a:r>
                        <a:rPr lang="en-IN"/>
                        <a:t>Data memorization</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662143258"/>
                  </a:ext>
                </a:extLst>
              </a:tr>
              <a:tr h="458770">
                <a:tc>
                  <a:txBody>
                    <a:bodyPr/>
                    <a:lstStyle/>
                    <a:p>
                      <a:pPr>
                        <a:buNone/>
                      </a:pPr>
                      <a:r>
                        <a:rPr lang="en-IN"/>
                        <a:t>Decision boundary</a:t>
                      </a:r>
                    </a:p>
                  </a:txBody>
                  <a:tcPr anchor="ctr"/>
                </a:tc>
                <a:tc>
                  <a:txBody>
                    <a:bodyPr/>
                    <a:lstStyle/>
                    <a:p>
                      <a:pPr>
                        <a:buNone/>
                      </a:pPr>
                      <a:r>
                        <a:rPr lang="en-IN"/>
                        <a:t>Too simple</a:t>
                      </a:r>
                    </a:p>
                  </a:txBody>
                  <a:tcPr anchor="ctr"/>
                </a:tc>
                <a:tc>
                  <a:txBody>
                    <a:bodyPr/>
                    <a:lstStyle/>
                    <a:p>
                      <a:pPr>
                        <a:buNone/>
                      </a:pPr>
                      <a:r>
                        <a:rPr lang="en-IN" dirty="0"/>
                        <a:t>Too complex</a:t>
                      </a:r>
                    </a:p>
                  </a:txBody>
                  <a:tcPr anchor="ctr"/>
                </a:tc>
                <a:extLst>
                  <a:ext uri="{0D108BD9-81ED-4DB2-BD59-A6C34878D82A}">
                    <a16:rowId xmlns:a16="http://schemas.microsoft.com/office/drawing/2014/main" val="454754455"/>
                  </a:ext>
                </a:extLst>
              </a:tr>
            </a:tbl>
          </a:graphicData>
        </a:graphic>
      </p:graphicFrame>
    </p:spTree>
    <p:extLst>
      <p:ext uri="{BB962C8B-B14F-4D97-AF65-F5344CB8AC3E}">
        <p14:creationId xmlns:p14="http://schemas.microsoft.com/office/powerpoint/2010/main" val="15947838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6E379-055C-6285-424A-5CB81DD489F9}"/>
              </a:ext>
            </a:extLst>
          </p:cNvPr>
          <p:cNvSpPr>
            <a:spLocks noGrp="1"/>
          </p:cNvSpPr>
          <p:nvPr>
            <p:ph type="title"/>
          </p:nvPr>
        </p:nvSpPr>
        <p:spPr/>
        <p:txBody>
          <a:bodyPr>
            <a:normAutofit fontScale="90000"/>
          </a:bodyPr>
          <a:lstStyle/>
          <a:p>
            <a:r>
              <a:rPr lang="en-IN" dirty="0"/>
              <a:t>Bias–Variance Perspective </a:t>
            </a:r>
          </a:p>
        </p:txBody>
      </p:sp>
      <p:graphicFrame>
        <p:nvGraphicFramePr>
          <p:cNvPr id="4" name="Content Placeholder 3">
            <a:extLst>
              <a:ext uri="{FF2B5EF4-FFF2-40B4-BE49-F238E27FC236}">
                <a16:creationId xmlns:a16="http://schemas.microsoft.com/office/drawing/2014/main" id="{0347F822-F9D1-46AE-6FB2-3C1140F71901}"/>
              </a:ext>
            </a:extLst>
          </p:cNvPr>
          <p:cNvGraphicFramePr>
            <a:graphicFrameLocks noGrp="1"/>
          </p:cNvGraphicFramePr>
          <p:nvPr>
            <p:ph idx="1"/>
            <p:extLst>
              <p:ext uri="{D42A27DB-BD31-4B8C-83A1-F6EECF244321}">
                <p14:modId xmlns:p14="http://schemas.microsoft.com/office/powerpoint/2010/main" val="3524988083"/>
              </p:ext>
            </p:extLst>
          </p:nvPr>
        </p:nvGraphicFramePr>
        <p:xfrm>
          <a:off x="1168400" y="3285648"/>
          <a:ext cx="7609839" cy="1463040"/>
        </p:xfrm>
        <a:graphic>
          <a:graphicData uri="http://schemas.openxmlformats.org/drawingml/2006/table">
            <a:tbl>
              <a:tblPr>
                <a:tableStyleId>{5940675A-B579-460E-94D1-54222C63F5DA}</a:tableStyleId>
              </a:tblPr>
              <a:tblGrid>
                <a:gridCol w="2536613">
                  <a:extLst>
                    <a:ext uri="{9D8B030D-6E8A-4147-A177-3AD203B41FA5}">
                      <a16:colId xmlns:a16="http://schemas.microsoft.com/office/drawing/2014/main" val="4046294191"/>
                    </a:ext>
                  </a:extLst>
                </a:gridCol>
                <a:gridCol w="2536613">
                  <a:extLst>
                    <a:ext uri="{9D8B030D-6E8A-4147-A177-3AD203B41FA5}">
                      <a16:colId xmlns:a16="http://schemas.microsoft.com/office/drawing/2014/main" val="3657423724"/>
                    </a:ext>
                  </a:extLst>
                </a:gridCol>
                <a:gridCol w="2536613">
                  <a:extLst>
                    <a:ext uri="{9D8B030D-6E8A-4147-A177-3AD203B41FA5}">
                      <a16:colId xmlns:a16="http://schemas.microsoft.com/office/drawing/2014/main" val="2998805728"/>
                    </a:ext>
                  </a:extLst>
                </a:gridCol>
              </a:tblGrid>
              <a:tr h="272772">
                <a:tc>
                  <a:txBody>
                    <a:bodyPr/>
                    <a:lstStyle/>
                    <a:p>
                      <a:pPr>
                        <a:buNone/>
                      </a:pPr>
                      <a:r>
                        <a:rPr lang="en-IN" b="1"/>
                        <a:t>Term</a:t>
                      </a:r>
                    </a:p>
                  </a:txBody>
                  <a:tcPr anchor="ctr"/>
                </a:tc>
                <a:tc>
                  <a:txBody>
                    <a:bodyPr/>
                    <a:lstStyle/>
                    <a:p>
                      <a:pPr>
                        <a:buNone/>
                      </a:pPr>
                      <a:r>
                        <a:rPr lang="en-IN" b="1"/>
                        <a:t>Underfitting</a:t>
                      </a:r>
                    </a:p>
                  </a:txBody>
                  <a:tcPr anchor="ctr"/>
                </a:tc>
                <a:tc>
                  <a:txBody>
                    <a:bodyPr/>
                    <a:lstStyle/>
                    <a:p>
                      <a:pPr>
                        <a:buNone/>
                      </a:pPr>
                      <a:r>
                        <a:rPr lang="en-IN" b="1" dirty="0"/>
                        <a:t>Overfitting</a:t>
                      </a:r>
                    </a:p>
                  </a:txBody>
                  <a:tcPr anchor="ctr"/>
                </a:tc>
                <a:extLst>
                  <a:ext uri="{0D108BD9-81ED-4DB2-BD59-A6C34878D82A}">
                    <a16:rowId xmlns:a16="http://schemas.microsoft.com/office/drawing/2014/main" val="757946548"/>
                  </a:ext>
                </a:extLst>
              </a:tr>
              <a:tr h="272772">
                <a:tc>
                  <a:txBody>
                    <a:bodyPr/>
                    <a:lstStyle/>
                    <a:p>
                      <a:pPr>
                        <a:buNone/>
                      </a:pPr>
                      <a:r>
                        <a:rPr lang="en-IN"/>
                        <a:t>Bias</a:t>
                      </a:r>
                    </a:p>
                  </a:txBody>
                  <a:tcPr anchor="ctr"/>
                </a:tc>
                <a:tc>
                  <a:txBody>
                    <a:bodyPr/>
                    <a:lstStyle/>
                    <a:p>
                      <a:pPr>
                        <a:buNone/>
                      </a:pPr>
                      <a:r>
                        <a:rPr lang="en-IN"/>
                        <a:t>High</a:t>
                      </a:r>
                    </a:p>
                  </a:txBody>
                  <a:tcPr anchor="ctr"/>
                </a:tc>
                <a:tc>
                  <a:txBody>
                    <a:bodyPr/>
                    <a:lstStyle/>
                    <a:p>
                      <a:pPr>
                        <a:buNone/>
                      </a:pPr>
                      <a:r>
                        <a:rPr lang="en-IN"/>
                        <a:t>Low</a:t>
                      </a:r>
                    </a:p>
                  </a:txBody>
                  <a:tcPr anchor="ctr"/>
                </a:tc>
                <a:extLst>
                  <a:ext uri="{0D108BD9-81ED-4DB2-BD59-A6C34878D82A}">
                    <a16:rowId xmlns:a16="http://schemas.microsoft.com/office/drawing/2014/main" val="3786767480"/>
                  </a:ext>
                </a:extLst>
              </a:tr>
              <a:tr h="272772">
                <a:tc>
                  <a:txBody>
                    <a:bodyPr/>
                    <a:lstStyle/>
                    <a:p>
                      <a:pPr>
                        <a:buNone/>
                      </a:pPr>
                      <a:r>
                        <a:rPr lang="en-IN"/>
                        <a:t>Variance</a:t>
                      </a:r>
                    </a:p>
                  </a:txBody>
                  <a:tcPr anchor="ctr"/>
                </a:tc>
                <a:tc>
                  <a:txBody>
                    <a:bodyPr/>
                    <a:lstStyle/>
                    <a:p>
                      <a:pPr>
                        <a:buNone/>
                      </a:pPr>
                      <a:r>
                        <a:rPr lang="en-IN"/>
                        <a:t>Low</a:t>
                      </a:r>
                    </a:p>
                  </a:txBody>
                  <a:tcPr anchor="ctr"/>
                </a:tc>
                <a:tc>
                  <a:txBody>
                    <a:bodyPr/>
                    <a:lstStyle/>
                    <a:p>
                      <a:pPr>
                        <a:buNone/>
                      </a:pPr>
                      <a:r>
                        <a:rPr lang="en-IN"/>
                        <a:t>High</a:t>
                      </a:r>
                    </a:p>
                  </a:txBody>
                  <a:tcPr anchor="ctr"/>
                </a:tc>
                <a:extLst>
                  <a:ext uri="{0D108BD9-81ED-4DB2-BD59-A6C34878D82A}">
                    <a16:rowId xmlns:a16="http://schemas.microsoft.com/office/drawing/2014/main" val="393537768"/>
                  </a:ext>
                </a:extLst>
              </a:tr>
              <a:tr h="272772">
                <a:tc>
                  <a:txBody>
                    <a:bodyPr/>
                    <a:lstStyle/>
                    <a:p>
                      <a:pPr>
                        <a:buNone/>
                      </a:pPr>
                      <a:r>
                        <a:rPr lang="en-IN"/>
                        <a:t>Error source</a:t>
                      </a:r>
                    </a:p>
                  </a:txBody>
                  <a:tcPr anchor="ctr"/>
                </a:tc>
                <a:tc>
                  <a:txBody>
                    <a:bodyPr/>
                    <a:lstStyle/>
                    <a:p>
                      <a:pPr>
                        <a:buNone/>
                      </a:pPr>
                      <a:r>
                        <a:rPr lang="en-IN"/>
                        <a:t>Wrong assumptions</a:t>
                      </a:r>
                    </a:p>
                  </a:txBody>
                  <a:tcPr anchor="ctr"/>
                </a:tc>
                <a:tc>
                  <a:txBody>
                    <a:bodyPr/>
                    <a:lstStyle/>
                    <a:p>
                      <a:pPr>
                        <a:buNone/>
                      </a:pPr>
                      <a:r>
                        <a:rPr lang="en-IN" dirty="0"/>
                        <a:t>Sensitivity to data</a:t>
                      </a:r>
                    </a:p>
                  </a:txBody>
                  <a:tcPr anchor="ctr"/>
                </a:tc>
                <a:extLst>
                  <a:ext uri="{0D108BD9-81ED-4DB2-BD59-A6C34878D82A}">
                    <a16:rowId xmlns:a16="http://schemas.microsoft.com/office/drawing/2014/main" val="459961109"/>
                  </a:ext>
                </a:extLst>
              </a:tr>
            </a:tbl>
          </a:graphicData>
        </a:graphic>
      </p:graphicFrame>
    </p:spTree>
    <p:extLst>
      <p:ext uri="{BB962C8B-B14F-4D97-AF65-F5344CB8AC3E}">
        <p14:creationId xmlns:p14="http://schemas.microsoft.com/office/powerpoint/2010/main" val="3986662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2D4D-7C62-E168-BCA1-D9E153CEBF6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3E4E076-AEAC-96D2-8FB0-243E446CB11C}"/>
              </a:ext>
            </a:extLst>
          </p:cNvPr>
          <p:cNvSpPr>
            <a:spLocks noGrp="1"/>
          </p:cNvSpPr>
          <p:nvPr>
            <p:ph idx="1"/>
          </p:nvPr>
        </p:nvSpPr>
        <p:spPr>
          <a:xfrm>
            <a:off x="1025842" y="1330960"/>
            <a:ext cx="10201275" cy="4795310"/>
          </a:xfrm>
        </p:spPr>
        <p:txBody>
          <a:bodyPr>
            <a:normAutofit fontScale="85000" lnSpcReduction="20000"/>
          </a:bodyPr>
          <a:lstStyle/>
          <a:p>
            <a:r>
              <a:rPr lang="en-US" b="1" dirty="0"/>
              <a:t>Causes</a:t>
            </a:r>
          </a:p>
          <a:p>
            <a:r>
              <a:rPr lang="en-US" b="1" dirty="0"/>
              <a:t>Causes of Underfitting</a:t>
            </a:r>
          </a:p>
          <a:p>
            <a:r>
              <a:rPr lang="en-US" dirty="0"/>
              <a:t>Model too simple</a:t>
            </a:r>
          </a:p>
          <a:p>
            <a:r>
              <a:rPr lang="en-US" dirty="0"/>
              <a:t>Insufficient features</a:t>
            </a:r>
          </a:p>
          <a:p>
            <a:r>
              <a:rPr lang="en-US" dirty="0"/>
              <a:t>Too much regularization</a:t>
            </a:r>
          </a:p>
          <a:p>
            <a:r>
              <a:rPr lang="en-US" dirty="0"/>
              <a:t>Too few training epochs</a:t>
            </a:r>
          </a:p>
          <a:p>
            <a:r>
              <a:rPr lang="en-US" b="1" dirty="0"/>
              <a:t>Causes of Overfitting</a:t>
            </a:r>
          </a:p>
          <a:p>
            <a:r>
              <a:rPr lang="en-US" dirty="0"/>
              <a:t>Model too complex</a:t>
            </a:r>
          </a:p>
          <a:p>
            <a:r>
              <a:rPr lang="en-US" dirty="0"/>
              <a:t>Too many parameters</a:t>
            </a:r>
          </a:p>
          <a:p>
            <a:r>
              <a:rPr lang="en-US" dirty="0"/>
              <a:t>Insufficient training data</a:t>
            </a:r>
          </a:p>
          <a:p>
            <a:r>
              <a:rPr lang="en-US" dirty="0"/>
              <a:t>Training too long</a:t>
            </a:r>
          </a:p>
          <a:p>
            <a:r>
              <a:rPr lang="en-US" dirty="0"/>
              <a:t>No regularization</a:t>
            </a:r>
          </a:p>
          <a:p>
            <a:endParaRPr lang="en-IN" dirty="0"/>
          </a:p>
        </p:txBody>
      </p:sp>
    </p:spTree>
    <p:extLst>
      <p:ext uri="{BB962C8B-B14F-4D97-AF65-F5344CB8AC3E}">
        <p14:creationId xmlns:p14="http://schemas.microsoft.com/office/powerpoint/2010/main" val="381008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BA0F1-BF2F-3FA7-4346-1E22A940877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0CFB54A-E1E3-FE89-8E58-8C139123A3DA}"/>
              </a:ext>
            </a:extLst>
          </p:cNvPr>
          <p:cNvSpPr>
            <a:spLocks noGrp="1"/>
          </p:cNvSpPr>
          <p:nvPr>
            <p:ph idx="1"/>
          </p:nvPr>
        </p:nvSpPr>
        <p:spPr>
          <a:xfrm>
            <a:off x="1168717" y="1330960"/>
            <a:ext cx="10058400" cy="4795310"/>
          </a:xfrm>
        </p:spPr>
        <p:txBody>
          <a:bodyPr>
            <a:normAutofit lnSpcReduction="10000"/>
          </a:bodyPr>
          <a:lstStyle/>
          <a:p>
            <a:r>
              <a:rPr lang="en-IN" b="1" dirty="0"/>
              <a:t>Fixing Underfitting</a:t>
            </a:r>
          </a:p>
          <a:p>
            <a:r>
              <a:rPr lang="en-IN" dirty="0"/>
              <a:t>Increase model complexity</a:t>
            </a:r>
            <a:br>
              <a:rPr lang="en-IN" dirty="0"/>
            </a:br>
            <a:r>
              <a:rPr lang="en-IN" dirty="0"/>
              <a:t>Add more features</a:t>
            </a:r>
            <a:br>
              <a:rPr lang="en-IN" dirty="0"/>
            </a:br>
            <a:r>
              <a:rPr lang="en-IN" dirty="0"/>
              <a:t>Reduce regularization</a:t>
            </a:r>
            <a:br>
              <a:rPr lang="en-IN" dirty="0"/>
            </a:br>
            <a:r>
              <a:rPr lang="en-IN" dirty="0"/>
              <a:t>Train longer</a:t>
            </a:r>
            <a:br>
              <a:rPr lang="en-IN" dirty="0"/>
            </a:br>
            <a:r>
              <a:rPr lang="en-IN" dirty="0"/>
              <a:t>Use better architecture</a:t>
            </a:r>
          </a:p>
          <a:p>
            <a:r>
              <a:rPr lang="en-IN" b="1" dirty="0"/>
              <a:t>Fixing Overfitting</a:t>
            </a:r>
          </a:p>
          <a:p>
            <a:r>
              <a:rPr lang="en-IN" dirty="0"/>
              <a:t>Collect more data</a:t>
            </a:r>
            <a:br>
              <a:rPr lang="en-IN" dirty="0"/>
            </a:br>
            <a:r>
              <a:rPr lang="en-IN" dirty="0"/>
              <a:t>Use data augmentation</a:t>
            </a:r>
            <a:br>
              <a:rPr lang="en-IN" dirty="0"/>
            </a:br>
            <a:r>
              <a:rPr lang="en-IN" dirty="0"/>
              <a:t>Add regularization (L1/L2)</a:t>
            </a:r>
            <a:br>
              <a:rPr lang="en-IN" dirty="0"/>
            </a:br>
            <a:r>
              <a:rPr lang="en-IN" dirty="0"/>
              <a:t>Apply dropout</a:t>
            </a:r>
            <a:br>
              <a:rPr lang="en-IN" dirty="0"/>
            </a:br>
            <a:r>
              <a:rPr lang="en-IN" dirty="0"/>
              <a:t>Use early stopping</a:t>
            </a:r>
            <a:br>
              <a:rPr lang="en-IN" dirty="0"/>
            </a:br>
            <a:r>
              <a:rPr lang="en-IN" dirty="0"/>
              <a:t>Reduce model size</a:t>
            </a:r>
          </a:p>
          <a:p>
            <a:endParaRPr lang="en-IN" dirty="0"/>
          </a:p>
        </p:txBody>
      </p:sp>
    </p:spTree>
    <p:extLst>
      <p:ext uri="{BB962C8B-B14F-4D97-AF65-F5344CB8AC3E}">
        <p14:creationId xmlns:p14="http://schemas.microsoft.com/office/powerpoint/2010/main" val="3385544597"/>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9D9A2368AF1418CA9A4BDBEB848A7" ma:contentTypeVersion="3" ma:contentTypeDescription="Create a new document." ma:contentTypeScope="" ma:versionID="ed4482c8128c479f1c7ed524388f5946">
  <xsd:schema xmlns:xsd="http://www.w3.org/2001/XMLSchema" xmlns:xs="http://www.w3.org/2001/XMLSchema" xmlns:p="http://schemas.microsoft.com/office/2006/metadata/properties" xmlns:ns2="ae805b06-2a12-48cc-9df9-71e0a5172f32" targetNamespace="http://schemas.microsoft.com/office/2006/metadata/properties" ma:root="true" ma:fieldsID="2b049cf2964ab8f6ee39770229980d91" ns2:_="">
    <xsd:import namespace="ae805b06-2a12-48cc-9df9-71e0a5172f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5b06-2a12-48cc-9df9-71e0a5172f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907CEC-EBC4-4D7A-81F5-84E2A6DA5DBD}"/>
</file>

<file path=customXml/itemProps2.xml><?xml version="1.0" encoding="utf-8"?>
<ds:datastoreItem xmlns:ds="http://schemas.openxmlformats.org/officeDocument/2006/customXml" ds:itemID="{BE0AB7F5-36AE-4701-B848-D8E2AC2DF8B6}"/>
</file>

<file path=customXml/itemProps3.xml><?xml version="1.0" encoding="utf-8"?>
<ds:datastoreItem xmlns:ds="http://schemas.openxmlformats.org/officeDocument/2006/customXml" ds:itemID="{DD532EC8-23CF-4295-8D05-25CEB0195776}"/>
</file>

<file path=docProps/app.xml><?xml version="1.0" encoding="utf-8"?>
<Properties xmlns="http://schemas.openxmlformats.org/officeDocument/2006/extended-properties" xmlns:vt="http://schemas.openxmlformats.org/officeDocument/2006/docPropsVTypes">
  <Template>Retrospect</Template>
  <TotalTime>7614</TotalTime>
  <Words>2593</Words>
  <Application>Microsoft Office PowerPoint</Application>
  <PresentationFormat>Widescreen</PresentationFormat>
  <Paragraphs>500</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Cambria Math</vt:lpstr>
      <vt:lpstr>Retrospect</vt:lpstr>
      <vt:lpstr>Deep Learning Module 3</vt:lpstr>
      <vt:lpstr>Exponentially Weighted Average</vt:lpstr>
      <vt:lpstr>PowerPoint Presentation</vt:lpstr>
      <vt:lpstr>PowerPoint Presentation</vt:lpstr>
      <vt:lpstr>Role of the Parameter β</vt:lpstr>
      <vt:lpstr>PowerPoint Presentation</vt:lpstr>
      <vt:lpstr>PowerPoint Presentation</vt:lpstr>
      <vt:lpstr>EWA in Optimization Algorithms</vt:lpstr>
      <vt:lpstr>PowerPoint Presentation</vt:lpstr>
      <vt:lpstr>PowerPoint Presentation</vt:lpstr>
      <vt:lpstr>Hyperparameter Tuning</vt:lpstr>
      <vt:lpstr>Why Hyperparameter Tuning is Important</vt:lpstr>
      <vt:lpstr>Techniques for Hyperparameter Tuning</vt:lpstr>
      <vt:lpstr>1. GridSearchCV </vt:lpstr>
      <vt:lpstr>PowerPoint Presentation</vt:lpstr>
      <vt:lpstr>PowerPoint Presentation</vt:lpstr>
      <vt:lpstr>2. RandomizedSearchCV </vt:lpstr>
      <vt:lpstr>PowerPoint Presentation</vt:lpstr>
      <vt:lpstr>3. Bayesian Optimization</vt:lpstr>
      <vt:lpstr>PowerPoint Presentation</vt:lpstr>
      <vt:lpstr>PowerPoint Presentation</vt:lpstr>
      <vt:lpstr>Advantages of Hyperparameter tuning</vt:lpstr>
      <vt:lpstr>Challenges</vt:lpstr>
      <vt:lpstr>Important Hyperparameter Ranges</vt:lpstr>
      <vt:lpstr>Important Hyperparameter Ranges</vt:lpstr>
      <vt:lpstr>Important Hyperparameter Ranges</vt:lpstr>
      <vt:lpstr>Batch Normalization</vt:lpstr>
      <vt:lpstr>PowerPoint Presentation</vt:lpstr>
      <vt:lpstr>PowerPoint Presentation</vt:lpstr>
      <vt:lpstr>Need of Batch Normalization</vt:lpstr>
      <vt:lpstr>PowerPoint Presentation</vt:lpstr>
      <vt:lpstr>Mathematical Formulation</vt:lpstr>
      <vt:lpstr>PowerPoint Presentation</vt:lpstr>
      <vt:lpstr>Links</vt:lpstr>
      <vt:lpstr>Softmax Regression</vt:lpstr>
      <vt:lpstr>PowerPoint Presentation</vt:lpstr>
      <vt:lpstr>PowerPoint Presentation</vt:lpstr>
      <vt:lpstr>PowerPoint Presentation</vt:lpstr>
      <vt:lpstr>PowerPoint Presentation</vt:lpstr>
      <vt:lpstr>PowerPoint Presentation</vt:lpstr>
      <vt:lpstr>  Data augmentation </vt:lpstr>
      <vt:lpstr>Types of Data Augmentation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Augmented vs. Synthetic data</vt:lpstr>
      <vt:lpstr>Links</vt:lpstr>
      <vt:lpstr>Underfitting vs Overfitting</vt:lpstr>
      <vt:lpstr>PowerPoint Presentation</vt:lpstr>
      <vt:lpstr>PowerPoint Presentation</vt:lpstr>
      <vt:lpstr>Core Comparison Table</vt:lpstr>
      <vt:lpstr>Bias–Variance Perspective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Rajarajeshwari S</dc:creator>
  <cp:lastModifiedBy>Rajarajeshwari S</cp:lastModifiedBy>
  <cp:revision>3</cp:revision>
  <dcterms:created xsi:type="dcterms:W3CDTF">2025-07-15T13:21:18Z</dcterms:created>
  <dcterms:modified xsi:type="dcterms:W3CDTF">2026-01-10T03:16:11Z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0x01010079F9D9A2368AF1418CA9A4BDBEB848A7</vt:lpwstr>
  </property>
</Properties>
</file>