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122"/>
  </p:notesMasterIdLst>
  <p:sldIdLst>
    <p:sldId id="256" r:id="rId5"/>
    <p:sldId id="418" r:id="rId6"/>
    <p:sldId id="419" r:id="rId7"/>
    <p:sldId id="423" r:id="rId8"/>
    <p:sldId id="420" r:id="rId9"/>
    <p:sldId id="421" r:id="rId10"/>
    <p:sldId id="422" r:id="rId11"/>
    <p:sldId id="424" r:id="rId12"/>
    <p:sldId id="425" r:id="rId13"/>
    <p:sldId id="426" r:id="rId14"/>
    <p:sldId id="427" r:id="rId15"/>
    <p:sldId id="428" r:id="rId16"/>
    <p:sldId id="488" r:id="rId17"/>
    <p:sldId id="429" r:id="rId18"/>
    <p:sldId id="430" r:id="rId19"/>
    <p:sldId id="431" r:id="rId20"/>
    <p:sldId id="432" r:id="rId21"/>
    <p:sldId id="433" r:id="rId22"/>
    <p:sldId id="434" r:id="rId23"/>
    <p:sldId id="435" r:id="rId24"/>
    <p:sldId id="436" r:id="rId25"/>
    <p:sldId id="437" r:id="rId26"/>
    <p:sldId id="438" r:id="rId27"/>
    <p:sldId id="439" r:id="rId28"/>
    <p:sldId id="440" r:id="rId29"/>
    <p:sldId id="441" r:id="rId30"/>
    <p:sldId id="442" r:id="rId31"/>
    <p:sldId id="443" r:id="rId32"/>
    <p:sldId id="444" r:id="rId33"/>
    <p:sldId id="445" r:id="rId34"/>
    <p:sldId id="446" r:id="rId35"/>
    <p:sldId id="447" r:id="rId36"/>
    <p:sldId id="448" r:id="rId37"/>
    <p:sldId id="449" r:id="rId38"/>
    <p:sldId id="450" r:id="rId39"/>
    <p:sldId id="451" r:id="rId40"/>
    <p:sldId id="452" r:id="rId41"/>
    <p:sldId id="453" r:id="rId42"/>
    <p:sldId id="454" r:id="rId43"/>
    <p:sldId id="455" r:id="rId44"/>
    <p:sldId id="456" r:id="rId45"/>
    <p:sldId id="457" r:id="rId46"/>
    <p:sldId id="458" r:id="rId47"/>
    <p:sldId id="459" r:id="rId48"/>
    <p:sldId id="460" r:id="rId49"/>
    <p:sldId id="461" r:id="rId50"/>
    <p:sldId id="462" r:id="rId51"/>
    <p:sldId id="463" r:id="rId52"/>
    <p:sldId id="464" r:id="rId53"/>
    <p:sldId id="465" r:id="rId54"/>
    <p:sldId id="469" r:id="rId55"/>
    <p:sldId id="466" r:id="rId56"/>
    <p:sldId id="467" r:id="rId57"/>
    <p:sldId id="468" r:id="rId58"/>
    <p:sldId id="470" r:id="rId59"/>
    <p:sldId id="471" r:id="rId60"/>
    <p:sldId id="472" r:id="rId61"/>
    <p:sldId id="473" r:id="rId62"/>
    <p:sldId id="474" r:id="rId63"/>
    <p:sldId id="475" r:id="rId64"/>
    <p:sldId id="476" r:id="rId65"/>
    <p:sldId id="477" r:id="rId66"/>
    <p:sldId id="478" r:id="rId67"/>
    <p:sldId id="479" r:id="rId68"/>
    <p:sldId id="480" r:id="rId69"/>
    <p:sldId id="481" r:id="rId70"/>
    <p:sldId id="482" r:id="rId71"/>
    <p:sldId id="483" r:id="rId72"/>
    <p:sldId id="484" r:id="rId73"/>
    <p:sldId id="485" r:id="rId74"/>
    <p:sldId id="487" r:id="rId75"/>
    <p:sldId id="489" r:id="rId76"/>
    <p:sldId id="490" r:id="rId77"/>
    <p:sldId id="491" r:id="rId78"/>
    <p:sldId id="492" r:id="rId79"/>
    <p:sldId id="493" r:id="rId80"/>
    <p:sldId id="494" r:id="rId81"/>
    <p:sldId id="495" r:id="rId82"/>
    <p:sldId id="497" r:id="rId83"/>
    <p:sldId id="498" r:id="rId84"/>
    <p:sldId id="499" r:id="rId85"/>
    <p:sldId id="500" r:id="rId86"/>
    <p:sldId id="501" r:id="rId87"/>
    <p:sldId id="502" r:id="rId88"/>
    <p:sldId id="503" r:id="rId89"/>
    <p:sldId id="504" r:id="rId90"/>
    <p:sldId id="505" r:id="rId91"/>
    <p:sldId id="506" r:id="rId92"/>
    <p:sldId id="507" r:id="rId93"/>
    <p:sldId id="508" r:id="rId94"/>
    <p:sldId id="510" r:id="rId95"/>
    <p:sldId id="511" r:id="rId96"/>
    <p:sldId id="512" r:id="rId97"/>
    <p:sldId id="513" r:id="rId98"/>
    <p:sldId id="514" r:id="rId99"/>
    <p:sldId id="509" r:id="rId100"/>
    <p:sldId id="515" r:id="rId101"/>
    <p:sldId id="516" r:id="rId102"/>
    <p:sldId id="517" r:id="rId103"/>
    <p:sldId id="518" r:id="rId104"/>
    <p:sldId id="519" r:id="rId105"/>
    <p:sldId id="486" r:id="rId106"/>
    <p:sldId id="520" r:id="rId107"/>
    <p:sldId id="521" r:id="rId108"/>
    <p:sldId id="522" r:id="rId109"/>
    <p:sldId id="523" r:id="rId110"/>
    <p:sldId id="524" r:id="rId111"/>
    <p:sldId id="530" r:id="rId112"/>
    <p:sldId id="525" r:id="rId113"/>
    <p:sldId id="526" r:id="rId114"/>
    <p:sldId id="527" r:id="rId115"/>
    <p:sldId id="528" r:id="rId116"/>
    <p:sldId id="529" r:id="rId117"/>
    <p:sldId id="531" r:id="rId118"/>
    <p:sldId id="532" r:id="rId119"/>
    <p:sldId id="533" r:id="rId120"/>
    <p:sldId id="534" r:id="rId1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8A6A225-FED4-4349-B59F-F950937FEA7A}">
          <p14:sldIdLst>
            <p14:sldId id="256"/>
            <p14:sldId id="418"/>
            <p14:sldId id="419"/>
            <p14:sldId id="423"/>
            <p14:sldId id="420"/>
            <p14:sldId id="421"/>
            <p14:sldId id="422"/>
            <p14:sldId id="424"/>
            <p14:sldId id="425"/>
            <p14:sldId id="426"/>
            <p14:sldId id="427"/>
            <p14:sldId id="428"/>
            <p14:sldId id="488"/>
            <p14:sldId id="429"/>
            <p14:sldId id="430"/>
            <p14:sldId id="431"/>
            <p14:sldId id="432"/>
            <p14:sldId id="433"/>
            <p14:sldId id="434"/>
            <p14:sldId id="435"/>
            <p14:sldId id="436"/>
            <p14:sldId id="437"/>
            <p14:sldId id="438"/>
            <p14:sldId id="439"/>
            <p14:sldId id="440"/>
            <p14:sldId id="441"/>
            <p14:sldId id="442"/>
            <p14:sldId id="443"/>
            <p14:sldId id="444"/>
            <p14:sldId id="445"/>
            <p14:sldId id="446"/>
            <p14:sldId id="447"/>
            <p14:sldId id="448"/>
            <p14:sldId id="449"/>
            <p14:sldId id="450"/>
            <p14:sldId id="451"/>
            <p14:sldId id="452"/>
            <p14:sldId id="453"/>
            <p14:sldId id="454"/>
            <p14:sldId id="455"/>
            <p14:sldId id="456"/>
            <p14:sldId id="457"/>
            <p14:sldId id="458"/>
            <p14:sldId id="459"/>
            <p14:sldId id="460"/>
            <p14:sldId id="461"/>
            <p14:sldId id="462"/>
            <p14:sldId id="463"/>
            <p14:sldId id="464"/>
            <p14:sldId id="465"/>
            <p14:sldId id="469"/>
            <p14:sldId id="466"/>
            <p14:sldId id="467"/>
            <p14:sldId id="468"/>
            <p14:sldId id="470"/>
            <p14:sldId id="471"/>
            <p14:sldId id="472"/>
            <p14:sldId id="473"/>
            <p14:sldId id="474"/>
            <p14:sldId id="475"/>
            <p14:sldId id="476"/>
            <p14:sldId id="477"/>
            <p14:sldId id="478"/>
            <p14:sldId id="479"/>
            <p14:sldId id="480"/>
            <p14:sldId id="481"/>
            <p14:sldId id="482"/>
            <p14:sldId id="483"/>
            <p14:sldId id="484"/>
            <p14:sldId id="485"/>
            <p14:sldId id="487"/>
            <p14:sldId id="489"/>
            <p14:sldId id="490"/>
            <p14:sldId id="491"/>
            <p14:sldId id="492"/>
            <p14:sldId id="493"/>
            <p14:sldId id="494"/>
            <p14:sldId id="495"/>
            <p14:sldId id="497"/>
            <p14:sldId id="498"/>
            <p14:sldId id="499"/>
            <p14:sldId id="500"/>
            <p14:sldId id="501"/>
            <p14:sldId id="502"/>
            <p14:sldId id="503"/>
            <p14:sldId id="504"/>
            <p14:sldId id="505"/>
            <p14:sldId id="506"/>
            <p14:sldId id="507"/>
            <p14:sldId id="508"/>
            <p14:sldId id="510"/>
            <p14:sldId id="511"/>
            <p14:sldId id="512"/>
            <p14:sldId id="513"/>
            <p14:sldId id="514"/>
            <p14:sldId id="509"/>
            <p14:sldId id="515"/>
            <p14:sldId id="516"/>
            <p14:sldId id="517"/>
            <p14:sldId id="518"/>
            <p14:sldId id="519"/>
            <p14:sldId id="486"/>
            <p14:sldId id="520"/>
            <p14:sldId id="521"/>
            <p14:sldId id="522"/>
            <p14:sldId id="523"/>
            <p14:sldId id="524"/>
            <p14:sldId id="530"/>
            <p14:sldId id="525"/>
            <p14:sldId id="526"/>
            <p14:sldId id="527"/>
            <p14:sldId id="528"/>
            <p14:sldId id="529"/>
            <p14:sldId id="531"/>
            <p14:sldId id="532"/>
            <p14:sldId id="533"/>
            <p14:sldId id="53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F72FBB-9060-411F-9CFA-931CF9D5B5B8}" v="386" dt="2026-04-01T03:40:51.7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0" d="100"/>
          <a:sy n="40" d="100"/>
        </p:scale>
        <p:origin x="36" y="688"/>
      </p:cViewPr>
      <p:guideLst/>
    </p:cSldViewPr>
  </p:slid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presProps" Target="presProps.xml"/><Relationship Id="rId128" Type="http://schemas.microsoft.com/office/2015/10/relationships/revisionInfo" Target="revisionInfo.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viewProps" Target="viewProps.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microsoft.com/office/2016/11/relationships/changesInfo" Target="changesInfos/changesInfo1.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arajeshwari S" userId="e4d90711455572c4" providerId="LiveId" clId="{CCD4E902-00B9-4B30-B952-A9A7A2B9871A}"/>
    <pc:docChg chg="undo custSel addSld delSld modSld sldOrd modSection">
      <pc:chgData name="Rajarajeshwari S" userId="e4d90711455572c4" providerId="LiveId" clId="{CCD4E902-00B9-4B30-B952-A9A7A2B9871A}" dt="2026-04-01T03:40:53.504" v="2055" actId="20577"/>
      <pc:docMkLst>
        <pc:docMk/>
      </pc:docMkLst>
      <pc:sldChg chg="modSp mod">
        <pc:chgData name="Rajarajeshwari S" userId="e4d90711455572c4" providerId="LiveId" clId="{CCD4E902-00B9-4B30-B952-A9A7A2B9871A}" dt="2026-03-13T04:20:37.758" v="113" actId="113"/>
        <pc:sldMkLst>
          <pc:docMk/>
          <pc:sldMk cId="1731249778" sldId="256"/>
        </pc:sldMkLst>
        <pc:spChg chg="mod">
          <ac:chgData name="Rajarajeshwari S" userId="e4d90711455572c4" providerId="LiveId" clId="{CCD4E902-00B9-4B30-B952-A9A7A2B9871A}" dt="2026-03-13T04:20:37.758" v="113" actId="113"/>
          <ac:spMkLst>
            <pc:docMk/>
            <pc:sldMk cId="1731249778" sldId="256"/>
            <ac:spMk id="2" creationId="{C1330AB0-E2A7-A94E-073C-A411BCE69B37}"/>
          </ac:spMkLst>
        </pc:spChg>
      </pc:sldChg>
      <pc:sldChg chg="modSp mod">
        <pc:chgData name="Rajarajeshwari S" userId="e4d90711455572c4" providerId="LiveId" clId="{CCD4E902-00B9-4B30-B952-A9A7A2B9871A}" dt="2026-03-24T13:24:38.243" v="837" actId="113"/>
        <pc:sldMkLst>
          <pc:docMk/>
          <pc:sldMk cId="3885985288" sldId="418"/>
        </pc:sldMkLst>
        <pc:spChg chg="mod">
          <ac:chgData name="Rajarajeshwari S" userId="e4d90711455572c4" providerId="LiveId" clId="{CCD4E902-00B9-4B30-B952-A9A7A2B9871A}" dt="2026-03-13T04:20:49.651" v="136" actId="113"/>
          <ac:spMkLst>
            <pc:docMk/>
            <pc:sldMk cId="3885985288" sldId="418"/>
            <ac:spMk id="2" creationId="{ED8C43A4-56B7-4EF0-4B5B-60872B1AF7BA}"/>
          </ac:spMkLst>
        </pc:spChg>
        <pc:spChg chg="mod">
          <ac:chgData name="Rajarajeshwari S" userId="e4d90711455572c4" providerId="LiveId" clId="{CCD4E902-00B9-4B30-B952-A9A7A2B9871A}" dt="2026-03-24T13:24:38.243" v="837" actId="113"/>
          <ac:spMkLst>
            <pc:docMk/>
            <pc:sldMk cId="3885985288" sldId="418"/>
            <ac:spMk id="3" creationId="{5F159B50-5A96-A62A-53BC-3F0E5E1BF640}"/>
          </ac:spMkLst>
        </pc:spChg>
      </pc:sldChg>
      <pc:sldChg chg="modSp new mod">
        <pc:chgData name="Rajarajeshwari S" userId="e4d90711455572c4" providerId="LiveId" clId="{CCD4E902-00B9-4B30-B952-A9A7A2B9871A}" dt="2026-03-24T13:25:10.213" v="842" actId="1076"/>
        <pc:sldMkLst>
          <pc:docMk/>
          <pc:sldMk cId="3501299655" sldId="419"/>
        </pc:sldMkLst>
        <pc:spChg chg="mod">
          <ac:chgData name="Rajarajeshwari S" userId="e4d90711455572c4" providerId="LiveId" clId="{CCD4E902-00B9-4B30-B952-A9A7A2B9871A}" dt="2026-03-13T04:21:40.048" v="146" actId="27636"/>
          <ac:spMkLst>
            <pc:docMk/>
            <pc:sldMk cId="3501299655" sldId="419"/>
            <ac:spMk id="2" creationId="{610DEFDB-F33B-11AB-D1A5-1949092A7EFC}"/>
          </ac:spMkLst>
        </pc:spChg>
        <pc:spChg chg="mod">
          <ac:chgData name="Rajarajeshwari S" userId="e4d90711455572c4" providerId="LiveId" clId="{CCD4E902-00B9-4B30-B952-A9A7A2B9871A}" dt="2026-03-24T13:25:10.213" v="842" actId="1076"/>
          <ac:spMkLst>
            <pc:docMk/>
            <pc:sldMk cId="3501299655" sldId="419"/>
            <ac:spMk id="3" creationId="{D47EB76F-440D-4018-4B36-39A7CAB67EA0}"/>
          </ac:spMkLst>
        </pc:spChg>
      </pc:sldChg>
      <pc:sldChg chg="modSp new mod">
        <pc:chgData name="Rajarajeshwari S" userId="e4d90711455572c4" providerId="LiveId" clId="{CCD4E902-00B9-4B30-B952-A9A7A2B9871A}" dt="2026-03-13T04:22:21.606" v="163" actId="123"/>
        <pc:sldMkLst>
          <pc:docMk/>
          <pc:sldMk cId="2503371913" sldId="420"/>
        </pc:sldMkLst>
        <pc:spChg chg="mod">
          <ac:chgData name="Rajarajeshwari S" userId="e4d90711455572c4" providerId="LiveId" clId="{CCD4E902-00B9-4B30-B952-A9A7A2B9871A}" dt="2026-03-13T04:22:13.044" v="161" actId="20577"/>
          <ac:spMkLst>
            <pc:docMk/>
            <pc:sldMk cId="2503371913" sldId="420"/>
            <ac:spMk id="2" creationId="{F88F33D2-12C5-79A6-45BD-A25CF24780F7}"/>
          </ac:spMkLst>
        </pc:spChg>
        <pc:spChg chg="mod">
          <ac:chgData name="Rajarajeshwari S" userId="e4d90711455572c4" providerId="LiveId" clId="{CCD4E902-00B9-4B30-B952-A9A7A2B9871A}" dt="2026-03-13T04:22:21.606" v="163" actId="123"/>
          <ac:spMkLst>
            <pc:docMk/>
            <pc:sldMk cId="2503371913" sldId="420"/>
            <ac:spMk id="3" creationId="{53885EA6-400B-26C8-D568-FC1DFB5D02FE}"/>
          </ac:spMkLst>
        </pc:spChg>
      </pc:sldChg>
      <pc:sldChg chg="modSp new mod">
        <pc:chgData name="Rajarajeshwari S" userId="e4d90711455572c4" providerId="LiveId" clId="{CCD4E902-00B9-4B30-B952-A9A7A2B9871A}" dt="2026-03-13T04:22:35.688" v="166" actId="27636"/>
        <pc:sldMkLst>
          <pc:docMk/>
          <pc:sldMk cId="1449448864" sldId="421"/>
        </pc:sldMkLst>
        <pc:spChg chg="mod">
          <ac:chgData name="Rajarajeshwari S" userId="e4d90711455572c4" providerId="LiveId" clId="{CCD4E902-00B9-4B30-B952-A9A7A2B9871A}" dt="2026-03-13T04:22:35.688" v="166" actId="27636"/>
          <ac:spMkLst>
            <pc:docMk/>
            <pc:sldMk cId="1449448864" sldId="421"/>
            <ac:spMk id="2" creationId="{03AFB047-C39A-2F33-72E0-CB5E0140EBC9}"/>
          </ac:spMkLst>
        </pc:spChg>
        <pc:spChg chg="mod">
          <ac:chgData name="Rajarajeshwari S" userId="e4d90711455572c4" providerId="LiveId" clId="{CCD4E902-00B9-4B30-B952-A9A7A2B9871A}" dt="2026-03-13T04:22:35.664" v="165"/>
          <ac:spMkLst>
            <pc:docMk/>
            <pc:sldMk cId="1449448864" sldId="421"/>
            <ac:spMk id="3" creationId="{D782B6DF-FFF8-2245-A677-093B2A7F797F}"/>
          </ac:spMkLst>
        </pc:spChg>
      </pc:sldChg>
      <pc:sldChg chg="modSp new mod">
        <pc:chgData name="Rajarajeshwari S" userId="e4d90711455572c4" providerId="LiveId" clId="{CCD4E902-00B9-4B30-B952-A9A7A2B9871A}" dt="2026-03-25T02:55:44.830" v="997" actId="113"/>
        <pc:sldMkLst>
          <pc:docMk/>
          <pc:sldMk cId="2975012223" sldId="422"/>
        </pc:sldMkLst>
        <pc:spChg chg="mod">
          <ac:chgData name="Rajarajeshwari S" userId="e4d90711455572c4" providerId="LiveId" clId="{CCD4E902-00B9-4B30-B952-A9A7A2B9871A}" dt="2026-03-13T04:24:58.939" v="194" actId="113"/>
          <ac:spMkLst>
            <pc:docMk/>
            <pc:sldMk cId="2975012223" sldId="422"/>
            <ac:spMk id="2" creationId="{A43356BF-5D04-1B2A-22A5-941189D407C8}"/>
          </ac:spMkLst>
        </pc:spChg>
        <pc:spChg chg="mod">
          <ac:chgData name="Rajarajeshwari S" userId="e4d90711455572c4" providerId="LiveId" clId="{CCD4E902-00B9-4B30-B952-A9A7A2B9871A}" dt="2026-03-25T02:55:44.830" v="997" actId="113"/>
          <ac:spMkLst>
            <pc:docMk/>
            <pc:sldMk cId="2975012223" sldId="422"/>
            <ac:spMk id="3" creationId="{8B20CC5C-EB99-0D94-37B5-0B27AEE2691E}"/>
          </ac:spMkLst>
        </pc:spChg>
      </pc:sldChg>
      <pc:sldChg chg="modSp new mod">
        <pc:chgData name="Rajarajeshwari S" userId="e4d90711455572c4" providerId="LiveId" clId="{CCD4E902-00B9-4B30-B952-A9A7A2B9871A}" dt="2026-03-25T02:54:26.907" v="996" actId="113"/>
        <pc:sldMkLst>
          <pc:docMk/>
          <pc:sldMk cId="133433925" sldId="423"/>
        </pc:sldMkLst>
        <pc:spChg chg="mod">
          <ac:chgData name="Rajarajeshwari S" userId="e4d90711455572c4" providerId="LiveId" clId="{CCD4E902-00B9-4B30-B952-A9A7A2B9871A}" dt="2026-03-13T04:23:34.732" v="176" actId="20577"/>
          <ac:spMkLst>
            <pc:docMk/>
            <pc:sldMk cId="133433925" sldId="423"/>
            <ac:spMk id="2" creationId="{6C26C7A6-89D7-5086-4EC1-297EF951B6F1}"/>
          </ac:spMkLst>
        </pc:spChg>
        <pc:spChg chg="mod">
          <ac:chgData name="Rajarajeshwari S" userId="e4d90711455572c4" providerId="LiveId" clId="{CCD4E902-00B9-4B30-B952-A9A7A2B9871A}" dt="2026-03-25T02:54:26.907" v="996" actId="113"/>
          <ac:spMkLst>
            <pc:docMk/>
            <pc:sldMk cId="133433925" sldId="423"/>
            <ac:spMk id="3" creationId="{5238BCF3-00DA-1701-CF1E-B161E009EBB9}"/>
          </ac:spMkLst>
        </pc:spChg>
      </pc:sldChg>
      <pc:sldChg chg="modSp new mod">
        <pc:chgData name="Rajarajeshwari S" userId="e4d90711455572c4" providerId="LiveId" clId="{CCD4E902-00B9-4B30-B952-A9A7A2B9871A}" dt="2026-03-25T02:56:53.775" v="1004" actId="14100"/>
        <pc:sldMkLst>
          <pc:docMk/>
          <pc:sldMk cId="338722958" sldId="424"/>
        </pc:sldMkLst>
        <pc:spChg chg="mod">
          <ac:chgData name="Rajarajeshwari S" userId="e4d90711455572c4" providerId="LiveId" clId="{CCD4E902-00B9-4B30-B952-A9A7A2B9871A}" dt="2026-03-13T04:25:52.141" v="202" actId="27636"/>
          <ac:spMkLst>
            <pc:docMk/>
            <pc:sldMk cId="338722958" sldId="424"/>
            <ac:spMk id="2" creationId="{796B4AFF-5F71-4624-25BC-AB2B1277A7FC}"/>
          </ac:spMkLst>
        </pc:spChg>
        <pc:spChg chg="mod">
          <ac:chgData name="Rajarajeshwari S" userId="e4d90711455572c4" providerId="LiveId" clId="{CCD4E902-00B9-4B30-B952-A9A7A2B9871A}" dt="2026-03-25T02:56:53.775" v="1004" actId="14100"/>
          <ac:spMkLst>
            <pc:docMk/>
            <pc:sldMk cId="338722958" sldId="424"/>
            <ac:spMk id="3" creationId="{7020DCA8-5AA4-3F33-7947-9114AD69D4C1}"/>
          </ac:spMkLst>
        </pc:spChg>
      </pc:sldChg>
      <pc:sldChg chg="modSp new mod">
        <pc:chgData name="Rajarajeshwari S" userId="e4d90711455572c4" providerId="LiveId" clId="{CCD4E902-00B9-4B30-B952-A9A7A2B9871A}" dt="2026-03-25T02:57:49.292" v="1005" actId="113"/>
        <pc:sldMkLst>
          <pc:docMk/>
          <pc:sldMk cId="3096398145" sldId="425"/>
        </pc:sldMkLst>
        <pc:spChg chg="mod">
          <ac:chgData name="Rajarajeshwari S" userId="e4d90711455572c4" providerId="LiveId" clId="{CCD4E902-00B9-4B30-B952-A9A7A2B9871A}" dt="2026-03-13T04:28:16.799" v="213" actId="27636"/>
          <ac:spMkLst>
            <pc:docMk/>
            <pc:sldMk cId="3096398145" sldId="425"/>
            <ac:spMk id="2" creationId="{A0A9158B-7272-3FCA-2A3B-7B5F5C0B1CDC}"/>
          </ac:spMkLst>
        </pc:spChg>
        <pc:spChg chg="mod">
          <ac:chgData name="Rajarajeshwari S" userId="e4d90711455572c4" providerId="LiveId" clId="{CCD4E902-00B9-4B30-B952-A9A7A2B9871A}" dt="2026-03-25T02:57:49.292" v="1005" actId="113"/>
          <ac:spMkLst>
            <pc:docMk/>
            <pc:sldMk cId="3096398145" sldId="425"/>
            <ac:spMk id="3" creationId="{663F9E68-402B-1674-9D5A-7C1E47443A53}"/>
          </ac:spMkLst>
        </pc:spChg>
      </pc:sldChg>
      <pc:sldChg chg="modSp new mod">
        <pc:chgData name="Rajarajeshwari S" userId="e4d90711455572c4" providerId="LiveId" clId="{CCD4E902-00B9-4B30-B952-A9A7A2B9871A}" dt="2026-03-25T05:24:31.153" v="1009" actId="20577"/>
        <pc:sldMkLst>
          <pc:docMk/>
          <pc:sldMk cId="3445573060" sldId="426"/>
        </pc:sldMkLst>
        <pc:spChg chg="mod">
          <ac:chgData name="Rajarajeshwari S" userId="e4d90711455572c4" providerId="LiveId" clId="{CCD4E902-00B9-4B30-B952-A9A7A2B9871A}" dt="2026-03-25T05:24:31.153" v="1009" actId="20577"/>
          <ac:spMkLst>
            <pc:docMk/>
            <pc:sldMk cId="3445573060" sldId="426"/>
            <ac:spMk id="2" creationId="{CABBB13A-020C-4CD4-245B-22A042969FA2}"/>
          </ac:spMkLst>
        </pc:spChg>
        <pc:spChg chg="mod">
          <ac:chgData name="Rajarajeshwari S" userId="e4d90711455572c4" providerId="LiveId" clId="{CCD4E902-00B9-4B30-B952-A9A7A2B9871A}" dt="2026-03-13T04:28:57.195" v="229" actId="14100"/>
          <ac:spMkLst>
            <pc:docMk/>
            <pc:sldMk cId="3445573060" sldId="426"/>
            <ac:spMk id="3" creationId="{084D9983-6730-FEE6-BFBD-143109C8B87A}"/>
          </ac:spMkLst>
        </pc:spChg>
      </pc:sldChg>
      <pc:sldChg chg="modSp new mod">
        <pc:chgData name="Rajarajeshwari S" userId="e4d90711455572c4" providerId="LiveId" clId="{CCD4E902-00B9-4B30-B952-A9A7A2B9871A}" dt="2026-03-24T13:41:27.322" v="867" actId="27636"/>
        <pc:sldMkLst>
          <pc:docMk/>
          <pc:sldMk cId="147564426" sldId="427"/>
        </pc:sldMkLst>
        <pc:spChg chg="mod">
          <ac:chgData name="Rajarajeshwari S" userId="e4d90711455572c4" providerId="LiveId" clId="{CCD4E902-00B9-4B30-B952-A9A7A2B9871A}" dt="2026-03-13T04:29:07.984" v="233" actId="20577"/>
          <ac:spMkLst>
            <pc:docMk/>
            <pc:sldMk cId="147564426" sldId="427"/>
            <ac:spMk id="2" creationId="{6B840DFF-CB15-BFBE-0823-6ADA51000B46}"/>
          </ac:spMkLst>
        </pc:spChg>
        <pc:spChg chg="mod">
          <ac:chgData name="Rajarajeshwari S" userId="e4d90711455572c4" providerId="LiveId" clId="{CCD4E902-00B9-4B30-B952-A9A7A2B9871A}" dt="2026-03-24T13:41:27.322" v="867" actId="27636"/>
          <ac:spMkLst>
            <pc:docMk/>
            <pc:sldMk cId="147564426" sldId="427"/>
            <ac:spMk id="3" creationId="{AB8AC206-E6F4-37B9-06E8-AE39E07A23F8}"/>
          </ac:spMkLst>
        </pc:spChg>
      </pc:sldChg>
      <pc:sldChg chg="modSp new mod">
        <pc:chgData name="Rajarajeshwari S" userId="e4d90711455572c4" providerId="LiveId" clId="{CCD4E902-00B9-4B30-B952-A9A7A2B9871A}" dt="2026-03-24T13:42:19.190" v="874" actId="113"/>
        <pc:sldMkLst>
          <pc:docMk/>
          <pc:sldMk cId="1246589541" sldId="428"/>
        </pc:sldMkLst>
        <pc:spChg chg="mod">
          <ac:chgData name="Rajarajeshwari S" userId="e4d90711455572c4" providerId="LiveId" clId="{CCD4E902-00B9-4B30-B952-A9A7A2B9871A}" dt="2026-03-13T04:29:30.999" v="240" actId="27636"/>
          <ac:spMkLst>
            <pc:docMk/>
            <pc:sldMk cId="1246589541" sldId="428"/>
            <ac:spMk id="2" creationId="{E85E5E6E-1551-DD7A-F120-4B8107299C5D}"/>
          </ac:spMkLst>
        </pc:spChg>
        <pc:spChg chg="mod">
          <ac:chgData name="Rajarajeshwari S" userId="e4d90711455572c4" providerId="LiveId" clId="{CCD4E902-00B9-4B30-B952-A9A7A2B9871A}" dt="2026-03-24T13:42:19.190" v="874" actId="113"/>
          <ac:spMkLst>
            <pc:docMk/>
            <pc:sldMk cId="1246589541" sldId="428"/>
            <ac:spMk id="3" creationId="{976CDA71-1044-72EB-C0D8-678A174BAAE2}"/>
          </ac:spMkLst>
        </pc:spChg>
      </pc:sldChg>
      <pc:sldChg chg="addSp delSp modSp new mod">
        <pc:chgData name="Rajarajeshwari S" userId="e4d90711455572c4" providerId="LiveId" clId="{CCD4E902-00B9-4B30-B952-A9A7A2B9871A}" dt="2026-03-13T04:33:02.798" v="253"/>
        <pc:sldMkLst>
          <pc:docMk/>
          <pc:sldMk cId="3622582251" sldId="429"/>
        </pc:sldMkLst>
        <pc:spChg chg="mod">
          <ac:chgData name="Rajarajeshwari S" userId="e4d90711455572c4" providerId="LiveId" clId="{CCD4E902-00B9-4B30-B952-A9A7A2B9871A}" dt="2026-03-13T04:33:02.798" v="253"/>
          <ac:spMkLst>
            <pc:docMk/>
            <pc:sldMk cId="3622582251" sldId="429"/>
            <ac:spMk id="2" creationId="{53EA34C5-316C-D7CF-7CEF-A476B7EC755F}"/>
          </ac:spMkLst>
        </pc:spChg>
        <pc:picChg chg="add mod">
          <ac:chgData name="Rajarajeshwari S" userId="e4d90711455572c4" providerId="LiveId" clId="{CCD4E902-00B9-4B30-B952-A9A7A2B9871A}" dt="2026-03-13T04:32:37.878" v="252" actId="1076"/>
          <ac:picMkLst>
            <pc:docMk/>
            <pc:sldMk cId="3622582251" sldId="429"/>
            <ac:picMk id="7" creationId="{6F665B82-6D77-05CF-E4F0-749A95348C25}"/>
          </ac:picMkLst>
        </pc:picChg>
      </pc:sldChg>
      <pc:sldChg chg="modSp new mod">
        <pc:chgData name="Rajarajeshwari S" userId="e4d90711455572c4" providerId="LiveId" clId="{CCD4E902-00B9-4B30-B952-A9A7A2B9871A}" dt="2026-03-24T13:43:24.509" v="879" actId="27636"/>
        <pc:sldMkLst>
          <pc:docMk/>
          <pc:sldMk cId="1394694457" sldId="430"/>
        </pc:sldMkLst>
        <pc:spChg chg="mod">
          <ac:chgData name="Rajarajeshwari S" userId="e4d90711455572c4" providerId="LiveId" clId="{CCD4E902-00B9-4B30-B952-A9A7A2B9871A}" dt="2026-03-13T04:33:08.168" v="256" actId="27636"/>
          <ac:spMkLst>
            <pc:docMk/>
            <pc:sldMk cId="1394694457" sldId="430"/>
            <ac:spMk id="2" creationId="{85584222-4ED4-5682-9281-B83CC105D57C}"/>
          </ac:spMkLst>
        </pc:spChg>
        <pc:spChg chg="mod">
          <ac:chgData name="Rajarajeshwari S" userId="e4d90711455572c4" providerId="LiveId" clId="{CCD4E902-00B9-4B30-B952-A9A7A2B9871A}" dt="2026-03-24T13:43:24.509" v="879" actId="27636"/>
          <ac:spMkLst>
            <pc:docMk/>
            <pc:sldMk cId="1394694457" sldId="430"/>
            <ac:spMk id="3" creationId="{E173E8DC-E986-9295-4965-A2DBF1759227}"/>
          </ac:spMkLst>
        </pc:spChg>
      </pc:sldChg>
      <pc:sldChg chg="addSp modSp new mod">
        <pc:chgData name="Rajarajeshwari S" userId="e4d90711455572c4" providerId="LiveId" clId="{CCD4E902-00B9-4B30-B952-A9A7A2B9871A}" dt="2026-03-24T13:44:31.207" v="893" actId="5793"/>
        <pc:sldMkLst>
          <pc:docMk/>
          <pc:sldMk cId="4088805183" sldId="431"/>
        </pc:sldMkLst>
        <pc:spChg chg="mod">
          <ac:chgData name="Rajarajeshwari S" userId="e4d90711455572c4" providerId="LiveId" clId="{CCD4E902-00B9-4B30-B952-A9A7A2B9871A}" dt="2026-03-13T04:33:32.660" v="262" actId="27636"/>
          <ac:spMkLst>
            <pc:docMk/>
            <pc:sldMk cId="4088805183" sldId="431"/>
            <ac:spMk id="2" creationId="{F69159DB-66BB-425E-4BF8-E174E7C5C5ED}"/>
          </ac:spMkLst>
        </pc:spChg>
        <pc:spChg chg="mod">
          <ac:chgData name="Rajarajeshwari S" userId="e4d90711455572c4" providerId="LiveId" clId="{CCD4E902-00B9-4B30-B952-A9A7A2B9871A}" dt="2026-03-24T13:44:13.992" v="890" actId="27636"/>
          <ac:spMkLst>
            <pc:docMk/>
            <pc:sldMk cId="4088805183" sldId="431"/>
            <ac:spMk id="3" creationId="{73F00419-3F22-F663-BEEB-F0DB2FECB8AA}"/>
          </ac:spMkLst>
        </pc:spChg>
        <pc:spChg chg="add mod">
          <ac:chgData name="Rajarajeshwari S" userId="e4d90711455572c4" providerId="LiveId" clId="{CCD4E902-00B9-4B30-B952-A9A7A2B9871A}" dt="2026-03-24T13:44:31.207" v="893" actId="5793"/>
          <ac:spMkLst>
            <pc:docMk/>
            <pc:sldMk cId="4088805183" sldId="431"/>
            <ac:spMk id="4" creationId="{8325FE11-A847-98CA-5A56-C2916E274810}"/>
          </ac:spMkLst>
        </pc:spChg>
      </pc:sldChg>
      <pc:sldChg chg="modSp new mod">
        <pc:chgData name="Rajarajeshwari S" userId="e4d90711455572c4" providerId="LiveId" clId="{CCD4E902-00B9-4B30-B952-A9A7A2B9871A}" dt="2026-03-25T05:24:33.157" v="1010" actId="14100"/>
        <pc:sldMkLst>
          <pc:docMk/>
          <pc:sldMk cId="461486500" sldId="432"/>
        </pc:sldMkLst>
        <pc:spChg chg="mod">
          <ac:chgData name="Rajarajeshwari S" userId="e4d90711455572c4" providerId="LiveId" clId="{CCD4E902-00B9-4B30-B952-A9A7A2B9871A}" dt="2026-03-13T04:34:42.454" v="287" actId="27636"/>
          <ac:spMkLst>
            <pc:docMk/>
            <pc:sldMk cId="461486500" sldId="432"/>
            <ac:spMk id="2" creationId="{A29CDC63-A7EE-4D1C-061F-90C271575833}"/>
          </ac:spMkLst>
        </pc:spChg>
        <pc:spChg chg="mod">
          <ac:chgData name="Rajarajeshwari S" userId="e4d90711455572c4" providerId="LiveId" clId="{CCD4E902-00B9-4B30-B952-A9A7A2B9871A}" dt="2026-03-25T05:24:33.157" v="1010" actId="14100"/>
          <ac:spMkLst>
            <pc:docMk/>
            <pc:sldMk cId="461486500" sldId="432"/>
            <ac:spMk id="3" creationId="{E67D9679-40FD-30AC-22E7-5EF2225811FA}"/>
          </ac:spMkLst>
        </pc:spChg>
      </pc:sldChg>
      <pc:sldChg chg="addSp modSp new mod">
        <pc:chgData name="Rajarajeshwari S" userId="e4d90711455572c4" providerId="LiveId" clId="{CCD4E902-00B9-4B30-B952-A9A7A2B9871A}" dt="2026-03-24T13:52:08.799" v="914" actId="14100"/>
        <pc:sldMkLst>
          <pc:docMk/>
          <pc:sldMk cId="78602995" sldId="433"/>
        </pc:sldMkLst>
        <pc:spChg chg="mod">
          <ac:chgData name="Rajarajeshwari S" userId="e4d90711455572c4" providerId="LiveId" clId="{CCD4E902-00B9-4B30-B952-A9A7A2B9871A}" dt="2026-03-13T04:34:56.985" v="291" actId="27636"/>
          <ac:spMkLst>
            <pc:docMk/>
            <pc:sldMk cId="78602995" sldId="433"/>
            <ac:spMk id="2" creationId="{91D9FE2C-0566-C116-C284-A223AA193410}"/>
          </ac:spMkLst>
        </pc:spChg>
        <pc:spChg chg="mod">
          <ac:chgData name="Rajarajeshwari S" userId="e4d90711455572c4" providerId="LiveId" clId="{CCD4E902-00B9-4B30-B952-A9A7A2B9871A}" dt="2026-03-24T13:52:08.799" v="914" actId="14100"/>
          <ac:spMkLst>
            <pc:docMk/>
            <pc:sldMk cId="78602995" sldId="433"/>
            <ac:spMk id="3" creationId="{0833B2F3-18FE-7D05-0203-6B89FDAC001C}"/>
          </ac:spMkLst>
        </pc:spChg>
        <pc:graphicFrameChg chg="add mod">
          <ac:chgData name="Rajarajeshwari S" userId="e4d90711455572c4" providerId="LiveId" clId="{CCD4E902-00B9-4B30-B952-A9A7A2B9871A}" dt="2026-03-13T04:36:05.632" v="309" actId="1076"/>
          <ac:graphicFrameMkLst>
            <pc:docMk/>
            <pc:sldMk cId="78602995" sldId="433"/>
            <ac:graphicFrameMk id="4" creationId="{EE0F1995-002A-F92B-0A9A-384542AF680E}"/>
          </ac:graphicFrameMkLst>
        </pc:graphicFrameChg>
      </pc:sldChg>
      <pc:sldChg chg="addSp delSp modSp new mod">
        <pc:chgData name="Rajarajeshwari S" userId="e4d90711455572c4" providerId="LiveId" clId="{CCD4E902-00B9-4B30-B952-A9A7A2B9871A}" dt="2026-03-24T13:52:27.692" v="917" actId="14100"/>
        <pc:sldMkLst>
          <pc:docMk/>
          <pc:sldMk cId="2255355289" sldId="434"/>
        </pc:sldMkLst>
        <pc:spChg chg="mod">
          <ac:chgData name="Rajarajeshwari S" userId="e4d90711455572c4" providerId="LiveId" clId="{CCD4E902-00B9-4B30-B952-A9A7A2B9871A}" dt="2026-03-13T04:36:35.610" v="319" actId="20577"/>
          <ac:spMkLst>
            <pc:docMk/>
            <pc:sldMk cId="2255355289" sldId="434"/>
            <ac:spMk id="2" creationId="{1CCFCB5F-E291-BC0A-B915-745CD73D9FBD}"/>
          </ac:spMkLst>
        </pc:spChg>
        <pc:spChg chg="add mod">
          <ac:chgData name="Rajarajeshwari S" userId="e4d90711455572c4" providerId="LiveId" clId="{CCD4E902-00B9-4B30-B952-A9A7A2B9871A}" dt="2026-03-24T13:52:27.692" v="917" actId="14100"/>
          <ac:spMkLst>
            <pc:docMk/>
            <pc:sldMk cId="2255355289" sldId="434"/>
            <ac:spMk id="6" creationId="{C6138623-362F-3D9B-83DD-6D4D67EB5660}"/>
          </ac:spMkLst>
        </pc:spChg>
      </pc:sldChg>
      <pc:sldChg chg="addSp modSp new mod">
        <pc:chgData name="Rajarajeshwari S" userId="e4d90711455572c4" providerId="LiveId" clId="{CCD4E902-00B9-4B30-B952-A9A7A2B9871A}" dt="2026-03-24T13:53:04.048" v="923" actId="1076"/>
        <pc:sldMkLst>
          <pc:docMk/>
          <pc:sldMk cId="472593272" sldId="435"/>
        </pc:sldMkLst>
        <pc:spChg chg="mod">
          <ac:chgData name="Rajarajeshwari S" userId="e4d90711455572c4" providerId="LiveId" clId="{CCD4E902-00B9-4B30-B952-A9A7A2B9871A}" dt="2026-03-13T04:37:27.924" v="322" actId="27636"/>
          <ac:spMkLst>
            <pc:docMk/>
            <pc:sldMk cId="472593272" sldId="435"/>
            <ac:spMk id="2" creationId="{44D22109-E1E8-B7CF-C5EE-4C61527E525A}"/>
          </ac:spMkLst>
        </pc:spChg>
        <pc:spChg chg="mod">
          <ac:chgData name="Rajarajeshwari S" userId="e4d90711455572c4" providerId="LiveId" clId="{CCD4E902-00B9-4B30-B952-A9A7A2B9871A}" dt="2026-03-24T13:52:56.669" v="921" actId="113"/>
          <ac:spMkLst>
            <pc:docMk/>
            <pc:sldMk cId="472593272" sldId="435"/>
            <ac:spMk id="3" creationId="{63B32778-A22E-3F0B-F711-A402009A9335}"/>
          </ac:spMkLst>
        </pc:spChg>
        <pc:spChg chg="add mod">
          <ac:chgData name="Rajarajeshwari S" userId="e4d90711455572c4" providerId="LiveId" clId="{CCD4E902-00B9-4B30-B952-A9A7A2B9871A}" dt="2026-03-24T13:53:04.048" v="923" actId="1076"/>
          <ac:spMkLst>
            <pc:docMk/>
            <pc:sldMk cId="472593272" sldId="435"/>
            <ac:spMk id="4" creationId="{93D5D0D6-637B-B115-E30C-393DE9FC3BC3}"/>
          </ac:spMkLst>
        </pc:spChg>
      </pc:sldChg>
      <pc:sldChg chg="addSp modSp new mod">
        <pc:chgData name="Rajarajeshwari S" userId="e4d90711455572c4" providerId="LiveId" clId="{CCD4E902-00B9-4B30-B952-A9A7A2B9871A}" dt="2026-03-24T13:54:55.438" v="944" actId="14100"/>
        <pc:sldMkLst>
          <pc:docMk/>
          <pc:sldMk cId="3251648441" sldId="436"/>
        </pc:sldMkLst>
        <pc:spChg chg="mod">
          <ac:chgData name="Rajarajeshwari S" userId="e4d90711455572c4" providerId="LiveId" clId="{CCD4E902-00B9-4B30-B952-A9A7A2B9871A}" dt="2026-03-13T04:38:21.252" v="341" actId="27636"/>
          <ac:spMkLst>
            <pc:docMk/>
            <pc:sldMk cId="3251648441" sldId="436"/>
            <ac:spMk id="2" creationId="{0E2AA6EC-EF59-1899-67C3-C7DBBC638DD9}"/>
          </ac:spMkLst>
        </pc:spChg>
        <pc:spChg chg="mod">
          <ac:chgData name="Rajarajeshwari S" userId="e4d90711455572c4" providerId="LiveId" clId="{CCD4E902-00B9-4B30-B952-A9A7A2B9871A}" dt="2026-03-24T13:54:20.938" v="933" actId="27636"/>
          <ac:spMkLst>
            <pc:docMk/>
            <pc:sldMk cId="3251648441" sldId="436"/>
            <ac:spMk id="3" creationId="{714C4BA4-047F-4CD2-AFB3-439F21AFE31B}"/>
          </ac:spMkLst>
        </pc:spChg>
        <pc:spChg chg="add mod">
          <ac:chgData name="Rajarajeshwari S" userId="e4d90711455572c4" providerId="LiveId" clId="{CCD4E902-00B9-4B30-B952-A9A7A2B9871A}" dt="2026-03-24T13:54:55.438" v="944" actId="14100"/>
          <ac:spMkLst>
            <pc:docMk/>
            <pc:sldMk cId="3251648441" sldId="436"/>
            <ac:spMk id="4" creationId="{AEB77364-81E1-7C52-9300-4724A38F65B2}"/>
          </ac:spMkLst>
        </pc:spChg>
      </pc:sldChg>
      <pc:sldChg chg="addSp modSp new mod">
        <pc:chgData name="Rajarajeshwari S" userId="e4d90711455572c4" providerId="LiveId" clId="{CCD4E902-00B9-4B30-B952-A9A7A2B9871A}" dt="2026-03-24T13:55:53.914" v="969" actId="5793"/>
        <pc:sldMkLst>
          <pc:docMk/>
          <pc:sldMk cId="1404809108" sldId="437"/>
        </pc:sldMkLst>
        <pc:spChg chg="mod">
          <ac:chgData name="Rajarajeshwari S" userId="e4d90711455572c4" providerId="LiveId" clId="{CCD4E902-00B9-4B30-B952-A9A7A2B9871A}" dt="2026-03-13T04:39:21.954" v="356" actId="27636"/>
          <ac:spMkLst>
            <pc:docMk/>
            <pc:sldMk cId="1404809108" sldId="437"/>
            <ac:spMk id="2" creationId="{7F7915A2-DAAE-A3B1-CC7B-C75B1ECE39BC}"/>
          </ac:spMkLst>
        </pc:spChg>
        <pc:spChg chg="mod">
          <ac:chgData name="Rajarajeshwari S" userId="e4d90711455572c4" providerId="LiveId" clId="{CCD4E902-00B9-4B30-B952-A9A7A2B9871A}" dt="2026-03-24T13:55:53.914" v="969" actId="5793"/>
          <ac:spMkLst>
            <pc:docMk/>
            <pc:sldMk cId="1404809108" sldId="437"/>
            <ac:spMk id="3" creationId="{E4B877AD-99BC-1B1B-D349-15DF0D08A8F9}"/>
          </ac:spMkLst>
        </pc:spChg>
        <pc:spChg chg="add mod">
          <ac:chgData name="Rajarajeshwari S" userId="e4d90711455572c4" providerId="LiveId" clId="{CCD4E902-00B9-4B30-B952-A9A7A2B9871A}" dt="2026-03-24T13:55:32.526" v="958" actId="27636"/>
          <ac:spMkLst>
            <pc:docMk/>
            <pc:sldMk cId="1404809108" sldId="437"/>
            <ac:spMk id="4" creationId="{E33DA8E0-EC52-900F-7863-55D3EB4B3A53}"/>
          </ac:spMkLst>
        </pc:spChg>
      </pc:sldChg>
      <pc:sldChg chg="modSp new mod">
        <pc:chgData name="Rajarajeshwari S" userId="e4d90711455572c4" providerId="LiveId" clId="{CCD4E902-00B9-4B30-B952-A9A7A2B9871A}" dt="2026-03-24T13:56:33.437" v="983" actId="14100"/>
        <pc:sldMkLst>
          <pc:docMk/>
          <pc:sldMk cId="1677615997" sldId="438"/>
        </pc:sldMkLst>
        <pc:spChg chg="mod">
          <ac:chgData name="Rajarajeshwari S" userId="e4d90711455572c4" providerId="LiveId" clId="{CCD4E902-00B9-4B30-B952-A9A7A2B9871A}" dt="2026-03-13T04:40:38.917" v="383" actId="27636"/>
          <ac:spMkLst>
            <pc:docMk/>
            <pc:sldMk cId="1677615997" sldId="438"/>
            <ac:spMk id="2" creationId="{F315C702-EF83-A70E-F22D-A154035F6433}"/>
          </ac:spMkLst>
        </pc:spChg>
        <pc:spChg chg="mod">
          <ac:chgData name="Rajarajeshwari S" userId="e4d90711455572c4" providerId="LiveId" clId="{CCD4E902-00B9-4B30-B952-A9A7A2B9871A}" dt="2026-03-24T13:56:33.437" v="983" actId="14100"/>
          <ac:spMkLst>
            <pc:docMk/>
            <pc:sldMk cId="1677615997" sldId="438"/>
            <ac:spMk id="3" creationId="{EB26763C-0823-280F-EA05-8483DC9C9E87}"/>
          </ac:spMkLst>
        </pc:spChg>
      </pc:sldChg>
      <pc:sldChg chg="modSp new mod">
        <pc:chgData name="Rajarajeshwari S" userId="e4d90711455572c4" providerId="LiveId" clId="{CCD4E902-00B9-4B30-B952-A9A7A2B9871A}" dt="2026-03-24T13:56:49.028" v="989" actId="5793"/>
        <pc:sldMkLst>
          <pc:docMk/>
          <pc:sldMk cId="4088043863" sldId="439"/>
        </pc:sldMkLst>
        <pc:spChg chg="mod">
          <ac:chgData name="Rajarajeshwari S" userId="e4d90711455572c4" providerId="LiveId" clId="{CCD4E902-00B9-4B30-B952-A9A7A2B9871A}" dt="2026-03-13T04:40:58.626" v="389" actId="27636"/>
          <ac:spMkLst>
            <pc:docMk/>
            <pc:sldMk cId="4088043863" sldId="439"/>
            <ac:spMk id="2" creationId="{DD147E6C-4F53-F616-967C-6CCDCA5AF34F}"/>
          </ac:spMkLst>
        </pc:spChg>
        <pc:spChg chg="mod">
          <ac:chgData name="Rajarajeshwari S" userId="e4d90711455572c4" providerId="LiveId" clId="{CCD4E902-00B9-4B30-B952-A9A7A2B9871A}" dt="2026-03-24T13:56:49.028" v="989" actId="5793"/>
          <ac:spMkLst>
            <pc:docMk/>
            <pc:sldMk cId="4088043863" sldId="439"/>
            <ac:spMk id="3" creationId="{752C7A5E-30AF-2437-8898-4323F20C5E0C}"/>
          </ac:spMkLst>
        </pc:spChg>
      </pc:sldChg>
      <pc:sldChg chg="modSp new mod">
        <pc:chgData name="Rajarajeshwari S" userId="e4d90711455572c4" providerId="LiveId" clId="{CCD4E902-00B9-4B30-B952-A9A7A2B9871A}" dt="2026-03-24T13:57:17.247" v="994" actId="20577"/>
        <pc:sldMkLst>
          <pc:docMk/>
          <pc:sldMk cId="2395136625" sldId="440"/>
        </pc:sldMkLst>
        <pc:spChg chg="mod">
          <ac:chgData name="Rajarajeshwari S" userId="e4d90711455572c4" providerId="LiveId" clId="{CCD4E902-00B9-4B30-B952-A9A7A2B9871A}" dt="2026-03-13T04:41:15.374" v="394" actId="27636"/>
          <ac:spMkLst>
            <pc:docMk/>
            <pc:sldMk cId="2395136625" sldId="440"/>
            <ac:spMk id="2" creationId="{532B2C79-2559-A106-7D19-442344E24555}"/>
          </ac:spMkLst>
        </pc:spChg>
        <pc:spChg chg="mod">
          <ac:chgData name="Rajarajeshwari S" userId="e4d90711455572c4" providerId="LiveId" clId="{CCD4E902-00B9-4B30-B952-A9A7A2B9871A}" dt="2026-03-24T13:57:17.247" v="994" actId="20577"/>
          <ac:spMkLst>
            <pc:docMk/>
            <pc:sldMk cId="2395136625" sldId="440"/>
            <ac:spMk id="3" creationId="{F766BEEC-7BB6-169D-1770-4CED6FFD4B0B}"/>
          </ac:spMkLst>
        </pc:spChg>
      </pc:sldChg>
      <pc:sldChg chg="addSp delSp modSp new mod">
        <pc:chgData name="Rajarajeshwari S" userId="e4d90711455572c4" providerId="LiveId" clId="{CCD4E902-00B9-4B30-B952-A9A7A2B9871A}" dt="2026-03-25T09:40:52.731" v="1012" actId="478"/>
        <pc:sldMkLst>
          <pc:docMk/>
          <pc:sldMk cId="3193426978" sldId="441"/>
        </pc:sldMkLst>
        <pc:spChg chg="mod">
          <ac:chgData name="Rajarajeshwari S" userId="e4d90711455572c4" providerId="LiveId" clId="{CCD4E902-00B9-4B30-B952-A9A7A2B9871A}" dt="2026-03-13T04:41:32.271" v="398" actId="27636"/>
          <ac:spMkLst>
            <pc:docMk/>
            <pc:sldMk cId="3193426978" sldId="441"/>
            <ac:spMk id="2" creationId="{A90B6417-74F5-3FBB-A3B4-CAB8B334CA7F}"/>
          </ac:spMkLst>
        </pc:spChg>
        <pc:spChg chg="mod">
          <ac:chgData name="Rajarajeshwari S" userId="e4d90711455572c4" providerId="LiveId" clId="{CCD4E902-00B9-4B30-B952-A9A7A2B9871A}" dt="2026-03-13T04:41:32.222" v="397"/>
          <ac:spMkLst>
            <pc:docMk/>
            <pc:sldMk cId="3193426978" sldId="441"/>
            <ac:spMk id="3" creationId="{59E77D59-FD2D-8C4F-55DE-870FCA1DEB62}"/>
          </ac:spMkLst>
        </pc:spChg>
      </pc:sldChg>
      <pc:sldChg chg="modSp new mod">
        <pc:chgData name="Rajarajeshwari S" userId="e4d90711455572c4" providerId="LiveId" clId="{CCD4E902-00B9-4B30-B952-A9A7A2B9871A}" dt="2026-03-25T09:41:51.747" v="1014" actId="113"/>
        <pc:sldMkLst>
          <pc:docMk/>
          <pc:sldMk cId="3239929964" sldId="442"/>
        </pc:sldMkLst>
        <pc:spChg chg="mod">
          <ac:chgData name="Rajarajeshwari S" userId="e4d90711455572c4" providerId="LiveId" clId="{CCD4E902-00B9-4B30-B952-A9A7A2B9871A}" dt="2026-03-13T04:43:55.360" v="403" actId="113"/>
          <ac:spMkLst>
            <pc:docMk/>
            <pc:sldMk cId="3239929964" sldId="442"/>
            <ac:spMk id="2" creationId="{DE47A115-51F0-39F5-1550-DCF33B6212F9}"/>
          </ac:spMkLst>
        </pc:spChg>
        <pc:spChg chg="mod">
          <ac:chgData name="Rajarajeshwari S" userId="e4d90711455572c4" providerId="LiveId" clId="{CCD4E902-00B9-4B30-B952-A9A7A2B9871A}" dt="2026-03-25T09:41:51.747" v="1014" actId="113"/>
          <ac:spMkLst>
            <pc:docMk/>
            <pc:sldMk cId="3239929964" sldId="442"/>
            <ac:spMk id="3" creationId="{E792726C-6811-2ABD-4C90-60EED567A3C9}"/>
          </ac:spMkLst>
        </pc:spChg>
      </pc:sldChg>
      <pc:sldChg chg="addSp modSp new mod">
        <pc:chgData name="Rajarajeshwari S" userId="e4d90711455572c4" providerId="LiveId" clId="{CCD4E902-00B9-4B30-B952-A9A7A2B9871A}" dt="2026-03-25T09:41:59.962" v="1016" actId="14100"/>
        <pc:sldMkLst>
          <pc:docMk/>
          <pc:sldMk cId="2311368562" sldId="443"/>
        </pc:sldMkLst>
        <pc:spChg chg="mod">
          <ac:chgData name="Rajarajeshwari S" userId="e4d90711455572c4" providerId="LiveId" clId="{CCD4E902-00B9-4B30-B952-A9A7A2B9871A}" dt="2026-03-13T04:44:33.877" v="413" actId="27636"/>
          <ac:spMkLst>
            <pc:docMk/>
            <pc:sldMk cId="2311368562" sldId="443"/>
            <ac:spMk id="2" creationId="{2CF79D64-1A14-0DA5-88F3-A96AE3449C48}"/>
          </ac:spMkLst>
        </pc:spChg>
        <pc:picChg chg="add mod">
          <ac:chgData name="Rajarajeshwari S" userId="e4d90711455572c4" providerId="LiveId" clId="{CCD4E902-00B9-4B30-B952-A9A7A2B9871A}" dt="2026-03-25T09:41:59.962" v="1016" actId="14100"/>
          <ac:picMkLst>
            <pc:docMk/>
            <pc:sldMk cId="2311368562" sldId="443"/>
            <ac:picMk id="5" creationId="{1900B61E-1A4A-4395-BE8B-74ACBAA38C80}"/>
          </ac:picMkLst>
        </pc:picChg>
      </pc:sldChg>
      <pc:sldChg chg="addSp modSp new mod">
        <pc:chgData name="Rajarajeshwari S" userId="e4d90711455572c4" providerId="LiveId" clId="{CCD4E902-00B9-4B30-B952-A9A7A2B9871A}" dt="2026-03-13T04:44:49.136" v="419" actId="27636"/>
        <pc:sldMkLst>
          <pc:docMk/>
          <pc:sldMk cId="1815689598" sldId="444"/>
        </pc:sldMkLst>
        <pc:spChg chg="mod">
          <ac:chgData name="Rajarajeshwari S" userId="e4d90711455572c4" providerId="LiveId" clId="{CCD4E902-00B9-4B30-B952-A9A7A2B9871A}" dt="2026-03-13T04:44:49.136" v="419" actId="27636"/>
          <ac:spMkLst>
            <pc:docMk/>
            <pc:sldMk cId="1815689598" sldId="444"/>
            <ac:spMk id="2" creationId="{47AFB3DF-129B-2028-06A7-798669B3FE10}"/>
          </ac:spMkLst>
        </pc:spChg>
        <pc:picChg chg="add">
          <ac:chgData name="Rajarajeshwari S" userId="e4d90711455572c4" providerId="LiveId" clId="{CCD4E902-00B9-4B30-B952-A9A7A2B9871A}" dt="2026-03-13T04:44:49.098" v="418"/>
          <ac:picMkLst>
            <pc:docMk/>
            <pc:sldMk cId="1815689598" sldId="444"/>
            <ac:picMk id="5" creationId="{184EAD20-BC3F-2CF7-FE47-2F2E1DA84274}"/>
          </ac:picMkLst>
        </pc:picChg>
      </pc:sldChg>
      <pc:sldChg chg="addSp delSp modSp new mod">
        <pc:chgData name="Rajarajeshwari S" userId="e4d90711455572c4" providerId="LiveId" clId="{CCD4E902-00B9-4B30-B952-A9A7A2B9871A}" dt="2026-03-13T04:45:04.032" v="425" actId="27636"/>
        <pc:sldMkLst>
          <pc:docMk/>
          <pc:sldMk cId="3164213950" sldId="445"/>
        </pc:sldMkLst>
        <pc:spChg chg="mod">
          <ac:chgData name="Rajarajeshwari S" userId="e4d90711455572c4" providerId="LiveId" clId="{CCD4E902-00B9-4B30-B952-A9A7A2B9871A}" dt="2026-03-13T04:45:04.032" v="425" actId="27636"/>
          <ac:spMkLst>
            <pc:docMk/>
            <pc:sldMk cId="3164213950" sldId="445"/>
            <ac:spMk id="2" creationId="{4560BA55-5D51-1034-17D4-B21039E0C175}"/>
          </ac:spMkLst>
        </pc:spChg>
        <pc:picChg chg="add mod">
          <ac:chgData name="Rajarajeshwari S" userId="e4d90711455572c4" providerId="LiveId" clId="{CCD4E902-00B9-4B30-B952-A9A7A2B9871A}" dt="2026-03-13T04:45:03.997" v="424"/>
          <ac:picMkLst>
            <pc:docMk/>
            <pc:sldMk cId="3164213950" sldId="445"/>
            <ac:picMk id="5" creationId="{D05BF4CA-6134-FD00-0C1C-106441524E1B}"/>
          </ac:picMkLst>
        </pc:picChg>
      </pc:sldChg>
      <pc:sldChg chg="modSp new mod">
        <pc:chgData name="Rajarajeshwari S" userId="e4d90711455572c4" providerId="LiveId" clId="{CCD4E902-00B9-4B30-B952-A9A7A2B9871A}" dt="2026-03-25T09:49:29.255" v="1023" actId="113"/>
        <pc:sldMkLst>
          <pc:docMk/>
          <pc:sldMk cId="344394761" sldId="446"/>
        </pc:sldMkLst>
        <pc:spChg chg="mod">
          <ac:chgData name="Rajarajeshwari S" userId="e4d90711455572c4" providerId="LiveId" clId="{CCD4E902-00B9-4B30-B952-A9A7A2B9871A}" dt="2026-03-13T04:45:22.541" v="433" actId="20577"/>
          <ac:spMkLst>
            <pc:docMk/>
            <pc:sldMk cId="344394761" sldId="446"/>
            <ac:spMk id="2" creationId="{C0B1A608-0642-5B1A-5B8F-377111C82760}"/>
          </ac:spMkLst>
        </pc:spChg>
        <pc:spChg chg="mod">
          <ac:chgData name="Rajarajeshwari S" userId="e4d90711455572c4" providerId="LiveId" clId="{CCD4E902-00B9-4B30-B952-A9A7A2B9871A}" dt="2026-03-25T09:49:29.255" v="1023" actId="113"/>
          <ac:spMkLst>
            <pc:docMk/>
            <pc:sldMk cId="344394761" sldId="446"/>
            <ac:spMk id="3" creationId="{4ECFF8EC-CFDF-B52B-DC75-612CCB72D235}"/>
          </ac:spMkLst>
        </pc:spChg>
      </pc:sldChg>
      <pc:sldChg chg="addSp modSp new mod">
        <pc:chgData name="Rajarajeshwari S" userId="e4d90711455572c4" providerId="LiveId" clId="{CCD4E902-00B9-4B30-B952-A9A7A2B9871A}" dt="2026-03-25T09:49:46.474" v="1024" actId="113"/>
        <pc:sldMkLst>
          <pc:docMk/>
          <pc:sldMk cId="839311106" sldId="447"/>
        </pc:sldMkLst>
        <pc:spChg chg="mod">
          <ac:chgData name="Rajarajeshwari S" userId="e4d90711455572c4" providerId="LiveId" clId="{CCD4E902-00B9-4B30-B952-A9A7A2B9871A}" dt="2026-03-13T04:45:51.392" v="443" actId="20577"/>
          <ac:spMkLst>
            <pc:docMk/>
            <pc:sldMk cId="839311106" sldId="447"/>
            <ac:spMk id="2" creationId="{F88EF707-D895-6334-8149-40CBCC4AEF00}"/>
          </ac:spMkLst>
        </pc:spChg>
        <pc:spChg chg="mod">
          <ac:chgData name="Rajarajeshwari S" userId="e4d90711455572c4" providerId="LiveId" clId="{CCD4E902-00B9-4B30-B952-A9A7A2B9871A}" dt="2026-03-25T09:49:46.474" v="1024" actId="113"/>
          <ac:spMkLst>
            <pc:docMk/>
            <pc:sldMk cId="839311106" sldId="447"/>
            <ac:spMk id="3" creationId="{C9386B48-24D4-6EEA-9F02-7975AFD0F393}"/>
          </ac:spMkLst>
        </pc:spChg>
        <pc:picChg chg="add mod">
          <ac:chgData name="Rajarajeshwari S" userId="e4d90711455572c4" providerId="LiveId" clId="{CCD4E902-00B9-4B30-B952-A9A7A2B9871A}" dt="2026-03-13T04:46:10.044" v="449" actId="14100"/>
          <ac:picMkLst>
            <pc:docMk/>
            <pc:sldMk cId="839311106" sldId="447"/>
            <ac:picMk id="5" creationId="{651DBE14-EDBC-F12E-4B84-7020534E3890}"/>
          </ac:picMkLst>
        </pc:picChg>
      </pc:sldChg>
      <pc:sldChg chg="modSp new mod">
        <pc:chgData name="Rajarajeshwari S" userId="e4d90711455572c4" providerId="LiveId" clId="{CCD4E902-00B9-4B30-B952-A9A7A2B9871A}" dt="2026-03-25T10:07:14.070" v="1035" actId="113"/>
        <pc:sldMkLst>
          <pc:docMk/>
          <pc:sldMk cId="1552130965" sldId="448"/>
        </pc:sldMkLst>
        <pc:spChg chg="mod">
          <ac:chgData name="Rajarajeshwari S" userId="e4d90711455572c4" providerId="LiveId" clId="{CCD4E902-00B9-4B30-B952-A9A7A2B9871A}" dt="2026-03-13T04:46:24.283" v="453" actId="27636"/>
          <ac:spMkLst>
            <pc:docMk/>
            <pc:sldMk cId="1552130965" sldId="448"/>
            <ac:spMk id="2" creationId="{8D56E0B9-E29F-BC92-212B-FD9EBCFFF732}"/>
          </ac:spMkLst>
        </pc:spChg>
        <pc:spChg chg="mod">
          <ac:chgData name="Rajarajeshwari S" userId="e4d90711455572c4" providerId="LiveId" clId="{CCD4E902-00B9-4B30-B952-A9A7A2B9871A}" dt="2026-03-25T10:07:14.070" v="1035" actId="113"/>
          <ac:spMkLst>
            <pc:docMk/>
            <pc:sldMk cId="1552130965" sldId="448"/>
            <ac:spMk id="3" creationId="{E6B0E60E-2A48-9A38-28E7-8BAC708D38F1}"/>
          </ac:spMkLst>
        </pc:spChg>
      </pc:sldChg>
      <pc:sldChg chg="addSp modSp new mod">
        <pc:chgData name="Rajarajeshwari S" userId="e4d90711455572c4" providerId="LiveId" clId="{CCD4E902-00B9-4B30-B952-A9A7A2B9871A}" dt="2026-03-25T10:09:48.206" v="1082" actId="6549"/>
        <pc:sldMkLst>
          <pc:docMk/>
          <pc:sldMk cId="2819675727" sldId="449"/>
        </pc:sldMkLst>
        <pc:spChg chg="mod">
          <ac:chgData name="Rajarajeshwari S" userId="e4d90711455572c4" providerId="LiveId" clId="{CCD4E902-00B9-4B30-B952-A9A7A2B9871A}" dt="2026-03-13T04:46:40.322" v="464" actId="27636"/>
          <ac:spMkLst>
            <pc:docMk/>
            <pc:sldMk cId="2819675727" sldId="449"/>
            <ac:spMk id="2" creationId="{546CCED4-E188-DF94-D0F7-CF7D5F24E6C4}"/>
          </ac:spMkLst>
        </pc:spChg>
        <pc:spChg chg="mod">
          <ac:chgData name="Rajarajeshwari S" userId="e4d90711455572c4" providerId="LiveId" clId="{CCD4E902-00B9-4B30-B952-A9A7A2B9871A}" dt="2026-03-25T10:09:48.206" v="1082" actId="6549"/>
          <ac:spMkLst>
            <pc:docMk/>
            <pc:sldMk cId="2819675727" sldId="449"/>
            <ac:spMk id="3" creationId="{5E64ADB0-7850-4882-2389-8BD5A8061DD9}"/>
          </ac:spMkLst>
        </pc:spChg>
        <pc:picChg chg="add mod">
          <ac:chgData name="Rajarajeshwari S" userId="e4d90711455572c4" providerId="LiveId" clId="{CCD4E902-00B9-4B30-B952-A9A7A2B9871A}" dt="2026-03-13T04:47:21.085" v="473" actId="1076"/>
          <ac:picMkLst>
            <pc:docMk/>
            <pc:sldMk cId="2819675727" sldId="449"/>
            <ac:picMk id="5" creationId="{91C44B8B-983C-5080-22A7-7FC5B1E2843B}"/>
          </ac:picMkLst>
        </pc:picChg>
        <pc:picChg chg="add mod">
          <ac:chgData name="Rajarajeshwari S" userId="e4d90711455572c4" providerId="LiveId" clId="{CCD4E902-00B9-4B30-B952-A9A7A2B9871A}" dt="2026-03-13T04:47:58.671" v="483" actId="14100"/>
          <ac:picMkLst>
            <pc:docMk/>
            <pc:sldMk cId="2819675727" sldId="449"/>
            <ac:picMk id="8194" creationId="{A1694AB2-00F1-57AF-6F5A-623490665E48}"/>
          </ac:picMkLst>
        </pc:picChg>
      </pc:sldChg>
      <pc:sldChg chg="addSp modSp new mod">
        <pc:chgData name="Rajarajeshwari S" userId="e4d90711455572c4" providerId="LiveId" clId="{CCD4E902-00B9-4B30-B952-A9A7A2B9871A}" dt="2026-03-25T10:10:07.294" v="1083" actId="113"/>
        <pc:sldMkLst>
          <pc:docMk/>
          <pc:sldMk cId="568273874" sldId="450"/>
        </pc:sldMkLst>
        <pc:spChg chg="mod">
          <ac:chgData name="Rajarajeshwari S" userId="e4d90711455572c4" providerId="LiveId" clId="{CCD4E902-00B9-4B30-B952-A9A7A2B9871A}" dt="2026-03-25T10:10:07.294" v="1083" actId="113"/>
          <ac:spMkLst>
            <pc:docMk/>
            <pc:sldMk cId="568273874" sldId="450"/>
            <ac:spMk id="3" creationId="{C500E222-8AA0-DC7F-C35D-E6BB56C138F4}"/>
          </ac:spMkLst>
        </pc:spChg>
        <pc:picChg chg="add mod">
          <ac:chgData name="Rajarajeshwari S" userId="e4d90711455572c4" providerId="LiveId" clId="{CCD4E902-00B9-4B30-B952-A9A7A2B9871A}" dt="2026-03-13T04:48:38.467" v="491" actId="1076"/>
          <ac:picMkLst>
            <pc:docMk/>
            <pc:sldMk cId="568273874" sldId="450"/>
            <ac:picMk id="5" creationId="{D7B68339-877F-1541-8C63-C648BD2728D9}"/>
          </ac:picMkLst>
        </pc:picChg>
      </pc:sldChg>
      <pc:sldChg chg="addSp modSp new mod">
        <pc:chgData name="Rajarajeshwari S" userId="e4d90711455572c4" providerId="LiveId" clId="{CCD4E902-00B9-4B30-B952-A9A7A2B9871A}" dt="2026-03-13T04:49:51.381" v="518" actId="14100"/>
        <pc:sldMkLst>
          <pc:docMk/>
          <pc:sldMk cId="2832168866" sldId="451"/>
        </pc:sldMkLst>
        <pc:spChg chg="mod">
          <ac:chgData name="Rajarajeshwari S" userId="e4d90711455572c4" providerId="LiveId" clId="{CCD4E902-00B9-4B30-B952-A9A7A2B9871A}" dt="2026-03-13T04:48:47.376" v="494" actId="27636"/>
          <ac:spMkLst>
            <pc:docMk/>
            <pc:sldMk cId="2832168866" sldId="451"/>
            <ac:spMk id="2" creationId="{D3E70A54-5B13-EABE-280E-9A54ECA84D38}"/>
          </ac:spMkLst>
        </pc:spChg>
        <pc:spChg chg="mod">
          <ac:chgData name="Rajarajeshwari S" userId="e4d90711455572c4" providerId="LiveId" clId="{CCD4E902-00B9-4B30-B952-A9A7A2B9871A}" dt="2026-03-13T04:49:45.135" v="514" actId="27636"/>
          <ac:spMkLst>
            <pc:docMk/>
            <pc:sldMk cId="2832168866" sldId="451"/>
            <ac:spMk id="3" creationId="{C9670265-0109-30A3-F0EB-B4366420C0FB}"/>
          </ac:spMkLst>
        </pc:spChg>
        <pc:picChg chg="add mod">
          <ac:chgData name="Rajarajeshwari S" userId="e4d90711455572c4" providerId="LiveId" clId="{CCD4E902-00B9-4B30-B952-A9A7A2B9871A}" dt="2026-03-13T04:49:47.426" v="515" actId="1076"/>
          <ac:picMkLst>
            <pc:docMk/>
            <pc:sldMk cId="2832168866" sldId="451"/>
            <ac:picMk id="5" creationId="{56B8FFCA-9B4C-5DC7-C97B-CB6CA263FD59}"/>
          </ac:picMkLst>
        </pc:picChg>
        <pc:picChg chg="add mod">
          <ac:chgData name="Rajarajeshwari S" userId="e4d90711455572c4" providerId="LiveId" clId="{CCD4E902-00B9-4B30-B952-A9A7A2B9871A}" dt="2026-03-13T04:49:51.381" v="518" actId="14100"/>
          <ac:picMkLst>
            <pc:docMk/>
            <pc:sldMk cId="2832168866" sldId="451"/>
            <ac:picMk id="9218" creationId="{BBB6FD63-DE04-AB87-0A37-8491B3E97236}"/>
          </ac:picMkLst>
        </pc:picChg>
      </pc:sldChg>
      <pc:sldChg chg="addSp modSp new mod">
        <pc:chgData name="Rajarajeshwari S" userId="e4d90711455572c4" providerId="LiveId" clId="{CCD4E902-00B9-4B30-B952-A9A7A2B9871A}" dt="2026-03-25T10:17:04.709" v="1087" actId="27636"/>
        <pc:sldMkLst>
          <pc:docMk/>
          <pc:sldMk cId="921740572" sldId="452"/>
        </pc:sldMkLst>
        <pc:spChg chg="mod">
          <ac:chgData name="Rajarajeshwari S" userId="e4d90711455572c4" providerId="LiveId" clId="{CCD4E902-00B9-4B30-B952-A9A7A2B9871A}" dt="2026-03-13T04:50:03.018" v="521" actId="27636"/>
          <ac:spMkLst>
            <pc:docMk/>
            <pc:sldMk cId="921740572" sldId="452"/>
            <ac:spMk id="2" creationId="{282ABA4F-39D2-11CE-C7DF-DD2522F373E2}"/>
          </ac:spMkLst>
        </pc:spChg>
        <pc:spChg chg="mod">
          <ac:chgData name="Rajarajeshwari S" userId="e4d90711455572c4" providerId="LiveId" clId="{CCD4E902-00B9-4B30-B952-A9A7A2B9871A}" dt="2026-03-25T10:17:04.709" v="1087" actId="27636"/>
          <ac:spMkLst>
            <pc:docMk/>
            <pc:sldMk cId="921740572" sldId="452"/>
            <ac:spMk id="3" creationId="{FC846B38-3FA9-874E-D049-913540A00374}"/>
          </ac:spMkLst>
        </pc:spChg>
        <pc:picChg chg="add mod">
          <ac:chgData name="Rajarajeshwari S" userId="e4d90711455572c4" providerId="LiveId" clId="{CCD4E902-00B9-4B30-B952-A9A7A2B9871A}" dt="2026-03-13T04:50:37.987" v="534" actId="1076"/>
          <ac:picMkLst>
            <pc:docMk/>
            <pc:sldMk cId="921740572" sldId="452"/>
            <ac:picMk id="5" creationId="{C2423F9E-83E0-059D-191E-C4521E0B1502}"/>
          </ac:picMkLst>
        </pc:picChg>
        <pc:picChg chg="add mod">
          <ac:chgData name="Rajarajeshwari S" userId="e4d90711455572c4" providerId="LiveId" clId="{CCD4E902-00B9-4B30-B952-A9A7A2B9871A}" dt="2026-03-13T04:50:54.595" v="537" actId="1076"/>
          <ac:picMkLst>
            <pc:docMk/>
            <pc:sldMk cId="921740572" sldId="452"/>
            <ac:picMk id="7" creationId="{60C951E9-D449-DA17-93CF-135EE738F074}"/>
          </ac:picMkLst>
        </pc:picChg>
      </pc:sldChg>
      <pc:sldChg chg="addSp modSp new mod">
        <pc:chgData name="Rajarajeshwari S" userId="e4d90711455572c4" providerId="LiveId" clId="{CCD4E902-00B9-4B30-B952-A9A7A2B9871A}" dt="2026-03-13T04:51:30.207" v="553" actId="14100"/>
        <pc:sldMkLst>
          <pc:docMk/>
          <pc:sldMk cId="933104683" sldId="453"/>
        </pc:sldMkLst>
        <pc:spChg chg="mod">
          <ac:chgData name="Rajarajeshwari S" userId="e4d90711455572c4" providerId="LiveId" clId="{CCD4E902-00B9-4B30-B952-A9A7A2B9871A}" dt="2026-03-13T04:51:04.925" v="539" actId="27636"/>
          <ac:spMkLst>
            <pc:docMk/>
            <pc:sldMk cId="933104683" sldId="453"/>
            <ac:spMk id="2" creationId="{2CD66CE2-3BD3-FDC7-BB00-F4B4CD0D27F3}"/>
          </ac:spMkLst>
        </pc:spChg>
        <pc:spChg chg="mod">
          <ac:chgData name="Rajarajeshwari S" userId="e4d90711455572c4" providerId="LiveId" clId="{CCD4E902-00B9-4B30-B952-A9A7A2B9871A}" dt="2026-03-13T04:51:27.627" v="551" actId="14100"/>
          <ac:spMkLst>
            <pc:docMk/>
            <pc:sldMk cId="933104683" sldId="453"/>
            <ac:spMk id="3" creationId="{F684927B-6520-B38C-5236-E4160C606A0C}"/>
          </ac:spMkLst>
        </pc:spChg>
        <pc:picChg chg="add mod">
          <ac:chgData name="Rajarajeshwari S" userId="e4d90711455572c4" providerId="LiveId" clId="{CCD4E902-00B9-4B30-B952-A9A7A2B9871A}" dt="2026-03-13T04:51:30.207" v="553" actId="14100"/>
          <ac:picMkLst>
            <pc:docMk/>
            <pc:sldMk cId="933104683" sldId="453"/>
            <ac:picMk id="10242" creationId="{1BD2DF1E-F76F-7902-D312-E0B6616D19E0}"/>
          </ac:picMkLst>
        </pc:picChg>
      </pc:sldChg>
      <pc:sldChg chg="addSp delSp modSp new mod">
        <pc:chgData name="Rajarajeshwari S" userId="e4d90711455572c4" providerId="LiveId" clId="{CCD4E902-00B9-4B30-B952-A9A7A2B9871A}" dt="2026-03-13T04:52:42.908" v="562"/>
        <pc:sldMkLst>
          <pc:docMk/>
          <pc:sldMk cId="372614158" sldId="454"/>
        </pc:sldMkLst>
        <pc:spChg chg="mod">
          <ac:chgData name="Rajarajeshwari S" userId="e4d90711455572c4" providerId="LiveId" clId="{CCD4E902-00B9-4B30-B952-A9A7A2B9871A}" dt="2026-03-13T04:52:42.908" v="562"/>
          <ac:spMkLst>
            <pc:docMk/>
            <pc:sldMk cId="372614158" sldId="454"/>
            <ac:spMk id="2" creationId="{E343FF06-865C-CEE9-077E-E9E86D3A7352}"/>
          </ac:spMkLst>
        </pc:spChg>
        <pc:graphicFrameChg chg="add mod modGraphic">
          <ac:chgData name="Rajarajeshwari S" userId="e4d90711455572c4" providerId="LiveId" clId="{CCD4E902-00B9-4B30-B952-A9A7A2B9871A}" dt="2026-03-13T04:52:32.017" v="561" actId="1076"/>
          <ac:graphicFrameMkLst>
            <pc:docMk/>
            <pc:sldMk cId="372614158" sldId="454"/>
            <ac:graphicFrameMk id="4" creationId="{3BF0F877-91BC-094A-5CE4-C60CE36A2A3A}"/>
          </ac:graphicFrameMkLst>
        </pc:graphicFrameChg>
      </pc:sldChg>
      <pc:sldChg chg="modSp new mod">
        <pc:chgData name="Rajarajeshwari S" userId="e4d90711455572c4" providerId="LiveId" clId="{CCD4E902-00B9-4B30-B952-A9A7A2B9871A}" dt="2026-03-13T04:52:58.892" v="565" actId="27636"/>
        <pc:sldMkLst>
          <pc:docMk/>
          <pc:sldMk cId="885265451" sldId="455"/>
        </pc:sldMkLst>
        <pc:spChg chg="mod">
          <ac:chgData name="Rajarajeshwari S" userId="e4d90711455572c4" providerId="LiveId" clId="{CCD4E902-00B9-4B30-B952-A9A7A2B9871A}" dt="2026-03-13T04:52:58.892" v="565" actId="27636"/>
          <ac:spMkLst>
            <pc:docMk/>
            <pc:sldMk cId="885265451" sldId="455"/>
            <ac:spMk id="2" creationId="{449B72AF-61D7-8972-2DA5-5641A92F782D}"/>
          </ac:spMkLst>
        </pc:spChg>
        <pc:spChg chg="mod">
          <ac:chgData name="Rajarajeshwari S" userId="e4d90711455572c4" providerId="LiveId" clId="{CCD4E902-00B9-4B30-B952-A9A7A2B9871A}" dt="2026-03-13T04:52:58.861" v="564"/>
          <ac:spMkLst>
            <pc:docMk/>
            <pc:sldMk cId="885265451" sldId="455"/>
            <ac:spMk id="3" creationId="{CEEC4096-14EB-5A4A-1B46-87FF1CBAE80F}"/>
          </ac:spMkLst>
        </pc:spChg>
      </pc:sldChg>
      <pc:sldChg chg="modSp new mod">
        <pc:chgData name="Rajarajeshwari S" userId="e4d90711455572c4" providerId="LiveId" clId="{CCD4E902-00B9-4B30-B952-A9A7A2B9871A}" dt="2026-03-13T04:53:12.116" v="568" actId="27636"/>
        <pc:sldMkLst>
          <pc:docMk/>
          <pc:sldMk cId="2910450068" sldId="456"/>
        </pc:sldMkLst>
        <pc:spChg chg="mod">
          <ac:chgData name="Rajarajeshwari S" userId="e4d90711455572c4" providerId="LiveId" clId="{CCD4E902-00B9-4B30-B952-A9A7A2B9871A}" dt="2026-03-13T04:53:12.116" v="568" actId="27636"/>
          <ac:spMkLst>
            <pc:docMk/>
            <pc:sldMk cId="2910450068" sldId="456"/>
            <ac:spMk id="2" creationId="{6846A649-ACC2-2BB8-D2B3-D8959993B6DB}"/>
          </ac:spMkLst>
        </pc:spChg>
        <pc:spChg chg="mod">
          <ac:chgData name="Rajarajeshwari S" userId="e4d90711455572c4" providerId="LiveId" clId="{CCD4E902-00B9-4B30-B952-A9A7A2B9871A}" dt="2026-03-13T04:53:12.077" v="567"/>
          <ac:spMkLst>
            <pc:docMk/>
            <pc:sldMk cId="2910450068" sldId="456"/>
            <ac:spMk id="3" creationId="{25323562-1300-21A9-55B5-73E189347286}"/>
          </ac:spMkLst>
        </pc:spChg>
      </pc:sldChg>
      <pc:sldChg chg="addSp delSp modSp new mod">
        <pc:chgData name="Rajarajeshwari S" userId="e4d90711455572c4" providerId="LiveId" clId="{CCD4E902-00B9-4B30-B952-A9A7A2B9871A}" dt="2026-03-25T10:18:11.113" v="1093" actId="20577"/>
        <pc:sldMkLst>
          <pc:docMk/>
          <pc:sldMk cId="1167498062" sldId="457"/>
        </pc:sldMkLst>
        <pc:spChg chg="mod">
          <ac:chgData name="Rajarajeshwari S" userId="e4d90711455572c4" providerId="LiveId" clId="{CCD4E902-00B9-4B30-B952-A9A7A2B9871A}" dt="2026-03-13T04:54:10.970" v="573" actId="27636"/>
          <ac:spMkLst>
            <pc:docMk/>
            <pc:sldMk cId="1167498062" sldId="457"/>
            <ac:spMk id="2" creationId="{5E5F74C2-F6E7-AE11-F9E0-C1C0448923BF}"/>
          </ac:spMkLst>
        </pc:spChg>
        <pc:spChg chg="mod">
          <ac:chgData name="Rajarajeshwari S" userId="e4d90711455572c4" providerId="LiveId" clId="{CCD4E902-00B9-4B30-B952-A9A7A2B9871A}" dt="2026-03-25T10:18:11.113" v="1093" actId="20577"/>
          <ac:spMkLst>
            <pc:docMk/>
            <pc:sldMk cId="1167498062" sldId="457"/>
            <ac:spMk id="3" creationId="{B24339F5-AD4D-903B-2C48-E9C18C7768CD}"/>
          </ac:spMkLst>
        </pc:spChg>
        <pc:spChg chg="add mod">
          <ac:chgData name="Rajarajeshwari S" userId="e4d90711455572c4" providerId="LiveId" clId="{CCD4E902-00B9-4B30-B952-A9A7A2B9871A}" dt="2026-03-13T04:56:02.205" v="599" actId="113"/>
          <ac:spMkLst>
            <pc:docMk/>
            <pc:sldMk cId="1167498062" sldId="457"/>
            <ac:spMk id="6" creationId="{B6AC17B2-CB34-BDA6-F613-0BB11D067F06}"/>
          </ac:spMkLst>
        </pc:spChg>
      </pc:sldChg>
      <pc:sldChg chg="modSp new mod">
        <pc:chgData name="Rajarajeshwari S" userId="e4d90711455572c4" providerId="LiveId" clId="{CCD4E902-00B9-4B30-B952-A9A7A2B9871A}" dt="2026-03-13T04:56:35.970" v="610" actId="27636"/>
        <pc:sldMkLst>
          <pc:docMk/>
          <pc:sldMk cId="2733690864" sldId="458"/>
        </pc:sldMkLst>
        <pc:spChg chg="mod">
          <ac:chgData name="Rajarajeshwari S" userId="e4d90711455572c4" providerId="LiveId" clId="{CCD4E902-00B9-4B30-B952-A9A7A2B9871A}" dt="2026-03-13T04:56:33.282" v="607" actId="27636"/>
          <ac:spMkLst>
            <pc:docMk/>
            <pc:sldMk cId="2733690864" sldId="458"/>
            <ac:spMk id="2" creationId="{F6D511FE-6E58-FECC-5D8F-B8161E0B3CAB}"/>
          </ac:spMkLst>
        </pc:spChg>
        <pc:spChg chg="mod">
          <ac:chgData name="Rajarajeshwari S" userId="e4d90711455572c4" providerId="LiveId" clId="{CCD4E902-00B9-4B30-B952-A9A7A2B9871A}" dt="2026-03-13T04:56:35.970" v="610" actId="27636"/>
          <ac:spMkLst>
            <pc:docMk/>
            <pc:sldMk cId="2733690864" sldId="458"/>
            <ac:spMk id="3" creationId="{A31C7C18-523E-784C-71EE-4EA21350CCE5}"/>
          </ac:spMkLst>
        </pc:spChg>
      </pc:sldChg>
      <pc:sldChg chg="modSp new mod">
        <pc:chgData name="Rajarajeshwari S" userId="e4d90711455572c4" providerId="LiveId" clId="{CCD4E902-00B9-4B30-B952-A9A7A2B9871A}" dt="2026-03-13T04:56:45" v="613" actId="27636"/>
        <pc:sldMkLst>
          <pc:docMk/>
          <pc:sldMk cId="514374697" sldId="459"/>
        </pc:sldMkLst>
        <pc:spChg chg="mod">
          <ac:chgData name="Rajarajeshwari S" userId="e4d90711455572c4" providerId="LiveId" clId="{CCD4E902-00B9-4B30-B952-A9A7A2B9871A}" dt="2026-03-13T04:56:45" v="613" actId="27636"/>
          <ac:spMkLst>
            <pc:docMk/>
            <pc:sldMk cId="514374697" sldId="459"/>
            <ac:spMk id="2" creationId="{8E2535EE-B39E-B020-83B9-6322F451599B}"/>
          </ac:spMkLst>
        </pc:spChg>
        <pc:spChg chg="mod">
          <ac:chgData name="Rajarajeshwari S" userId="e4d90711455572c4" providerId="LiveId" clId="{CCD4E902-00B9-4B30-B952-A9A7A2B9871A}" dt="2026-03-13T04:56:44.891" v="612"/>
          <ac:spMkLst>
            <pc:docMk/>
            <pc:sldMk cId="514374697" sldId="459"/>
            <ac:spMk id="3" creationId="{128CD045-2A7B-6937-434B-FD5D9C063449}"/>
          </ac:spMkLst>
        </pc:spChg>
      </pc:sldChg>
      <pc:sldChg chg="modSp new mod">
        <pc:chgData name="Rajarajeshwari S" userId="e4d90711455572c4" providerId="LiveId" clId="{CCD4E902-00B9-4B30-B952-A9A7A2B9871A}" dt="2026-03-13T04:56:55.174" v="616" actId="27636"/>
        <pc:sldMkLst>
          <pc:docMk/>
          <pc:sldMk cId="3122375089" sldId="460"/>
        </pc:sldMkLst>
        <pc:spChg chg="mod">
          <ac:chgData name="Rajarajeshwari S" userId="e4d90711455572c4" providerId="LiveId" clId="{CCD4E902-00B9-4B30-B952-A9A7A2B9871A}" dt="2026-03-13T04:56:55.174" v="616" actId="27636"/>
          <ac:spMkLst>
            <pc:docMk/>
            <pc:sldMk cId="3122375089" sldId="460"/>
            <ac:spMk id="2" creationId="{D933D3C6-A2CE-C14F-9044-EE25D9F66316}"/>
          </ac:spMkLst>
        </pc:spChg>
        <pc:spChg chg="mod">
          <ac:chgData name="Rajarajeshwari S" userId="e4d90711455572c4" providerId="LiveId" clId="{CCD4E902-00B9-4B30-B952-A9A7A2B9871A}" dt="2026-03-13T04:56:55.079" v="615"/>
          <ac:spMkLst>
            <pc:docMk/>
            <pc:sldMk cId="3122375089" sldId="460"/>
            <ac:spMk id="3" creationId="{B13B9E62-5B92-5DCB-A90A-99E616E61939}"/>
          </ac:spMkLst>
        </pc:spChg>
      </pc:sldChg>
      <pc:sldChg chg="modSp new mod">
        <pc:chgData name="Rajarajeshwari S" userId="e4d90711455572c4" providerId="LiveId" clId="{CCD4E902-00B9-4B30-B952-A9A7A2B9871A}" dt="2026-03-13T04:57:08.548" v="622" actId="27636"/>
        <pc:sldMkLst>
          <pc:docMk/>
          <pc:sldMk cId="4050411006" sldId="461"/>
        </pc:sldMkLst>
        <pc:spChg chg="mod">
          <ac:chgData name="Rajarajeshwari S" userId="e4d90711455572c4" providerId="LiveId" clId="{CCD4E902-00B9-4B30-B952-A9A7A2B9871A}" dt="2026-03-13T04:57:06.229" v="619" actId="27636"/>
          <ac:spMkLst>
            <pc:docMk/>
            <pc:sldMk cId="4050411006" sldId="461"/>
            <ac:spMk id="2" creationId="{DA166AA0-85CC-F9C6-0960-A49C7F0CD3F8}"/>
          </ac:spMkLst>
        </pc:spChg>
        <pc:spChg chg="mod">
          <ac:chgData name="Rajarajeshwari S" userId="e4d90711455572c4" providerId="LiveId" clId="{CCD4E902-00B9-4B30-B952-A9A7A2B9871A}" dt="2026-03-13T04:57:08.548" v="622" actId="27636"/>
          <ac:spMkLst>
            <pc:docMk/>
            <pc:sldMk cId="4050411006" sldId="461"/>
            <ac:spMk id="3" creationId="{BA379E6B-3513-AA49-E495-94EBF011FC31}"/>
          </ac:spMkLst>
        </pc:spChg>
      </pc:sldChg>
      <pc:sldChg chg="modSp new mod">
        <pc:chgData name="Rajarajeshwari S" userId="e4d90711455572c4" providerId="LiveId" clId="{CCD4E902-00B9-4B30-B952-A9A7A2B9871A}" dt="2026-03-13T04:57:19.886" v="626" actId="14100"/>
        <pc:sldMkLst>
          <pc:docMk/>
          <pc:sldMk cId="2701811465" sldId="462"/>
        </pc:sldMkLst>
        <pc:spChg chg="mod">
          <ac:chgData name="Rajarajeshwari S" userId="e4d90711455572c4" providerId="LiveId" clId="{CCD4E902-00B9-4B30-B952-A9A7A2B9871A}" dt="2026-03-13T04:57:17.970" v="625" actId="27636"/>
          <ac:spMkLst>
            <pc:docMk/>
            <pc:sldMk cId="2701811465" sldId="462"/>
            <ac:spMk id="2" creationId="{C2D8F0B6-0D1C-1DEF-827C-B35A0EBAED0C}"/>
          </ac:spMkLst>
        </pc:spChg>
        <pc:spChg chg="mod">
          <ac:chgData name="Rajarajeshwari S" userId="e4d90711455572c4" providerId="LiveId" clId="{CCD4E902-00B9-4B30-B952-A9A7A2B9871A}" dt="2026-03-13T04:57:19.886" v="626" actId="14100"/>
          <ac:spMkLst>
            <pc:docMk/>
            <pc:sldMk cId="2701811465" sldId="462"/>
            <ac:spMk id="3" creationId="{1089FC73-8394-44FB-DADB-84A33439FC27}"/>
          </ac:spMkLst>
        </pc:spChg>
      </pc:sldChg>
      <pc:sldChg chg="modSp new mod">
        <pc:chgData name="Rajarajeshwari S" userId="e4d90711455572c4" providerId="LiveId" clId="{CCD4E902-00B9-4B30-B952-A9A7A2B9871A}" dt="2026-03-13T04:57:28.361" v="629" actId="27636"/>
        <pc:sldMkLst>
          <pc:docMk/>
          <pc:sldMk cId="2685274129" sldId="463"/>
        </pc:sldMkLst>
        <pc:spChg chg="mod">
          <ac:chgData name="Rajarajeshwari S" userId="e4d90711455572c4" providerId="LiveId" clId="{CCD4E902-00B9-4B30-B952-A9A7A2B9871A}" dt="2026-03-13T04:57:28.361" v="629" actId="27636"/>
          <ac:spMkLst>
            <pc:docMk/>
            <pc:sldMk cId="2685274129" sldId="463"/>
            <ac:spMk id="2" creationId="{770682B1-3EC9-268B-56FA-2198F9C822D8}"/>
          </ac:spMkLst>
        </pc:spChg>
        <pc:spChg chg="mod">
          <ac:chgData name="Rajarajeshwari S" userId="e4d90711455572c4" providerId="LiveId" clId="{CCD4E902-00B9-4B30-B952-A9A7A2B9871A}" dt="2026-03-13T04:57:28.267" v="628"/>
          <ac:spMkLst>
            <pc:docMk/>
            <pc:sldMk cId="2685274129" sldId="463"/>
            <ac:spMk id="3" creationId="{2889F74C-47F4-0453-0ED0-DCB29512E0C5}"/>
          </ac:spMkLst>
        </pc:spChg>
      </pc:sldChg>
      <pc:sldChg chg="modSp new mod">
        <pc:chgData name="Rajarajeshwari S" userId="e4d90711455572c4" providerId="LiveId" clId="{CCD4E902-00B9-4B30-B952-A9A7A2B9871A}" dt="2026-03-13T04:57:45.632" v="632" actId="27636"/>
        <pc:sldMkLst>
          <pc:docMk/>
          <pc:sldMk cId="315324225" sldId="464"/>
        </pc:sldMkLst>
        <pc:spChg chg="mod">
          <ac:chgData name="Rajarajeshwari S" userId="e4d90711455572c4" providerId="LiveId" clId="{CCD4E902-00B9-4B30-B952-A9A7A2B9871A}" dt="2026-03-13T04:57:45.632" v="632" actId="27636"/>
          <ac:spMkLst>
            <pc:docMk/>
            <pc:sldMk cId="315324225" sldId="464"/>
            <ac:spMk id="2" creationId="{E5130EA2-1074-F364-2D7A-C49B85C294B8}"/>
          </ac:spMkLst>
        </pc:spChg>
        <pc:spChg chg="mod">
          <ac:chgData name="Rajarajeshwari S" userId="e4d90711455572c4" providerId="LiveId" clId="{CCD4E902-00B9-4B30-B952-A9A7A2B9871A}" dt="2026-03-13T04:57:45.580" v="631"/>
          <ac:spMkLst>
            <pc:docMk/>
            <pc:sldMk cId="315324225" sldId="464"/>
            <ac:spMk id="3" creationId="{76935D1A-DF25-C42D-8D16-1C73BF8EDCFA}"/>
          </ac:spMkLst>
        </pc:spChg>
      </pc:sldChg>
      <pc:sldChg chg="modSp new mod">
        <pc:chgData name="Rajarajeshwari S" userId="e4d90711455572c4" providerId="LiveId" clId="{CCD4E902-00B9-4B30-B952-A9A7A2B9871A}" dt="2026-03-13T05:00:08.421" v="639" actId="20577"/>
        <pc:sldMkLst>
          <pc:docMk/>
          <pc:sldMk cId="3859237995" sldId="465"/>
        </pc:sldMkLst>
        <pc:spChg chg="mod">
          <ac:chgData name="Rajarajeshwari S" userId="e4d90711455572c4" providerId="LiveId" clId="{CCD4E902-00B9-4B30-B952-A9A7A2B9871A}" dt="2026-03-13T04:59:52.174" v="636" actId="20577"/>
          <ac:spMkLst>
            <pc:docMk/>
            <pc:sldMk cId="3859237995" sldId="465"/>
            <ac:spMk id="2" creationId="{0E843353-4476-8602-F8CF-F23A5153128D}"/>
          </ac:spMkLst>
        </pc:spChg>
        <pc:spChg chg="mod">
          <ac:chgData name="Rajarajeshwari S" userId="e4d90711455572c4" providerId="LiveId" clId="{CCD4E902-00B9-4B30-B952-A9A7A2B9871A}" dt="2026-03-13T05:00:08.421" v="639" actId="20577"/>
          <ac:spMkLst>
            <pc:docMk/>
            <pc:sldMk cId="3859237995" sldId="465"/>
            <ac:spMk id="3" creationId="{88A8C8CC-3EB3-9667-87AD-46DDFBD520FC}"/>
          </ac:spMkLst>
        </pc:spChg>
      </pc:sldChg>
      <pc:sldChg chg="addSp modSp new mod">
        <pc:chgData name="Rajarajeshwari S" userId="e4d90711455572c4" providerId="LiveId" clId="{CCD4E902-00B9-4B30-B952-A9A7A2B9871A}" dt="2026-03-13T05:00:27.048" v="644" actId="27636"/>
        <pc:sldMkLst>
          <pc:docMk/>
          <pc:sldMk cId="3532703017" sldId="466"/>
        </pc:sldMkLst>
        <pc:spChg chg="mod">
          <ac:chgData name="Rajarajeshwari S" userId="e4d90711455572c4" providerId="LiveId" clId="{CCD4E902-00B9-4B30-B952-A9A7A2B9871A}" dt="2026-03-13T05:00:27.048" v="644" actId="27636"/>
          <ac:spMkLst>
            <pc:docMk/>
            <pc:sldMk cId="3532703017" sldId="466"/>
            <ac:spMk id="2" creationId="{54465E6B-4EC8-CB56-D8B8-BB4FC6271A34}"/>
          </ac:spMkLst>
        </pc:spChg>
        <pc:picChg chg="add">
          <ac:chgData name="Rajarajeshwari S" userId="e4d90711455572c4" providerId="LiveId" clId="{CCD4E902-00B9-4B30-B952-A9A7A2B9871A}" dt="2026-03-13T05:00:26.987" v="643"/>
          <ac:picMkLst>
            <pc:docMk/>
            <pc:sldMk cId="3532703017" sldId="466"/>
            <ac:picMk id="5" creationId="{CA0DBA36-6B9F-8391-D2FF-1EAE341E057B}"/>
          </ac:picMkLst>
        </pc:picChg>
      </pc:sldChg>
      <pc:sldChg chg="addSp modSp new mod">
        <pc:chgData name="Rajarajeshwari S" userId="e4d90711455572c4" providerId="LiveId" clId="{CCD4E902-00B9-4B30-B952-A9A7A2B9871A}" dt="2026-03-13T05:00:38.424" v="649" actId="27636"/>
        <pc:sldMkLst>
          <pc:docMk/>
          <pc:sldMk cId="1335156801" sldId="467"/>
        </pc:sldMkLst>
        <pc:spChg chg="mod">
          <ac:chgData name="Rajarajeshwari S" userId="e4d90711455572c4" providerId="LiveId" clId="{CCD4E902-00B9-4B30-B952-A9A7A2B9871A}" dt="2026-03-13T05:00:38.424" v="649" actId="27636"/>
          <ac:spMkLst>
            <pc:docMk/>
            <pc:sldMk cId="1335156801" sldId="467"/>
            <ac:spMk id="2" creationId="{C8F89ECC-21D2-A627-F341-ADA2350BD5AC}"/>
          </ac:spMkLst>
        </pc:spChg>
        <pc:picChg chg="add">
          <ac:chgData name="Rajarajeshwari S" userId="e4d90711455572c4" providerId="LiveId" clId="{CCD4E902-00B9-4B30-B952-A9A7A2B9871A}" dt="2026-03-13T05:00:38.397" v="648"/>
          <ac:picMkLst>
            <pc:docMk/>
            <pc:sldMk cId="1335156801" sldId="467"/>
            <ac:picMk id="5" creationId="{897AE8B8-D7E4-284F-965F-744CABD03C2D}"/>
          </ac:picMkLst>
        </pc:picChg>
      </pc:sldChg>
      <pc:sldChg chg="addSp modSp new mod">
        <pc:chgData name="Rajarajeshwari S" userId="e4d90711455572c4" providerId="LiveId" clId="{CCD4E902-00B9-4B30-B952-A9A7A2B9871A}" dt="2026-03-13T05:01:13.477" v="659"/>
        <pc:sldMkLst>
          <pc:docMk/>
          <pc:sldMk cId="4120681781" sldId="468"/>
        </pc:sldMkLst>
        <pc:spChg chg="mod">
          <ac:chgData name="Rajarajeshwari S" userId="e4d90711455572c4" providerId="LiveId" clId="{CCD4E902-00B9-4B30-B952-A9A7A2B9871A}" dt="2026-03-13T05:00:59.870" v="657" actId="27636"/>
          <ac:spMkLst>
            <pc:docMk/>
            <pc:sldMk cId="4120681781" sldId="468"/>
            <ac:spMk id="2" creationId="{8EC5F1AE-EA9F-8C20-7ACE-CF051CD9D5C2}"/>
          </ac:spMkLst>
        </pc:spChg>
        <pc:picChg chg="add">
          <ac:chgData name="Rajarajeshwari S" userId="e4d90711455572c4" providerId="LiveId" clId="{CCD4E902-00B9-4B30-B952-A9A7A2B9871A}" dt="2026-03-13T05:01:13.477" v="659"/>
          <ac:picMkLst>
            <pc:docMk/>
            <pc:sldMk cId="4120681781" sldId="468"/>
            <ac:picMk id="5" creationId="{9C0B6206-C40F-30AF-C0A7-FD67DD1180AB}"/>
          </ac:picMkLst>
        </pc:picChg>
      </pc:sldChg>
      <pc:sldChg chg="addSp modSp new mod">
        <pc:chgData name="Rajarajeshwari S" userId="e4d90711455572c4" providerId="LiveId" clId="{CCD4E902-00B9-4B30-B952-A9A7A2B9871A}" dt="2026-03-26T03:14:04.737" v="1103" actId="20577"/>
        <pc:sldMkLst>
          <pc:docMk/>
          <pc:sldMk cId="2115628372" sldId="469"/>
        </pc:sldMkLst>
        <pc:spChg chg="mod">
          <ac:chgData name="Rajarajeshwari S" userId="e4d90711455572c4" providerId="LiveId" clId="{CCD4E902-00B9-4B30-B952-A9A7A2B9871A}" dt="2026-03-26T03:14:04.737" v="1103" actId="20577"/>
          <ac:spMkLst>
            <pc:docMk/>
            <pc:sldMk cId="2115628372" sldId="469"/>
            <ac:spMk id="2" creationId="{5868D075-85DC-84AE-0F49-773BA323CA63}"/>
          </ac:spMkLst>
        </pc:spChg>
        <pc:picChg chg="add">
          <ac:chgData name="Rajarajeshwari S" userId="e4d90711455572c4" providerId="LiveId" clId="{CCD4E902-00B9-4B30-B952-A9A7A2B9871A}" dt="2026-03-13T05:00:59.815" v="655"/>
          <ac:picMkLst>
            <pc:docMk/>
            <pc:sldMk cId="2115628372" sldId="469"/>
            <ac:picMk id="5" creationId="{D5144A02-EC78-1B9E-D470-AE85647CEB4B}"/>
          </ac:picMkLst>
        </pc:picChg>
      </pc:sldChg>
      <pc:sldChg chg="addSp modSp new mod">
        <pc:chgData name="Rajarajeshwari S" userId="e4d90711455572c4" providerId="LiveId" clId="{CCD4E902-00B9-4B30-B952-A9A7A2B9871A}" dt="2026-03-13T05:01:32.955" v="665" actId="1076"/>
        <pc:sldMkLst>
          <pc:docMk/>
          <pc:sldMk cId="853456560" sldId="470"/>
        </pc:sldMkLst>
        <pc:spChg chg="mod">
          <ac:chgData name="Rajarajeshwari S" userId="e4d90711455572c4" providerId="LiveId" clId="{CCD4E902-00B9-4B30-B952-A9A7A2B9871A}" dt="2026-03-13T05:01:31.757" v="664" actId="27636"/>
          <ac:spMkLst>
            <pc:docMk/>
            <pc:sldMk cId="853456560" sldId="470"/>
            <ac:spMk id="2" creationId="{F9BBF307-8E9D-14C9-9B50-C4BACED51790}"/>
          </ac:spMkLst>
        </pc:spChg>
        <pc:picChg chg="add mod">
          <ac:chgData name="Rajarajeshwari S" userId="e4d90711455572c4" providerId="LiveId" clId="{CCD4E902-00B9-4B30-B952-A9A7A2B9871A}" dt="2026-03-13T05:01:32.955" v="665" actId="1076"/>
          <ac:picMkLst>
            <pc:docMk/>
            <pc:sldMk cId="853456560" sldId="470"/>
            <ac:picMk id="5" creationId="{9FA00B9A-A664-68B5-5933-793737113B69}"/>
          </ac:picMkLst>
        </pc:picChg>
      </pc:sldChg>
      <pc:sldChg chg="modSp new mod">
        <pc:chgData name="Rajarajeshwari S" userId="e4d90711455572c4" providerId="LiveId" clId="{CCD4E902-00B9-4B30-B952-A9A7A2B9871A}" dt="2026-03-25T10:37:30.460" v="1095" actId="123"/>
        <pc:sldMkLst>
          <pc:docMk/>
          <pc:sldMk cId="337947812" sldId="471"/>
        </pc:sldMkLst>
        <pc:spChg chg="mod">
          <ac:chgData name="Rajarajeshwari S" userId="e4d90711455572c4" providerId="LiveId" clId="{CCD4E902-00B9-4B30-B952-A9A7A2B9871A}" dt="2026-03-13T05:01:52.384" v="668" actId="27636"/>
          <ac:spMkLst>
            <pc:docMk/>
            <pc:sldMk cId="337947812" sldId="471"/>
            <ac:spMk id="2" creationId="{DD9CCE71-A381-3E7C-D1A4-D236E98036A7}"/>
          </ac:spMkLst>
        </pc:spChg>
        <pc:spChg chg="mod">
          <ac:chgData name="Rajarajeshwari S" userId="e4d90711455572c4" providerId="LiveId" clId="{CCD4E902-00B9-4B30-B952-A9A7A2B9871A}" dt="2026-03-25T10:37:30.460" v="1095" actId="123"/>
          <ac:spMkLst>
            <pc:docMk/>
            <pc:sldMk cId="337947812" sldId="471"/>
            <ac:spMk id="3" creationId="{16367FEE-A625-E0C3-A221-E65F79B2B42B}"/>
          </ac:spMkLst>
        </pc:spChg>
      </pc:sldChg>
      <pc:sldChg chg="addSp modSp new mod">
        <pc:chgData name="Rajarajeshwari S" userId="e4d90711455572c4" providerId="LiveId" clId="{CCD4E902-00B9-4B30-B952-A9A7A2B9871A}" dt="2026-03-13T05:02:14.978" v="677" actId="1076"/>
        <pc:sldMkLst>
          <pc:docMk/>
          <pc:sldMk cId="589505717" sldId="472"/>
        </pc:sldMkLst>
        <pc:spChg chg="mod">
          <ac:chgData name="Rajarajeshwari S" userId="e4d90711455572c4" providerId="LiveId" clId="{CCD4E902-00B9-4B30-B952-A9A7A2B9871A}" dt="2026-03-13T05:02:13.912" v="676" actId="27636"/>
          <ac:spMkLst>
            <pc:docMk/>
            <pc:sldMk cId="589505717" sldId="472"/>
            <ac:spMk id="2" creationId="{AF06C2AE-0E93-E0D7-E0A5-EFAAF4976B43}"/>
          </ac:spMkLst>
        </pc:spChg>
        <pc:picChg chg="add mod">
          <ac:chgData name="Rajarajeshwari S" userId="e4d90711455572c4" providerId="LiveId" clId="{CCD4E902-00B9-4B30-B952-A9A7A2B9871A}" dt="2026-03-13T05:02:14.978" v="677" actId="1076"/>
          <ac:picMkLst>
            <pc:docMk/>
            <pc:sldMk cId="589505717" sldId="472"/>
            <ac:picMk id="5" creationId="{694CB94C-7A13-F366-0A96-0FDFA5E54CA8}"/>
          </ac:picMkLst>
        </pc:picChg>
      </pc:sldChg>
      <pc:sldChg chg="modSp new mod">
        <pc:chgData name="Rajarajeshwari S" userId="e4d90711455572c4" providerId="LiveId" clId="{CCD4E902-00B9-4B30-B952-A9A7A2B9871A}" dt="2026-03-25T10:38:07.925" v="1099" actId="20577"/>
        <pc:sldMkLst>
          <pc:docMk/>
          <pc:sldMk cId="479717939" sldId="473"/>
        </pc:sldMkLst>
        <pc:spChg chg="mod">
          <ac:chgData name="Rajarajeshwari S" userId="e4d90711455572c4" providerId="LiveId" clId="{CCD4E902-00B9-4B30-B952-A9A7A2B9871A}" dt="2026-03-13T05:02:26.086" v="680" actId="27636"/>
          <ac:spMkLst>
            <pc:docMk/>
            <pc:sldMk cId="479717939" sldId="473"/>
            <ac:spMk id="2" creationId="{D9824956-EBDF-CB47-C175-5CD26D039D5C}"/>
          </ac:spMkLst>
        </pc:spChg>
        <pc:spChg chg="mod">
          <ac:chgData name="Rajarajeshwari S" userId="e4d90711455572c4" providerId="LiveId" clId="{CCD4E902-00B9-4B30-B952-A9A7A2B9871A}" dt="2026-03-25T10:38:07.925" v="1099" actId="20577"/>
          <ac:spMkLst>
            <pc:docMk/>
            <pc:sldMk cId="479717939" sldId="473"/>
            <ac:spMk id="3" creationId="{F48E57C8-351F-8C56-1F36-6A15719F0189}"/>
          </ac:spMkLst>
        </pc:spChg>
      </pc:sldChg>
      <pc:sldChg chg="modSp new mod">
        <pc:chgData name="Rajarajeshwari S" userId="e4d90711455572c4" providerId="LiveId" clId="{CCD4E902-00B9-4B30-B952-A9A7A2B9871A}" dt="2026-03-24T13:37:45.813" v="860" actId="27636"/>
        <pc:sldMkLst>
          <pc:docMk/>
          <pc:sldMk cId="3296199160" sldId="474"/>
        </pc:sldMkLst>
        <pc:spChg chg="mod">
          <ac:chgData name="Rajarajeshwari S" userId="e4d90711455572c4" providerId="LiveId" clId="{CCD4E902-00B9-4B30-B952-A9A7A2B9871A}" dt="2026-03-13T05:02:36.411" v="683" actId="27636"/>
          <ac:spMkLst>
            <pc:docMk/>
            <pc:sldMk cId="3296199160" sldId="474"/>
            <ac:spMk id="2" creationId="{82A5AA67-5864-26F2-5A4F-C965EFEF0DF1}"/>
          </ac:spMkLst>
        </pc:spChg>
        <pc:spChg chg="mod">
          <ac:chgData name="Rajarajeshwari S" userId="e4d90711455572c4" providerId="LiveId" clId="{CCD4E902-00B9-4B30-B952-A9A7A2B9871A}" dt="2026-03-24T13:37:45.813" v="860" actId="27636"/>
          <ac:spMkLst>
            <pc:docMk/>
            <pc:sldMk cId="3296199160" sldId="474"/>
            <ac:spMk id="3" creationId="{0BB5A6B0-5678-6F41-2707-4C4032D84F62}"/>
          </ac:spMkLst>
        </pc:spChg>
      </pc:sldChg>
      <pc:sldChg chg="addSp modSp new mod">
        <pc:chgData name="Rajarajeshwari S" userId="e4d90711455572c4" providerId="LiveId" clId="{CCD4E902-00B9-4B30-B952-A9A7A2B9871A}" dt="2026-03-30T03:53:30.631" v="1105" actId="1036"/>
        <pc:sldMkLst>
          <pc:docMk/>
          <pc:sldMk cId="3385105559" sldId="475"/>
        </pc:sldMkLst>
        <pc:spChg chg="mod">
          <ac:chgData name="Rajarajeshwari S" userId="e4d90711455572c4" providerId="LiveId" clId="{CCD4E902-00B9-4B30-B952-A9A7A2B9871A}" dt="2026-03-13T05:02:54.872" v="691" actId="27636"/>
          <ac:spMkLst>
            <pc:docMk/>
            <pc:sldMk cId="3385105559" sldId="475"/>
            <ac:spMk id="2" creationId="{04B0DBE3-8ADD-9982-6CB1-C4EBAB3C7405}"/>
          </ac:spMkLst>
        </pc:spChg>
        <pc:picChg chg="add mod">
          <ac:chgData name="Rajarajeshwari S" userId="e4d90711455572c4" providerId="LiveId" clId="{CCD4E902-00B9-4B30-B952-A9A7A2B9871A}" dt="2026-03-30T03:53:30.631" v="1105" actId="1036"/>
          <ac:picMkLst>
            <pc:docMk/>
            <pc:sldMk cId="3385105559" sldId="475"/>
            <ac:picMk id="5" creationId="{35627AA1-5033-1656-C0E0-0577C027E257}"/>
          </ac:picMkLst>
        </pc:picChg>
      </pc:sldChg>
      <pc:sldChg chg="modSp new mod">
        <pc:chgData name="Rajarajeshwari S" userId="e4d90711455572c4" providerId="LiveId" clId="{CCD4E902-00B9-4B30-B952-A9A7A2B9871A}" dt="2026-03-13T05:03:17.314" v="698" actId="14100"/>
        <pc:sldMkLst>
          <pc:docMk/>
          <pc:sldMk cId="933169262" sldId="476"/>
        </pc:sldMkLst>
        <pc:spChg chg="mod">
          <ac:chgData name="Rajarajeshwari S" userId="e4d90711455572c4" providerId="LiveId" clId="{CCD4E902-00B9-4B30-B952-A9A7A2B9871A}" dt="2026-03-13T05:03:14.736" v="697" actId="27636"/>
          <ac:spMkLst>
            <pc:docMk/>
            <pc:sldMk cId="933169262" sldId="476"/>
            <ac:spMk id="2" creationId="{09CABCEC-59CB-63E4-9814-C616620C9A02}"/>
          </ac:spMkLst>
        </pc:spChg>
        <pc:spChg chg="mod">
          <ac:chgData name="Rajarajeshwari S" userId="e4d90711455572c4" providerId="LiveId" clId="{CCD4E902-00B9-4B30-B952-A9A7A2B9871A}" dt="2026-03-13T05:03:17.314" v="698" actId="14100"/>
          <ac:spMkLst>
            <pc:docMk/>
            <pc:sldMk cId="933169262" sldId="476"/>
            <ac:spMk id="3" creationId="{9E13164A-3D2E-B30A-8BE5-741CB15573C0}"/>
          </ac:spMkLst>
        </pc:spChg>
      </pc:sldChg>
      <pc:sldChg chg="modSp new mod">
        <pc:chgData name="Rajarajeshwari S" userId="e4d90711455572c4" providerId="LiveId" clId="{CCD4E902-00B9-4B30-B952-A9A7A2B9871A}" dt="2026-03-25T10:39:29.533" v="1100" actId="255"/>
        <pc:sldMkLst>
          <pc:docMk/>
          <pc:sldMk cId="2626491869" sldId="477"/>
        </pc:sldMkLst>
        <pc:spChg chg="mod">
          <ac:chgData name="Rajarajeshwari S" userId="e4d90711455572c4" providerId="LiveId" clId="{CCD4E902-00B9-4B30-B952-A9A7A2B9871A}" dt="2026-03-13T05:03:37.611" v="701" actId="27636"/>
          <ac:spMkLst>
            <pc:docMk/>
            <pc:sldMk cId="2626491869" sldId="477"/>
            <ac:spMk id="2" creationId="{1FC55640-201C-0650-DE44-0620ED5D00F1}"/>
          </ac:spMkLst>
        </pc:spChg>
        <pc:spChg chg="mod">
          <ac:chgData name="Rajarajeshwari S" userId="e4d90711455572c4" providerId="LiveId" clId="{CCD4E902-00B9-4B30-B952-A9A7A2B9871A}" dt="2026-03-25T10:39:29.533" v="1100" actId="255"/>
          <ac:spMkLst>
            <pc:docMk/>
            <pc:sldMk cId="2626491869" sldId="477"/>
            <ac:spMk id="3" creationId="{4981D7FA-16F5-99F4-62D7-BD12F2C89122}"/>
          </ac:spMkLst>
        </pc:spChg>
      </pc:sldChg>
      <pc:sldChg chg="addSp modSp new mod">
        <pc:chgData name="Rajarajeshwari S" userId="e4d90711455572c4" providerId="LiveId" clId="{CCD4E902-00B9-4B30-B952-A9A7A2B9871A}" dt="2026-03-13T05:08:48.534" v="722" actId="1076"/>
        <pc:sldMkLst>
          <pc:docMk/>
          <pc:sldMk cId="3708315418" sldId="478"/>
        </pc:sldMkLst>
        <pc:spChg chg="mod">
          <ac:chgData name="Rajarajeshwari S" userId="e4d90711455572c4" providerId="LiveId" clId="{CCD4E902-00B9-4B30-B952-A9A7A2B9871A}" dt="2026-03-13T05:03:51.221" v="706" actId="27636"/>
          <ac:spMkLst>
            <pc:docMk/>
            <pc:sldMk cId="3708315418" sldId="478"/>
            <ac:spMk id="2" creationId="{3E7CA8A4-6699-1A18-62FE-54AF387842AE}"/>
          </ac:spMkLst>
        </pc:spChg>
        <pc:spChg chg="mod">
          <ac:chgData name="Rajarajeshwari S" userId="e4d90711455572c4" providerId="LiveId" clId="{CCD4E902-00B9-4B30-B952-A9A7A2B9871A}" dt="2026-03-13T05:08:44.584" v="721" actId="14100"/>
          <ac:spMkLst>
            <pc:docMk/>
            <pc:sldMk cId="3708315418" sldId="478"/>
            <ac:spMk id="3" creationId="{95D4F021-1A69-BF39-6555-8734F35E6CB7}"/>
          </ac:spMkLst>
        </pc:spChg>
        <pc:graphicFrameChg chg="add mod modGraphic">
          <ac:chgData name="Rajarajeshwari S" userId="e4d90711455572c4" providerId="LiveId" clId="{CCD4E902-00B9-4B30-B952-A9A7A2B9871A}" dt="2026-03-13T05:08:48.534" v="722" actId="1076"/>
          <ac:graphicFrameMkLst>
            <pc:docMk/>
            <pc:sldMk cId="3708315418" sldId="478"/>
            <ac:graphicFrameMk id="4" creationId="{C734616E-BADD-7F87-B0DA-1F02632F70A1}"/>
          </ac:graphicFrameMkLst>
        </pc:graphicFrameChg>
      </pc:sldChg>
      <pc:sldChg chg="modSp new mod">
        <pc:chgData name="Rajarajeshwari S" userId="e4d90711455572c4" providerId="LiveId" clId="{CCD4E902-00B9-4B30-B952-A9A7A2B9871A}" dt="2026-03-13T05:10:59.651" v="727" actId="27636"/>
        <pc:sldMkLst>
          <pc:docMk/>
          <pc:sldMk cId="3992372086" sldId="479"/>
        </pc:sldMkLst>
        <pc:spChg chg="mod">
          <ac:chgData name="Rajarajeshwari S" userId="e4d90711455572c4" providerId="LiveId" clId="{CCD4E902-00B9-4B30-B952-A9A7A2B9871A}" dt="2026-03-13T05:10:59.651" v="727" actId="27636"/>
          <ac:spMkLst>
            <pc:docMk/>
            <pc:sldMk cId="3992372086" sldId="479"/>
            <ac:spMk id="2" creationId="{25B205DC-F98C-CA93-C344-BA889CB3AEC8}"/>
          </ac:spMkLst>
        </pc:spChg>
        <pc:spChg chg="mod">
          <ac:chgData name="Rajarajeshwari S" userId="e4d90711455572c4" providerId="LiveId" clId="{CCD4E902-00B9-4B30-B952-A9A7A2B9871A}" dt="2026-03-13T05:10:59.606" v="726"/>
          <ac:spMkLst>
            <pc:docMk/>
            <pc:sldMk cId="3992372086" sldId="479"/>
            <ac:spMk id="3" creationId="{91BCB85E-F1C2-A890-E1C1-5CF260E8FD88}"/>
          </ac:spMkLst>
        </pc:spChg>
      </pc:sldChg>
      <pc:sldChg chg="modSp new mod">
        <pc:chgData name="Rajarajeshwari S" userId="e4d90711455572c4" providerId="LiveId" clId="{CCD4E902-00B9-4B30-B952-A9A7A2B9871A}" dt="2026-03-13T05:12:01.643" v="737" actId="20577"/>
        <pc:sldMkLst>
          <pc:docMk/>
          <pc:sldMk cId="1252888391" sldId="480"/>
        </pc:sldMkLst>
        <pc:spChg chg="mod">
          <ac:chgData name="Rajarajeshwari S" userId="e4d90711455572c4" providerId="LiveId" clId="{CCD4E902-00B9-4B30-B952-A9A7A2B9871A}" dt="2026-03-13T05:11:58.674" v="730" actId="27636"/>
          <ac:spMkLst>
            <pc:docMk/>
            <pc:sldMk cId="1252888391" sldId="480"/>
            <ac:spMk id="2" creationId="{EC440658-3CD0-4BC6-9000-2BF5771C9C6B}"/>
          </ac:spMkLst>
        </pc:spChg>
        <pc:spChg chg="mod">
          <ac:chgData name="Rajarajeshwari S" userId="e4d90711455572c4" providerId="LiveId" clId="{CCD4E902-00B9-4B30-B952-A9A7A2B9871A}" dt="2026-03-13T05:12:01.643" v="737" actId="20577"/>
          <ac:spMkLst>
            <pc:docMk/>
            <pc:sldMk cId="1252888391" sldId="480"/>
            <ac:spMk id="3" creationId="{D9CE7AC3-20CB-806C-859F-FBEADE5B06D6}"/>
          </ac:spMkLst>
        </pc:spChg>
      </pc:sldChg>
      <pc:sldChg chg="addSp modSp new mod">
        <pc:chgData name="Rajarajeshwari S" userId="e4d90711455572c4" providerId="LiveId" clId="{CCD4E902-00B9-4B30-B952-A9A7A2B9871A}" dt="2026-03-25T10:40:38.142" v="1102" actId="113"/>
        <pc:sldMkLst>
          <pc:docMk/>
          <pc:sldMk cId="2849200050" sldId="481"/>
        </pc:sldMkLst>
        <pc:spChg chg="mod">
          <ac:chgData name="Rajarajeshwari S" userId="e4d90711455572c4" providerId="LiveId" clId="{CCD4E902-00B9-4B30-B952-A9A7A2B9871A}" dt="2026-03-13T05:12:27.673" v="740" actId="27636"/>
          <ac:spMkLst>
            <pc:docMk/>
            <pc:sldMk cId="2849200050" sldId="481"/>
            <ac:spMk id="2" creationId="{21B38BBA-F78A-B2E2-1D1A-6967C00CE9C6}"/>
          </ac:spMkLst>
        </pc:spChg>
        <pc:spChg chg="mod">
          <ac:chgData name="Rajarajeshwari S" userId="e4d90711455572c4" providerId="LiveId" clId="{CCD4E902-00B9-4B30-B952-A9A7A2B9871A}" dt="2026-03-25T10:40:38.142" v="1102" actId="113"/>
          <ac:spMkLst>
            <pc:docMk/>
            <pc:sldMk cId="2849200050" sldId="481"/>
            <ac:spMk id="3" creationId="{1FC9DB9E-0BD7-FE7E-BA8E-6C88CD5EC211}"/>
          </ac:spMkLst>
        </pc:spChg>
        <pc:graphicFrameChg chg="add mod modGraphic">
          <ac:chgData name="Rajarajeshwari S" userId="e4d90711455572c4" providerId="LiveId" clId="{CCD4E902-00B9-4B30-B952-A9A7A2B9871A}" dt="2026-03-13T05:12:55.363" v="746"/>
          <ac:graphicFrameMkLst>
            <pc:docMk/>
            <pc:sldMk cId="2849200050" sldId="481"/>
            <ac:graphicFrameMk id="4" creationId="{D2F533C2-43C5-1CEF-7A08-80BA4ADBF02D}"/>
          </ac:graphicFrameMkLst>
        </pc:graphicFrameChg>
      </pc:sldChg>
      <pc:sldChg chg="modSp new mod">
        <pc:chgData name="Rajarajeshwari S" userId="e4d90711455572c4" providerId="LiveId" clId="{CCD4E902-00B9-4B30-B952-A9A7A2B9871A}" dt="2026-03-13T05:13:32.938" v="758" actId="27636"/>
        <pc:sldMkLst>
          <pc:docMk/>
          <pc:sldMk cId="960454204" sldId="482"/>
        </pc:sldMkLst>
        <pc:spChg chg="mod">
          <ac:chgData name="Rajarajeshwari S" userId="e4d90711455572c4" providerId="LiveId" clId="{CCD4E902-00B9-4B30-B952-A9A7A2B9871A}" dt="2026-03-13T05:13:13.796" v="750" actId="27636"/>
          <ac:spMkLst>
            <pc:docMk/>
            <pc:sldMk cId="960454204" sldId="482"/>
            <ac:spMk id="2" creationId="{DBDB6517-ACA9-6053-035D-94B7985A05DE}"/>
          </ac:spMkLst>
        </pc:spChg>
        <pc:spChg chg="mod">
          <ac:chgData name="Rajarajeshwari S" userId="e4d90711455572c4" providerId="LiveId" clId="{CCD4E902-00B9-4B30-B952-A9A7A2B9871A}" dt="2026-03-13T05:13:32.938" v="758" actId="27636"/>
          <ac:spMkLst>
            <pc:docMk/>
            <pc:sldMk cId="960454204" sldId="482"/>
            <ac:spMk id="3" creationId="{7CE9A8A3-A216-B773-ECB5-DD6F2B85B356}"/>
          </ac:spMkLst>
        </pc:spChg>
      </pc:sldChg>
      <pc:sldChg chg="addSp modSp new mod">
        <pc:chgData name="Rajarajeshwari S" userId="e4d90711455572c4" providerId="LiveId" clId="{CCD4E902-00B9-4B30-B952-A9A7A2B9871A}" dt="2026-03-24T13:37:45.958" v="862" actId="27636"/>
        <pc:sldMkLst>
          <pc:docMk/>
          <pc:sldMk cId="579267051" sldId="483"/>
        </pc:sldMkLst>
        <pc:spChg chg="mod">
          <ac:chgData name="Rajarajeshwari S" userId="e4d90711455572c4" providerId="LiveId" clId="{CCD4E902-00B9-4B30-B952-A9A7A2B9871A}" dt="2026-03-13T05:43:22.923" v="761" actId="27636"/>
          <ac:spMkLst>
            <pc:docMk/>
            <pc:sldMk cId="579267051" sldId="483"/>
            <ac:spMk id="2" creationId="{398B29CC-C4D0-2025-6048-7D7B19D86F36}"/>
          </ac:spMkLst>
        </pc:spChg>
        <pc:spChg chg="mod">
          <ac:chgData name="Rajarajeshwari S" userId="e4d90711455572c4" providerId="LiveId" clId="{CCD4E902-00B9-4B30-B952-A9A7A2B9871A}" dt="2026-03-24T13:37:45.958" v="862" actId="27636"/>
          <ac:spMkLst>
            <pc:docMk/>
            <pc:sldMk cId="579267051" sldId="483"/>
            <ac:spMk id="3" creationId="{12C3572E-E92B-84EB-9D91-3691B6037F06}"/>
          </ac:spMkLst>
        </pc:spChg>
        <pc:spChg chg="add mod">
          <ac:chgData name="Rajarajeshwari S" userId="e4d90711455572c4" providerId="LiveId" clId="{CCD4E902-00B9-4B30-B952-A9A7A2B9871A}" dt="2026-03-13T05:44:10.439" v="784" actId="27636"/>
          <ac:spMkLst>
            <pc:docMk/>
            <pc:sldMk cId="579267051" sldId="483"/>
            <ac:spMk id="4" creationId="{658060A7-575F-ACC0-0EC4-E0227CF0D539}"/>
          </ac:spMkLst>
        </pc:spChg>
      </pc:sldChg>
      <pc:sldChg chg="modSp new mod">
        <pc:chgData name="Rajarajeshwari S" userId="e4d90711455572c4" providerId="LiveId" clId="{CCD4E902-00B9-4B30-B952-A9A7A2B9871A}" dt="2026-03-13T05:44:40.235" v="795" actId="27636"/>
        <pc:sldMkLst>
          <pc:docMk/>
          <pc:sldMk cId="1378393020" sldId="484"/>
        </pc:sldMkLst>
        <pc:spChg chg="mod">
          <ac:chgData name="Rajarajeshwari S" userId="e4d90711455572c4" providerId="LiveId" clId="{CCD4E902-00B9-4B30-B952-A9A7A2B9871A}" dt="2026-03-13T05:44:40.235" v="795" actId="27636"/>
          <ac:spMkLst>
            <pc:docMk/>
            <pc:sldMk cId="1378393020" sldId="484"/>
            <ac:spMk id="2" creationId="{E19E03EC-673B-27B6-F14D-F936CD5D491A}"/>
          </ac:spMkLst>
        </pc:spChg>
        <pc:spChg chg="mod">
          <ac:chgData name="Rajarajeshwari S" userId="e4d90711455572c4" providerId="LiveId" clId="{CCD4E902-00B9-4B30-B952-A9A7A2B9871A}" dt="2026-03-13T05:44:40.205" v="794"/>
          <ac:spMkLst>
            <pc:docMk/>
            <pc:sldMk cId="1378393020" sldId="484"/>
            <ac:spMk id="3" creationId="{BD099F0F-F122-90B8-2167-0FA960FF8BC6}"/>
          </ac:spMkLst>
        </pc:spChg>
      </pc:sldChg>
      <pc:sldChg chg="modSp new mod">
        <pc:chgData name="Rajarajeshwari S" userId="e4d90711455572c4" providerId="LiveId" clId="{CCD4E902-00B9-4B30-B952-A9A7A2B9871A}" dt="2026-03-24T13:57:49.558" v="995" actId="14100"/>
        <pc:sldMkLst>
          <pc:docMk/>
          <pc:sldMk cId="3334122021" sldId="485"/>
        </pc:sldMkLst>
        <pc:spChg chg="mod">
          <ac:chgData name="Rajarajeshwari S" userId="e4d90711455572c4" providerId="LiveId" clId="{CCD4E902-00B9-4B30-B952-A9A7A2B9871A}" dt="2026-03-13T05:48:17.472" v="817" actId="20577"/>
          <ac:spMkLst>
            <pc:docMk/>
            <pc:sldMk cId="3334122021" sldId="485"/>
            <ac:spMk id="2" creationId="{432F1941-AB9E-7F6E-2544-FF257803B4BF}"/>
          </ac:spMkLst>
        </pc:spChg>
        <pc:spChg chg="mod">
          <ac:chgData name="Rajarajeshwari S" userId="e4d90711455572c4" providerId="LiveId" clId="{CCD4E902-00B9-4B30-B952-A9A7A2B9871A}" dt="2026-03-24T13:57:49.558" v="995" actId="14100"/>
          <ac:spMkLst>
            <pc:docMk/>
            <pc:sldMk cId="3334122021" sldId="485"/>
            <ac:spMk id="3" creationId="{71F4B566-E354-CDDC-1AA5-4FD11DA9D753}"/>
          </ac:spMkLst>
        </pc:spChg>
      </pc:sldChg>
      <pc:sldChg chg="addSp delSp modSp new mod">
        <pc:chgData name="Rajarajeshwari S" userId="e4d90711455572c4" providerId="LiveId" clId="{CCD4E902-00B9-4B30-B952-A9A7A2B9871A}" dt="2026-03-13T05:49:39.418" v="834" actId="113"/>
        <pc:sldMkLst>
          <pc:docMk/>
          <pc:sldMk cId="1989587680" sldId="486"/>
        </pc:sldMkLst>
        <pc:spChg chg="mod">
          <ac:chgData name="Rajarajeshwari S" userId="e4d90711455572c4" providerId="LiveId" clId="{CCD4E902-00B9-4B30-B952-A9A7A2B9871A}" dt="2026-03-13T05:49:19.763" v="827" actId="27636"/>
          <ac:spMkLst>
            <pc:docMk/>
            <pc:sldMk cId="1989587680" sldId="486"/>
            <ac:spMk id="2" creationId="{5C6DEB59-105C-5A5A-76B8-3EE0415B026D}"/>
          </ac:spMkLst>
        </pc:spChg>
        <pc:spChg chg="add mod">
          <ac:chgData name="Rajarajeshwari S" userId="e4d90711455572c4" providerId="LiveId" clId="{CCD4E902-00B9-4B30-B952-A9A7A2B9871A}" dt="2026-03-13T05:49:19.737" v="826" actId="571"/>
          <ac:spMkLst>
            <pc:docMk/>
            <pc:sldMk cId="1989587680" sldId="486"/>
            <ac:spMk id="4" creationId="{0FD73E4F-BFE4-1C98-694A-F1A602251D2A}"/>
          </ac:spMkLst>
        </pc:spChg>
        <pc:graphicFrameChg chg="add mod modGraphic">
          <ac:chgData name="Rajarajeshwari S" userId="e4d90711455572c4" providerId="LiveId" clId="{CCD4E902-00B9-4B30-B952-A9A7A2B9871A}" dt="2026-03-13T05:49:39.418" v="834" actId="113"/>
          <ac:graphicFrameMkLst>
            <pc:docMk/>
            <pc:sldMk cId="1989587680" sldId="486"/>
            <ac:graphicFrameMk id="5" creationId="{61163818-0B23-154D-6A32-05FD540BFF81}"/>
          </ac:graphicFrameMkLst>
        </pc:graphicFrameChg>
      </pc:sldChg>
      <pc:sldChg chg="modSp new mod">
        <pc:chgData name="Rajarajeshwari S" userId="e4d90711455572c4" providerId="LiveId" clId="{CCD4E902-00B9-4B30-B952-A9A7A2B9871A}" dt="2026-03-31T16:17:57.121" v="1115" actId="20577"/>
        <pc:sldMkLst>
          <pc:docMk/>
          <pc:sldMk cId="4286309104" sldId="487"/>
        </pc:sldMkLst>
        <pc:spChg chg="mod">
          <ac:chgData name="Rajarajeshwari S" userId="e4d90711455572c4" providerId="LiveId" clId="{CCD4E902-00B9-4B30-B952-A9A7A2B9871A}" dt="2026-03-31T16:17:13.788" v="1109" actId="20577"/>
          <ac:spMkLst>
            <pc:docMk/>
            <pc:sldMk cId="4286309104" sldId="487"/>
            <ac:spMk id="2" creationId="{5375EFC9-74C3-248F-1A92-463E89BEBCA8}"/>
          </ac:spMkLst>
        </pc:spChg>
        <pc:spChg chg="mod">
          <ac:chgData name="Rajarajeshwari S" userId="e4d90711455572c4" providerId="LiveId" clId="{CCD4E902-00B9-4B30-B952-A9A7A2B9871A}" dt="2026-03-31T16:17:57.121" v="1115" actId="20577"/>
          <ac:spMkLst>
            <pc:docMk/>
            <pc:sldMk cId="4286309104" sldId="487"/>
            <ac:spMk id="3" creationId="{092F6CA8-E44F-1AAF-AF77-7A6F79CD55D0}"/>
          </ac:spMkLst>
        </pc:spChg>
      </pc:sldChg>
      <pc:sldChg chg="addSp modSp new mod ord">
        <pc:chgData name="Rajarajeshwari S" userId="e4d90711455572c4" providerId="LiveId" clId="{CCD4E902-00B9-4B30-B952-A9A7A2B9871A}" dt="2026-03-24T13:43:54.809" v="887" actId="1076"/>
        <pc:sldMkLst>
          <pc:docMk/>
          <pc:sldMk cId="2190685002" sldId="488"/>
        </pc:sldMkLst>
        <pc:spChg chg="mod">
          <ac:chgData name="Rajarajeshwari S" userId="e4d90711455572c4" providerId="LiveId" clId="{CCD4E902-00B9-4B30-B952-A9A7A2B9871A}" dt="2026-03-24T13:37:45.609" v="858" actId="27636"/>
          <ac:spMkLst>
            <pc:docMk/>
            <pc:sldMk cId="2190685002" sldId="488"/>
            <ac:spMk id="2" creationId="{8D380BAD-2B28-09BB-FF02-81CB5AB8D2BA}"/>
          </ac:spMkLst>
        </pc:spChg>
        <pc:picChg chg="add mod">
          <ac:chgData name="Rajarajeshwari S" userId="e4d90711455572c4" providerId="LiveId" clId="{CCD4E902-00B9-4B30-B952-A9A7A2B9871A}" dt="2026-03-24T13:43:54.809" v="887" actId="1076"/>
          <ac:picMkLst>
            <pc:docMk/>
            <pc:sldMk cId="2190685002" sldId="488"/>
            <ac:picMk id="5" creationId="{211FC19C-E298-F0A1-A3AF-2F2676CE2B53}"/>
          </ac:picMkLst>
        </pc:picChg>
      </pc:sldChg>
      <pc:sldChg chg="modSp new mod">
        <pc:chgData name="Rajarajeshwari S" userId="e4d90711455572c4" providerId="LiveId" clId="{CCD4E902-00B9-4B30-B952-A9A7A2B9871A}" dt="2026-03-31T16:18:33.937" v="1121" actId="27636"/>
        <pc:sldMkLst>
          <pc:docMk/>
          <pc:sldMk cId="1437586000" sldId="489"/>
        </pc:sldMkLst>
        <pc:spChg chg="mod">
          <ac:chgData name="Rajarajeshwari S" userId="e4d90711455572c4" providerId="LiveId" clId="{CCD4E902-00B9-4B30-B952-A9A7A2B9871A}" dt="2026-03-31T16:18:30.985" v="1119" actId="27636"/>
          <ac:spMkLst>
            <pc:docMk/>
            <pc:sldMk cId="1437586000" sldId="489"/>
            <ac:spMk id="2" creationId="{BD4EC05D-6CF2-2A93-FB99-08E1EFC26CF6}"/>
          </ac:spMkLst>
        </pc:spChg>
        <pc:spChg chg="mod">
          <ac:chgData name="Rajarajeshwari S" userId="e4d90711455572c4" providerId="LiveId" clId="{CCD4E902-00B9-4B30-B952-A9A7A2B9871A}" dt="2026-03-31T16:18:33.937" v="1121" actId="27636"/>
          <ac:spMkLst>
            <pc:docMk/>
            <pc:sldMk cId="1437586000" sldId="489"/>
            <ac:spMk id="3" creationId="{41623408-A560-1B38-6854-86E2BC025740}"/>
          </ac:spMkLst>
        </pc:spChg>
      </pc:sldChg>
      <pc:sldChg chg="addSp delSp modSp new mod">
        <pc:chgData name="Rajarajeshwari S" userId="e4d90711455572c4" providerId="LiveId" clId="{CCD4E902-00B9-4B30-B952-A9A7A2B9871A}" dt="2026-03-31T16:20:59.963" v="1153" actId="1076"/>
        <pc:sldMkLst>
          <pc:docMk/>
          <pc:sldMk cId="1495680964" sldId="490"/>
        </pc:sldMkLst>
        <pc:spChg chg="del">
          <ac:chgData name="Rajarajeshwari S" userId="e4d90711455572c4" providerId="LiveId" clId="{CCD4E902-00B9-4B30-B952-A9A7A2B9871A}" dt="2026-03-31T16:19:24.268" v="1123"/>
          <ac:spMkLst>
            <pc:docMk/>
            <pc:sldMk cId="1495680964" sldId="490"/>
            <ac:spMk id="3" creationId="{8DB0E897-E8BF-A9BF-681F-6E3F3E0B754C}"/>
          </ac:spMkLst>
        </pc:spChg>
        <pc:spChg chg="add mod">
          <ac:chgData name="Rajarajeshwari S" userId="e4d90711455572c4" providerId="LiveId" clId="{CCD4E902-00B9-4B30-B952-A9A7A2B9871A}" dt="2026-03-31T16:20:54.820" v="1152" actId="14100"/>
          <ac:spMkLst>
            <pc:docMk/>
            <pc:sldMk cId="1495680964" sldId="490"/>
            <ac:spMk id="5" creationId="{A0FD42D8-3718-C384-346E-3ED306699DA9}"/>
          </ac:spMkLst>
        </pc:spChg>
        <pc:picChg chg="add mod">
          <ac:chgData name="Rajarajeshwari S" userId="e4d90711455572c4" providerId="LiveId" clId="{CCD4E902-00B9-4B30-B952-A9A7A2B9871A}" dt="2026-03-31T16:20:59.963" v="1153" actId="1076"/>
          <ac:picMkLst>
            <pc:docMk/>
            <pc:sldMk cId="1495680964" sldId="490"/>
            <ac:picMk id="1026" creationId="{4C0B1C5A-3D84-639C-81CE-6E2B4D59E8AE}"/>
          </ac:picMkLst>
        </pc:picChg>
      </pc:sldChg>
      <pc:sldChg chg="addSp modSp new mod">
        <pc:chgData name="Rajarajeshwari S" userId="e4d90711455572c4" providerId="LiveId" clId="{CCD4E902-00B9-4B30-B952-A9A7A2B9871A}" dt="2026-03-31T16:22:43.858" v="1191" actId="14100"/>
        <pc:sldMkLst>
          <pc:docMk/>
          <pc:sldMk cId="2479832950" sldId="491"/>
        </pc:sldMkLst>
        <pc:spChg chg="mod">
          <ac:chgData name="Rajarajeshwari S" userId="e4d90711455572c4" providerId="LiveId" clId="{CCD4E902-00B9-4B30-B952-A9A7A2B9871A}" dt="2026-03-31T16:21:56.498" v="1169"/>
          <ac:spMkLst>
            <pc:docMk/>
            <pc:sldMk cId="2479832950" sldId="491"/>
            <ac:spMk id="2" creationId="{CC643FC1-7CD7-4073-E12F-21909CB6166D}"/>
          </ac:spMkLst>
        </pc:spChg>
        <pc:spChg chg="mod">
          <ac:chgData name="Rajarajeshwari S" userId="e4d90711455572c4" providerId="LiveId" clId="{CCD4E902-00B9-4B30-B952-A9A7A2B9871A}" dt="2026-03-31T16:22:40.208" v="1190" actId="14100"/>
          <ac:spMkLst>
            <pc:docMk/>
            <pc:sldMk cId="2479832950" sldId="491"/>
            <ac:spMk id="3" creationId="{2DABBB06-B2D7-734C-9A12-50C0E903A343}"/>
          </ac:spMkLst>
        </pc:spChg>
        <pc:spChg chg="add mod">
          <ac:chgData name="Rajarajeshwari S" userId="e4d90711455572c4" providerId="LiveId" clId="{CCD4E902-00B9-4B30-B952-A9A7A2B9871A}" dt="2026-03-31T16:22:43.858" v="1191" actId="14100"/>
          <ac:spMkLst>
            <pc:docMk/>
            <pc:sldMk cId="2479832950" sldId="491"/>
            <ac:spMk id="4" creationId="{808F9DC9-E03B-AA7F-C43F-CD9B721C9A9B}"/>
          </ac:spMkLst>
        </pc:spChg>
      </pc:sldChg>
      <pc:sldChg chg="modSp new mod">
        <pc:chgData name="Rajarajeshwari S" userId="e4d90711455572c4" providerId="LiveId" clId="{CCD4E902-00B9-4B30-B952-A9A7A2B9871A}" dt="2026-03-31T16:23:36.165" v="1205" actId="5793"/>
        <pc:sldMkLst>
          <pc:docMk/>
          <pc:sldMk cId="2742062753" sldId="492"/>
        </pc:sldMkLst>
        <pc:spChg chg="mod">
          <ac:chgData name="Rajarajeshwari S" userId="e4d90711455572c4" providerId="LiveId" clId="{CCD4E902-00B9-4B30-B952-A9A7A2B9871A}" dt="2026-03-31T16:23:09.333" v="1195" actId="27636"/>
          <ac:spMkLst>
            <pc:docMk/>
            <pc:sldMk cId="2742062753" sldId="492"/>
            <ac:spMk id="2" creationId="{6CEA3935-12EE-3E93-BFAD-D0B2FFCCFA7F}"/>
          </ac:spMkLst>
        </pc:spChg>
        <pc:spChg chg="mod">
          <ac:chgData name="Rajarajeshwari S" userId="e4d90711455572c4" providerId="LiveId" clId="{CCD4E902-00B9-4B30-B952-A9A7A2B9871A}" dt="2026-03-31T16:23:36.165" v="1205" actId="5793"/>
          <ac:spMkLst>
            <pc:docMk/>
            <pc:sldMk cId="2742062753" sldId="492"/>
            <ac:spMk id="3" creationId="{4328F7DA-7DA5-540E-CA43-A548181E5E62}"/>
          </ac:spMkLst>
        </pc:spChg>
      </pc:sldChg>
      <pc:sldChg chg="addSp modSp new mod">
        <pc:chgData name="Rajarajeshwari S" userId="e4d90711455572c4" providerId="LiveId" clId="{CCD4E902-00B9-4B30-B952-A9A7A2B9871A}" dt="2026-03-31T16:25:55.029" v="1270" actId="27636"/>
        <pc:sldMkLst>
          <pc:docMk/>
          <pc:sldMk cId="2734350790" sldId="493"/>
        </pc:sldMkLst>
        <pc:spChg chg="mod">
          <ac:chgData name="Rajarajeshwari S" userId="e4d90711455572c4" providerId="LiveId" clId="{CCD4E902-00B9-4B30-B952-A9A7A2B9871A}" dt="2026-03-31T16:24:15.479" v="1209" actId="27636"/>
          <ac:spMkLst>
            <pc:docMk/>
            <pc:sldMk cId="2734350790" sldId="493"/>
            <ac:spMk id="2" creationId="{05E002DC-B544-B1BE-DCD7-C04794C7379F}"/>
          </ac:spMkLst>
        </pc:spChg>
        <pc:spChg chg="mod">
          <ac:chgData name="Rajarajeshwari S" userId="e4d90711455572c4" providerId="LiveId" clId="{CCD4E902-00B9-4B30-B952-A9A7A2B9871A}" dt="2026-03-31T16:25:11.091" v="1236" actId="12"/>
          <ac:spMkLst>
            <pc:docMk/>
            <pc:sldMk cId="2734350790" sldId="493"/>
            <ac:spMk id="3" creationId="{1EC6ECA1-D23F-B356-CE76-159870A8F7C4}"/>
          </ac:spMkLst>
        </pc:spChg>
        <pc:spChg chg="add mod">
          <ac:chgData name="Rajarajeshwari S" userId="e4d90711455572c4" providerId="LiveId" clId="{CCD4E902-00B9-4B30-B952-A9A7A2B9871A}" dt="2026-03-31T16:25:55.029" v="1270" actId="27636"/>
          <ac:spMkLst>
            <pc:docMk/>
            <pc:sldMk cId="2734350790" sldId="493"/>
            <ac:spMk id="4" creationId="{E8C4D65C-65CD-A8EA-2609-C513E2BC84D5}"/>
          </ac:spMkLst>
        </pc:spChg>
      </pc:sldChg>
      <pc:sldChg chg="modSp new mod">
        <pc:chgData name="Rajarajeshwari S" userId="e4d90711455572c4" providerId="LiveId" clId="{CCD4E902-00B9-4B30-B952-A9A7A2B9871A}" dt="2026-03-31T16:30:32.059" v="1352" actId="27636"/>
        <pc:sldMkLst>
          <pc:docMk/>
          <pc:sldMk cId="3361572720" sldId="494"/>
        </pc:sldMkLst>
        <pc:spChg chg="mod">
          <ac:chgData name="Rajarajeshwari S" userId="e4d90711455572c4" providerId="LiveId" clId="{CCD4E902-00B9-4B30-B952-A9A7A2B9871A}" dt="2026-03-31T16:26:18.185" v="1273" actId="27636"/>
          <ac:spMkLst>
            <pc:docMk/>
            <pc:sldMk cId="3361572720" sldId="494"/>
            <ac:spMk id="2" creationId="{6969BC71-C15D-EF4D-F7B6-3DC51C71D6B4}"/>
          </ac:spMkLst>
        </pc:spChg>
        <pc:spChg chg="mod">
          <ac:chgData name="Rajarajeshwari S" userId="e4d90711455572c4" providerId="LiveId" clId="{CCD4E902-00B9-4B30-B952-A9A7A2B9871A}" dt="2026-03-31T16:30:32.059" v="1352" actId="27636"/>
          <ac:spMkLst>
            <pc:docMk/>
            <pc:sldMk cId="3361572720" sldId="494"/>
            <ac:spMk id="3" creationId="{5D1CA914-37FE-7875-AF22-9BD909BF2143}"/>
          </ac:spMkLst>
        </pc:spChg>
      </pc:sldChg>
      <pc:sldChg chg="modSp new mod">
        <pc:chgData name="Rajarajeshwari S" userId="e4d90711455572c4" providerId="LiveId" clId="{CCD4E902-00B9-4B30-B952-A9A7A2B9871A}" dt="2026-04-01T03:27:50.753" v="1783" actId="27636"/>
        <pc:sldMkLst>
          <pc:docMk/>
          <pc:sldMk cId="2801710540" sldId="495"/>
        </pc:sldMkLst>
        <pc:spChg chg="mod">
          <ac:chgData name="Rajarajeshwari S" userId="e4d90711455572c4" providerId="LiveId" clId="{CCD4E902-00B9-4B30-B952-A9A7A2B9871A}" dt="2026-03-31T16:26:46.252" v="1293" actId="27636"/>
          <ac:spMkLst>
            <pc:docMk/>
            <pc:sldMk cId="2801710540" sldId="495"/>
            <ac:spMk id="2" creationId="{DFDBE655-B0A2-42FE-99A5-77E6E88A50AB}"/>
          </ac:spMkLst>
        </pc:spChg>
        <pc:spChg chg="mod">
          <ac:chgData name="Rajarajeshwari S" userId="e4d90711455572c4" providerId="LiveId" clId="{CCD4E902-00B9-4B30-B952-A9A7A2B9871A}" dt="2026-04-01T03:27:50.753" v="1783" actId="27636"/>
          <ac:spMkLst>
            <pc:docMk/>
            <pc:sldMk cId="2801710540" sldId="495"/>
            <ac:spMk id="3" creationId="{C52C74DF-46E0-C834-DC0C-D5C98A6D81C7}"/>
          </ac:spMkLst>
        </pc:spChg>
      </pc:sldChg>
      <pc:sldChg chg="modSp new mod">
        <pc:chgData name="Rajarajeshwari S" userId="e4d90711455572c4" providerId="LiveId" clId="{CCD4E902-00B9-4B30-B952-A9A7A2B9871A}" dt="2026-04-01T03:27:50.945" v="1784" actId="27636"/>
        <pc:sldMkLst>
          <pc:docMk/>
          <pc:sldMk cId="1889431833" sldId="496"/>
        </pc:sldMkLst>
        <pc:spChg chg="mod">
          <ac:chgData name="Rajarajeshwari S" userId="e4d90711455572c4" providerId="LiveId" clId="{CCD4E902-00B9-4B30-B952-A9A7A2B9871A}" dt="2026-03-31T16:27:50.061" v="1322" actId="27636"/>
          <ac:spMkLst>
            <pc:docMk/>
            <pc:sldMk cId="1889431833" sldId="496"/>
            <ac:spMk id="2" creationId="{B47AC5CC-F791-A788-8093-AC9232B8862D}"/>
          </ac:spMkLst>
        </pc:spChg>
        <pc:spChg chg="mod">
          <ac:chgData name="Rajarajeshwari S" userId="e4d90711455572c4" providerId="LiveId" clId="{CCD4E902-00B9-4B30-B952-A9A7A2B9871A}" dt="2026-04-01T03:27:50.945" v="1784" actId="27636"/>
          <ac:spMkLst>
            <pc:docMk/>
            <pc:sldMk cId="1889431833" sldId="496"/>
            <ac:spMk id="3" creationId="{D8F9B4E7-3634-8AAB-5B50-79CE4448EA18}"/>
          </ac:spMkLst>
        </pc:spChg>
      </pc:sldChg>
      <pc:sldChg chg="modSp new mod">
        <pc:chgData name="Rajarajeshwari S" userId="e4d90711455572c4" providerId="LiveId" clId="{CCD4E902-00B9-4B30-B952-A9A7A2B9871A}" dt="2026-04-01T03:27:51.142" v="1785" actId="27636"/>
        <pc:sldMkLst>
          <pc:docMk/>
          <pc:sldMk cId="1791799098" sldId="497"/>
        </pc:sldMkLst>
        <pc:spChg chg="mod">
          <ac:chgData name="Rajarajeshwari S" userId="e4d90711455572c4" providerId="LiveId" clId="{CCD4E902-00B9-4B30-B952-A9A7A2B9871A}" dt="2026-03-31T16:30:17.195" v="1345" actId="27636"/>
          <ac:spMkLst>
            <pc:docMk/>
            <pc:sldMk cId="1791799098" sldId="497"/>
            <ac:spMk id="2" creationId="{0B8E8911-EAA8-D324-BD38-95AD855414A2}"/>
          </ac:spMkLst>
        </pc:spChg>
        <pc:spChg chg="mod">
          <ac:chgData name="Rajarajeshwari S" userId="e4d90711455572c4" providerId="LiveId" clId="{CCD4E902-00B9-4B30-B952-A9A7A2B9871A}" dt="2026-04-01T03:27:51.142" v="1785" actId="27636"/>
          <ac:spMkLst>
            <pc:docMk/>
            <pc:sldMk cId="1791799098" sldId="497"/>
            <ac:spMk id="3" creationId="{FF046B1E-8141-E410-FF46-6F86812B7E48}"/>
          </ac:spMkLst>
        </pc:spChg>
      </pc:sldChg>
      <pc:sldChg chg="addSp delSp modSp new mod">
        <pc:chgData name="Rajarajeshwari S" userId="e4d90711455572c4" providerId="LiveId" clId="{CCD4E902-00B9-4B30-B952-A9A7A2B9871A}" dt="2026-03-31T16:33:03.174" v="1403" actId="113"/>
        <pc:sldMkLst>
          <pc:docMk/>
          <pc:sldMk cId="3447397029" sldId="498"/>
        </pc:sldMkLst>
        <pc:spChg chg="mod">
          <ac:chgData name="Rajarajeshwari S" userId="e4d90711455572c4" providerId="LiveId" clId="{CCD4E902-00B9-4B30-B952-A9A7A2B9871A}" dt="2026-03-31T16:32:44.951" v="1398" actId="27636"/>
          <ac:spMkLst>
            <pc:docMk/>
            <pc:sldMk cId="3447397029" sldId="498"/>
            <ac:spMk id="2" creationId="{F956808E-35E1-1714-5C13-69BC674B4A61}"/>
          </ac:spMkLst>
        </pc:spChg>
        <pc:spChg chg="del">
          <ac:chgData name="Rajarajeshwari S" userId="e4d90711455572c4" providerId="LiveId" clId="{CCD4E902-00B9-4B30-B952-A9A7A2B9871A}" dt="2026-03-31T16:32:44.904" v="1397"/>
          <ac:spMkLst>
            <pc:docMk/>
            <pc:sldMk cId="3447397029" sldId="498"/>
            <ac:spMk id="3" creationId="{AAEC5112-ED88-370B-C87B-E9F69CADF547}"/>
          </ac:spMkLst>
        </pc:spChg>
        <pc:graphicFrameChg chg="add mod modGraphic">
          <ac:chgData name="Rajarajeshwari S" userId="e4d90711455572c4" providerId="LiveId" clId="{CCD4E902-00B9-4B30-B952-A9A7A2B9871A}" dt="2026-03-31T16:33:03.174" v="1403" actId="113"/>
          <ac:graphicFrameMkLst>
            <pc:docMk/>
            <pc:sldMk cId="3447397029" sldId="498"/>
            <ac:graphicFrameMk id="4" creationId="{C7B3F8CF-F9B3-D56A-9E4A-52EF04A8B98C}"/>
          </ac:graphicFrameMkLst>
        </pc:graphicFrameChg>
      </pc:sldChg>
      <pc:sldChg chg="modSp new mod">
        <pc:chgData name="Rajarajeshwari S" userId="e4d90711455572c4" providerId="LiveId" clId="{CCD4E902-00B9-4B30-B952-A9A7A2B9871A}" dt="2026-03-31T16:37:42.906" v="1410" actId="20577"/>
        <pc:sldMkLst>
          <pc:docMk/>
          <pc:sldMk cId="2456707765" sldId="499"/>
        </pc:sldMkLst>
        <pc:spChg chg="mod">
          <ac:chgData name="Rajarajeshwari S" userId="e4d90711455572c4" providerId="LiveId" clId="{CCD4E902-00B9-4B30-B952-A9A7A2B9871A}" dt="2026-03-31T16:37:26.433" v="1407" actId="20577"/>
          <ac:spMkLst>
            <pc:docMk/>
            <pc:sldMk cId="2456707765" sldId="499"/>
            <ac:spMk id="2" creationId="{9FD4978D-F3D3-C1F8-6734-D5F6103BFFA2}"/>
          </ac:spMkLst>
        </pc:spChg>
        <pc:spChg chg="mod">
          <ac:chgData name="Rajarajeshwari S" userId="e4d90711455572c4" providerId="LiveId" clId="{CCD4E902-00B9-4B30-B952-A9A7A2B9871A}" dt="2026-03-31T16:37:42.906" v="1410" actId="20577"/>
          <ac:spMkLst>
            <pc:docMk/>
            <pc:sldMk cId="2456707765" sldId="499"/>
            <ac:spMk id="3" creationId="{2E4A5C4B-E095-A3E6-627F-C708D498FD9F}"/>
          </ac:spMkLst>
        </pc:spChg>
      </pc:sldChg>
      <pc:sldChg chg="addSp delSp modSp new mod">
        <pc:chgData name="Rajarajeshwari S" userId="e4d90711455572c4" providerId="LiveId" clId="{CCD4E902-00B9-4B30-B952-A9A7A2B9871A}" dt="2026-03-31T16:38:12.459" v="1417" actId="113"/>
        <pc:sldMkLst>
          <pc:docMk/>
          <pc:sldMk cId="870071873" sldId="500"/>
        </pc:sldMkLst>
        <pc:spChg chg="mod">
          <ac:chgData name="Rajarajeshwari S" userId="e4d90711455572c4" providerId="LiveId" clId="{CCD4E902-00B9-4B30-B952-A9A7A2B9871A}" dt="2026-03-31T16:38:00.107" v="1413" actId="27636"/>
          <ac:spMkLst>
            <pc:docMk/>
            <pc:sldMk cId="870071873" sldId="500"/>
            <ac:spMk id="2" creationId="{BB2FBDCE-412B-342F-4A11-AFC2149C57BE}"/>
          </ac:spMkLst>
        </pc:spChg>
        <pc:spChg chg="del">
          <ac:chgData name="Rajarajeshwari S" userId="e4d90711455572c4" providerId="LiveId" clId="{CCD4E902-00B9-4B30-B952-A9A7A2B9871A}" dt="2026-03-31T16:38:00.080" v="1412"/>
          <ac:spMkLst>
            <pc:docMk/>
            <pc:sldMk cId="870071873" sldId="500"/>
            <ac:spMk id="3" creationId="{F6BE0B89-9C66-7ED1-C753-4D28DD13041A}"/>
          </ac:spMkLst>
        </pc:spChg>
        <pc:graphicFrameChg chg="add mod modGraphic">
          <ac:chgData name="Rajarajeshwari S" userId="e4d90711455572c4" providerId="LiveId" clId="{CCD4E902-00B9-4B30-B952-A9A7A2B9871A}" dt="2026-03-31T16:38:12.459" v="1417" actId="113"/>
          <ac:graphicFrameMkLst>
            <pc:docMk/>
            <pc:sldMk cId="870071873" sldId="500"/>
            <ac:graphicFrameMk id="4" creationId="{6EB1F68D-FB3C-291E-BFC8-49881F8B72CD}"/>
          </ac:graphicFrameMkLst>
        </pc:graphicFrameChg>
      </pc:sldChg>
      <pc:sldChg chg="modSp new mod">
        <pc:chgData name="Rajarajeshwari S" userId="e4d90711455572c4" providerId="LiveId" clId="{CCD4E902-00B9-4B30-B952-A9A7A2B9871A}" dt="2026-03-31T16:38:59.318" v="1434" actId="20577"/>
        <pc:sldMkLst>
          <pc:docMk/>
          <pc:sldMk cId="2973597813" sldId="501"/>
        </pc:sldMkLst>
        <pc:spChg chg="mod">
          <ac:chgData name="Rajarajeshwari S" userId="e4d90711455572c4" providerId="LiveId" clId="{CCD4E902-00B9-4B30-B952-A9A7A2B9871A}" dt="2026-03-31T16:38:25.170" v="1420" actId="27636"/>
          <ac:spMkLst>
            <pc:docMk/>
            <pc:sldMk cId="2973597813" sldId="501"/>
            <ac:spMk id="2" creationId="{9E83D045-1F03-3D95-A67C-BF0D1074DD99}"/>
          </ac:spMkLst>
        </pc:spChg>
        <pc:spChg chg="mod">
          <ac:chgData name="Rajarajeshwari S" userId="e4d90711455572c4" providerId="LiveId" clId="{CCD4E902-00B9-4B30-B952-A9A7A2B9871A}" dt="2026-03-31T16:38:59.318" v="1434" actId="20577"/>
          <ac:spMkLst>
            <pc:docMk/>
            <pc:sldMk cId="2973597813" sldId="501"/>
            <ac:spMk id="3" creationId="{93FA4408-2796-5E8F-6EBD-231B1A596EFA}"/>
          </ac:spMkLst>
        </pc:spChg>
      </pc:sldChg>
      <pc:sldChg chg="modSp new mod">
        <pc:chgData name="Rajarajeshwari S" userId="e4d90711455572c4" providerId="LiveId" clId="{CCD4E902-00B9-4B30-B952-A9A7A2B9871A}" dt="2026-03-31T16:39:24.326" v="1448" actId="20577"/>
        <pc:sldMkLst>
          <pc:docMk/>
          <pc:sldMk cId="2737094775" sldId="502"/>
        </pc:sldMkLst>
        <pc:spChg chg="mod">
          <ac:chgData name="Rajarajeshwari S" userId="e4d90711455572c4" providerId="LiveId" clId="{CCD4E902-00B9-4B30-B952-A9A7A2B9871A}" dt="2026-03-31T16:39:11.194" v="1437" actId="27636"/>
          <ac:spMkLst>
            <pc:docMk/>
            <pc:sldMk cId="2737094775" sldId="502"/>
            <ac:spMk id="2" creationId="{18D4D5C6-F3B3-BE52-CC91-8C59737EB7C8}"/>
          </ac:spMkLst>
        </pc:spChg>
        <pc:spChg chg="mod">
          <ac:chgData name="Rajarajeshwari S" userId="e4d90711455572c4" providerId="LiveId" clId="{CCD4E902-00B9-4B30-B952-A9A7A2B9871A}" dt="2026-03-31T16:39:24.326" v="1448" actId="20577"/>
          <ac:spMkLst>
            <pc:docMk/>
            <pc:sldMk cId="2737094775" sldId="502"/>
            <ac:spMk id="3" creationId="{1EFD406E-759F-650F-BAA5-82BCF7B82417}"/>
          </ac:spMkLst>
        </pc:spChg>
      </pc:sldChg>
      <pc:sldChg chg="modSp new mod">
        <pc:chgData name="Rajarajeshwari S" userId="e4d90711455572c4" providerId="LiveId" clId="{CCD4E902-00B9-4B30-B952-A9A7A2B9871A}" dt="2026-03-31T16:40:52.529" v="1485" actId="14100"/>
        <pc:sldMkLst>
          <pc:docMk/>
          <pc:sldMk cId="3220735844" sldId="503"/>
        </pc:sldMkLst>
        <pc:spChg chg="mod">
          <ac:chgData name="Rajarajeshwari S" userId="e4d90711455572c4" providerId="LiveId" clId="{CCD4E902-00B9-4B30-B952-A9A7A2B9871A}" dt="2026-03-31T16:39:51.339" v="1451" actId="27636"/>
          <ac:spMkLst>
            <pc:docMk/>
            <pc:sldMk cId="3220735844" sldId="503"/>
            <ac:spMk id="2" creationId="{E19175CE-338D-BD18-9345-7F895094F6DA}"/>
          </ac:spMkLst>
        </pc:spChg>
        <pc:spChg chg="mod">
          <ac:chgData name="Rajarajeshwari S" userId="e4d90711455572c4" providerId="LiveId" clId="{CCD4E902-00B9-4B30-B952-A9A7A2B9871A}" dt="2026-03-31T16:40:52.529" v="1485" actId="14100"/>
          <ac:spMkLst>
            <pc:docMk/>
            <pc:sldMk cId="3220735844" sldId="503"/>
            <ac:spMk id="3" creationId="{861B0907-CF30-E280-6980-50B20463BC2E}"/>
          </ac:spMkLst>
        </pc:spChg>
      </pc:sldChg>
      <pc:sldChg chg="addSp delSp modSp new mod">
        <pc:chgData name="Rajarajeshwari S" userId="e4d90711455572c4" providerId="LiveId" clId="{CCD4E902-00B9-4B30-B952-A9A7A2B9871A}" dt="2026-03-31T16:41:50.435" v="1492" actId="113"/>
        <pc:sldMkLst>
          <pc:docMk/>
          <pc:sldMk cId="4239749229" sldId="504"/>
        </pc:sldMkLst>
        <pc:spChg chg="mod">
          <ac:chgData name="Rajarajeshwari S" userId="e4d90711455572c4" providerId="LiveId" clId="{CCD4E902-00B9-4B30-B952-A9A7A2B9871A}" dt="2026-03-31T16:41:40.360" v="1488" actId="27636"/>
          <ac:spMkLst>
            <pc:docMk/>
            <pc:sldMk cId="4239749229" sldId="504"/>
            <ac:spMk id="2" creationId="{733E8F14-BD8C-FE29-545D-B2A99D0C8271}"/>
          </ac:spMkLst>
        </pc:spChg>
        <pc:spChg chg="del">
          <ac:chgData name="Rajarajeshwari S" userId="e4d90711455572c4" providerId="LiveId" clId="{CCD4E902-00B9-4B30-B952-A9A7A2B9871A}" dt="2026-03-31T16:41:40.326" v="1487"/>
          <ac:spMkLst>
            <pc:docMk/>
            <pc:sldMk cId="4239749229" sldId="504"/>
            <ac:spMk id="3" creationId="{EBFA8102-1464-FCE8-84F0-1B6F96DEAF1A}"/>
          </ac:spMkLst>
        </pc:spChg>
        <pc:graphicFrameChg chg="add mod modGraphic">
          <ac:chgData name="Rajarajeshwari S" userId="e4d90711455572c4" providerId="LiveId" clId="{CCD4E902-00B9-4B30-B952-A9A7A2B9871A}" dt="2026-03-31T16:41:50.435" v="1492" actId="113"/>
          <ac:graphicFrameMkLst>
            <pc:docMk/>
            <pc:sldMk cId="4239749229" sldId="504"/>
            <ac:graphicFrameMk id="4" creationId="{75F818DF-10B6-5AA4-29B0-151CCFE5BD34}"/>
          </ac:graphicFrameMkLst>
        </pc:graphicFrameChg>
      </pc:sldChg>
      <pc:sldChg chg="modSp new mod">
        <pc:chgData name="Rajarajeshwari S" userId="e4d90711455572c4" providerId="LiveId" clId="{CCD4E902-00B9-4B30-B952-A9A7A2B9871A}" dt="2026-04-01T03:27:51.248" v="1786" actId="27636"/>
        <pc:sldMkLst>
          <pc:docMk/>
          <pc:sldMk cId="3682303713" sldId="505"/>
        </pc:sldMkLst>
        <pc:spChg chg="mod">
          <ac:chgData name="Rajarajeshwari S" userId="e4d90711455572c4" providerId="LiveId" clId="{CCD4E902-00B9-4B30-B952-A9A7A2B9871A}" dt="2026-03-31T16:42:04.924" v="1495" actId="27636"/>
          <ac:spMkLst>
            <pc:docMk/>
            <pc:sldMk cId="3682303713" sldId="505"/>
            <ac:spMk id="2" creationId="{30838994-5A05-7561-9A2E-6808356D41C3}"/>
          </ac:spMkLst>
        </pc:spChg>
        <pc:spChg chg="mod">
          <ac:chgData name="Rajarajeshwari S" userId="e4d90711455572c4" providerId="LiveId" clId="{CCD4E902-00B9-4B30-B952-A9A7A2B9871A}" dt="2026-04-01T03:27:51.248" v="1786" actId="27636"/>
          <ac:spMkLst>
            <pc:docMk/>
            <pc:sldMk cId="3682303713" sldId="505"/>
            <ac:spMk id="3" creationId="{50EE84E8-8A27-5F73-2329-24CC04EDDA32}"/>
          </ac:spMkLst>
        </pc:spChg>
      </pc:sldChg>
      <pc:sldChg chg="modSp new mod">
        <pc:chgData name="Rajarajeshwari S" userId="e4d90711455572c4" providerId="LiveId" clId="{CCD4E902-00B9-4B30-B952-A9A7A2B9871A}" dt="2026-03-31T16:42:37.730" v="1505" actId="20577"/>
        <pc:sldMkLst>
          <pc:docMk/>
          <pc:sldMk cId="2380358188" sldId="506"/>
        </pc:sldMkLst>
        <pc:spChg chg="mod">
          <ac:chgData name="Rajarajeshwari S" userId="e4d90711455572c4" providerId="LiveId" clId="{CCD4E902-00B9-4B30-B952-A9A7A2B9871A}" dt="2026-03-31T16:42:33.584" v="1503" actId="27636"/>
          <ac:spMkLst>
            <pc:docMk/>
            <pc:sldMk cId="2380358188" sldId="506"/>
            <ac:spMk id="2" creationId="{BECA97BA-480E-FD35-4075-316749A9BDE5}"/>
          </ac:spMkLst>
        </pc:spChg>
        <pc:spChg chg="mod">
          <ac:chgData name="Rajarajeshwari S" userId="e4d90711455572c4" providerId="LiveId" clId="{CCD4E902-00B9-4B30-B952-A9A7A2B9871A}" dt="2026-03-31T16:42:37.730" v="1505" actId="20577"/>
          <ac:spMkLst>
            <pc:docMk/>
            <pc:sldMk cId="2380358188" sldId="506"/>
            <ac:spMk id="3" creationId="{49AB5D1E-96BE-35D9-F708-A3942F5FB894}"/>
          </ac:spMkLst>
        </pc:spChg>
      </pc:sldChg>
      <pc:sldChg chg="modSp new mod">
        <pc:chgData name="Rajarajeshwari S" userId="e4d90711455572c4" providerId="LiveId" clId="{CCD4E902-00B9-4B30-B952-A9A7A2B9871A}" dt="2026-03-31T16:43:24.752" v="1539" actId="6549"/>
        <pc:sldMkLst>
          <pc:docMk/>
          <pc:sldMk cId="1867841460" sldId="507"/>
        </pc:sldMkLst>
        <pc:spChg chg="mod">
          <ac:chgData name="Rajarajeshwari S" userId="e4d90711455572c4" providerId="LiveId" clId="{CCD4E902-00B9-4B30-B952-A9A7A2B9871A}" dt="2026-03-31T16:42:51.576" v="1509" actId="27636"/>
          <ac:spMkLst>
            <pc:docMk/>
            <pc:sldMk cId="1867841460" sldId="507"/>
            <ac:spMk id="2" creationId="{F5FA28BA-86F5-250B-D4D4-5DAE422D4E36}"/>
          </ac:spMkLst>
        </pc:spChg>
        <pc:spChg chg="mod">
          <ac:chgData name="Rajarajeshwari S" userId="e4d90711455572c4" providerId="LiveId" clId="{CCD4E902-00B9-4B30-B952-A9A7A2B9871A}" dt="2026-03-31T16:43:24.752" v="1539" actId="6549"/>
          <ac:spMkLst>
            <pc:docMk/>
            <pc:sldMk cId="1867841460" sldId="507"/>
            <ac:spMk id="3" creationId="{EF2EDC75-02D5-578C-F223-A229AE573D47}"/>
          </ac:spMkLst>
        </pc:spChg>
      </pc:sldChg>
      <pc:sldChg chg="addSp delSp modSp new mod">
        <pc:chgData name="Rajarajeshwari S" userId="e4d90711455572c4" providerId="LiveId" clId="{CCD4E902-00B9-4B30-B952-A9A7A2B9871A}" dt="2026-03-31T16:45:24.046" v="1559" actId="5793"/>
        <pc:sldMkLst>
          <pc:docMk/>
          <pc:sldMk cId="2988635387" sldId="508"/>
        </pc:sldMkLst>
        <pc:spChg chg="mod">
          <ac:chgData name="Rajarajeshwari S" userId="e4d90711455572c4" providerId="LiveId" clId="{CCD4E902-00B9-4B30-B952-A9A7A2B9871A}" dt="2026-03-31T16:44:29.268" v="1545" actId="20577"/>
          <ac:spMkLst>
            <pc:docMk/>
            <pc:sldMk cId="2988635387" sldId="508"/>
            <ac:spMk id="2" creationId="{4C1DE953-6318-7971-900C-2DA269890155}"/>
          </ac:spMkLst>
        </pc:spChg>
        <pc:spChg chg="mod">
          <ac:chgData name="Rajarajeshwari S" userId="e4d90711455572c4" providerId="LiveId" clId="{CCD4E902-00B9-4B30-B952-A9A7A2B9871A}" dt="2026-03-31T16:45:24.046" v="1559" actId="5793"/>
          <ac:spMkLst>
            <pc:docMk/>
            <pc:sldMk cId="2988635387" sldId="508"/>
            <ac:spMk id="3" creationId="{D2594109-BCEC-0102-DAF6-7445801585F7}"/>
          </ac:spMkLst>
        </pc:spChg>
        <pc:spChg chg="add del mod">
          <ac:chgData name="Rajarajeshwari S" userId="e4d90711455572c4" providerId="LiveId" clId="{CCD4E902-00B9-4B30-B952-A9A7A2B9871A}" dt="2026-03-31T16:45:18.544" v="1555" actId="478"/>
          <ac:spMkLst>
            <pc:docMk/>
            <pc:sldMk cId="2988635387" sldId="508"/>
            <ac:spMk id="4" creationId="{281CA6D0-AB44-EC37-A0D4-7A6F5A1532A3}"/>
          </ac:spMkLst>
        </pc:spChg>
      </pc:sldChg>
      <pc:sldChg chg="modSp new mod">
        <pc:chgData name="Rajarajeshwari S" userId="e4d90711455572c4" providerId="LiveId" clId="{CCD4E902-00B9-4B30-B952-A9A7A2B9871A}" dt="2026-03-31T16:49:41.739" v="1650" actId="113"/>
        <pc:sldMkLst>
          <pc:docMk/>
          <pc:sldMk cId="3082363777" sldId="509"/>
        </pc:sldMkLst>
        <pc:spChg chg="mod">
          <ac:chgData name="Rajarajeshwari S" userId="e4d90711455572c4" providerId="LiveId" clId="{CCD4E902-00B9-4B30-B952-A9A7A2B9871A}" dt="2026-03-31T16:49:06.748" v="1647" actId="1076"/>
          <ac:spMkLst>
            <pc:docMk/>
            <pc:sldMk cId="3082363777" sldId="509"/>
            <ac:spMk id="2" creationId="{38B7C02C-E87B-4908-DDBB-3002130B800D}"/>
          </ac:spMkLst>
        </pc:spChg>
        <pc:spChg chg="mod">
          <ac:chgData name="Rajarajeshwari S" userId="e4d90711455572c4" providerId="LiveId" clId="{CCD4E902-00B9-4B30-B952-A9A7A2B9871A}" dt="2026-03-31T16:49:41.739" v="1650" actId="113"/>
          <ac:spMkLst>
            <pc:docMk/>
            <pc:sldMk cId="3082363777" sldId="509"/>
            <ac:spMk id="3" creationId="{ED35C17E-2661-5FBC-E21E-99D527CD9DF1}"/>
          </ac:spMkLst>
        </pc:spChg>
      </pc:sldChg>
      <pc:sldChg chg="modSp new mod">
        <pc:chgData name="Rajarajeshwari S" userId="e4d90711455572c4" providerId="LiveId" clId="{CCD4E902-00B9-4B30-B952-A9A7A2B9871A}" dt="2026-03-31T16:45:54.513" v="1565" actId="20577"/>
        <pc:sldMkLst>
          <pc:docMk/>
          <pc:sldMk cId="112350878" sldId="510"/>
        </pc:sldMkLst>
        <pc:spChg chg="mod">
          <ac:chgData name="Rajarajeshwari S" userId="e4d90711455572c4" providerId="LiveId" clId="{CCD4E902-00B9-4B30-B952-A9A7A2B9871A}" dt="2026-03-31T16:45:51.005" v="1562" actId="27636"/>
          <ac:spMkLst>
            <pc:docMk/>
            <pc:sldMk cId="112350878" sldId="510"/>
            <ac:spMk id="2" creationId="{D09F3EB3-B508-3EF5-5AA0-B96C5923FE8E}"/>
          </ac:spMkLst>
        </pc:spChg>
        <pc:spChg chg="mod">
          <ac:chgData name="Rajarajeshwari S" userId="e4d90711455572c4" providerId="LiveId" clId="{CCD4E902-00B9-4B30-B952-A9A7A2B9871A}" dt="2026-03-31T16:45:54.513" v="1565" actId="20577"/>
          <ac:spMkLst>
            <pc:docMk/>
            <pc:sldMk cId="112350878" sldId="510"/>
            <ac:spMk id="3" creationId="{1F38DF02-3CEC-DE62-AAFB-6E01B6EB053B}"/>
          </ac:spMkLst>
        </pc:spChg>
      </pc:sldChg>
      <pc:sldChg chg="modSp new mod">
        <pc:chgData name="Rajarajeshwari S" userId="e4d90711455572c4" providerId="LiveId" clId="{CCD4E902-00B9-4B30-B952-A9A7A2B9871A}" dt="2026-03-31T16:46:09.973" v="1570" actId="20577"/>
        <pc:sldMkLst>
          <pc:docMk/>
          <pc:sldMk cId="529076958" sldId="511"/>
        </pc:sldMkLst>
        <pc:spChg chg="mod">
          <ac:chgData name="Rajarajeshwari S" userId="e4d90711455572c4" providerId="LiveId" clId="{CCD4E902-00B9-4B30-B952-A9A7A2B9871A}" dt="2026-03-31T16:46:07.707" v="1568" actId="27636"/>
          <ac:spMkLst>
            <pc:docMk/>
            <pc:sldMk cId="529076958" sldId="511"/>
            <ac:spMk id="2" creationId="{5ED03B61-0AE3-A7BA-4F8C-8E425C4B1806}"/>
          </ac:spMkLst>
        </pc:spChg>
        <pc:spChg chg="mod">
          <ac:chgData name="Rajarajeshwari S" userId="e4d90711455572c4" providerId="LiveId" clId="{CCD4E902-00B9-4B30-B952-A9A7A2B9871A}" dt="2026-03-31T16:46:09.973" v="1570" actId="20577"/>
          <ac:spMkLst>
            <pc:docMk/>
            <pc:sldMk cId="529076958" sldId="511"/>
            <ac:spMk id="3" creationId="{F37B29C7-9CE1-636B-3E44-80ECFB0C51B5}"/>
          </ac:spMkLst>
        </pc:spChg>
      </pc:sldChg>
      <pc:sldChg chg="modSp new mod">
        <pc:chgData name="Rajarajeshwari S" userId="e4d90711455572c4" providerId="LiveId" clId="{CCD4E902-00B9-4B30-B952-A9A7A2B9871A}" dt="2026-03-31T16:46:39.842" v="1592" actId="6549"/>
        <pc:sldMkLst>
          <pc:docMk/>
          <pc:sldMk cId="1145174409" sldId="512"/>
        </pc:sldMkLst>
        <pc:spChg chg="mod">
          <ac:chgData name="Rajarajeshwari S" userId="e4d90711455572c4" providerId="LiveId" clId="{CCD4E902-00B9-4B30-B952-A9A7A2B9871A}" dt="2026-03-31T16:46:24.561" v="1574" actId="27636"/>
          <ac:spMkLst>
            <pc:docMk/>
            <pc:sldMk cId="1145174409" sldId="512"/>
            <ac:spMk id="2" creationId="{72300528-82E6-9A95-5238-9BF7AC566731}"/>
          </ac:spMkLst>
        </pc:spChg>
        <pc:spChg chg="mod">
          <ac:chgData name="Rajarajeshwari S" userId="e4d90711455572c4" providerId="LiveId" clId="{CCD4E902-00B9-4B30-B952-A9A7A2B9871A}" dt="2026-03-31T16:46:39.842" v="1592" actId="6549"/>
          <ac:spMkLst>
            <pc:docMk/>
            <pc:sldMk cId="1145174409" sldId="512"/>
            <ac:spMk id="3" creationId="{FB40B16F-DF7D-BBD1-1A9B-576C95401D17}"/>
          </ac:spMkLst>
        </pc:spChg>
      </pc:sldChg>
      <pc:sldChg chg="modSp new mod">
        <pc:chgData name="Rajarajeshwari S" userId="e4d90711455572c4" providerId="LiveId" clId="{CCD4E902-00B9-4B30-B952-A9A7A2B9871A}" dt="2026-03-31T16:47:01.374" v="1597" actId="5793"/>
        <pc:sldMkLst>
          <pc:docMk/>
          <pc:sldMk cId="1863740117" sldId="513"/>
        </pc:sldMkLst>
        <pc:spChg chg="mod">
          <ac:chgData name="Rajarajeshwari S" userId="e4d90711455572c4" providerId="LiveId" clId="{CCD4E902-00B9-4B30-B952-A9A7A2B9871A}" dt="2026-03-31T16:46:57.554" v="1595" actId="27636"/>
          <ac:spMkLst>
            <pc:docMk/>
            <pc:sldMk cId="1863740117" sldId="513"/>
            <ac:spMk id="2" creationId="{B4DC041A-1798-492F-AB32-8CCC5B64BA12}"/>
          </ac:spMkLst>
        </pc:spChg>
        <pc:spChg chg="mod">
          <ac:chgData name="Rajarajeshwari S" userId="e4d90711455572c4" providerId="LiveId" clId="{CCD4E902-00B9-4B30-B952-A9A7A2B9871A}" dt="2026-03-31T16:47:01.374" v="1597" actId="5793"/>
          <ac:spMkLst>
            <pc:docMk/>
            <pc:sldMk cId="1863740117" sldId="513"/>
            <ac:spMk id="3" creationId="{787169EA-9467-F750-2D82-97DAC8F23AFE}"/>
          </ac:spMkLst>
        </pc:spChg>
      </pc:sldChg>
      <pc:sldChg chg="addSp modSp new mod">
        <pc:chgData name="Rajarajeshwari S" userId="e4d90711455572c4" providerId="LiveId" clId="{CCD4E902-00B9-4B30-B952-A9A7A2B9871A}" dt="2026-04-01T03:27:51.791" v="1787" actId="27636"/>
        <pc:sldMkLst>
          <pc:docMk/>
          <pc:sldMk cId="1562565428" sldId="514"/>
        </pc:sldMkLst>
        <pc:spChg chg="mod">
          <ac:chgData name="Rajarajeshwari S" userId="e4d90711455572c4" providerId="LiveId" clId="{CCD4E902-00B9-4B30-B952-A9A7A2B9871A}" dt="2026-03-31T16:47:25.499" v="1601" actId="27636"/>
          <ac:spMkLst>
            <pc:docMk/>
            <pc:sldMk cId="1562565428" sldId="514"/>
            <ac:spMk id="2" creationId="{FF7BDC71-9AED-3CEF-584F-7143C706A014}"/>
          </ac:spMkLst>
        </pc:spChg>
        <pc:spChg chg="mod">
          <ac:chgData name="Rajarajeshwari S" userId="e4d90711455572c4" providerId="LiveId" clId="{CCD4E902-00B9-4B30-B952-A9A7A2B9871A}" dt="2026-03-31T16:48:17.754" v="1623" actId="27636"/>
          <ac:spMkLst>
            <pc:docMk/>
            <pc:sldMk cId="1562565428" sldId="514"/>
            <ac:spMk id="3" creationId="{67F68E1A-F141-C6FA-9071-A0E9F66986AE}"/>
          </ac:spMkLst>
        </pc:spChg>
        <pc:spChg chg="add mod">
          <ac:chgData name="Rajarajeshwari S" userId="e4d90711455572c4" providerId="LiveId" clId="{CCD4E902-00B9-4B30-B952-A9A7A2B9871A}" dt="2026-04-01T03:27:51.791" v="1787" actId="27636"/>
          <ac:spMkLst>
            <pc:docMk/>
            <pc:sldMk cId="1562565428" sldId="514"/>
            <ac:spMk id="4" creationId="{9D594FEE-A20E-BA08-18A0-24933B0900FD}"/>
          </ac:spMkLst>
        </pc:spChg>
      </pc:sldChg>
      <pc:sldChg chg="modSp new mod">
        <pc:chgData name="Rajarajeshwari S" userId="e4d90711455572c4" providerId="LiveId" clId="{CCD4E902-00B9-4B30-B952-A9A7A2B9871A}" dt="2026-03-31T16:49:57.269" v="1655" actId="5793"/>
        <pc:sldMkLst>
          <pc:docMk/>
          <pc:sldMk cId="2928304385" sldId="515"/>
        </pc:sldMkLst>
        <pc:spChg chg="mod">
          <ac:chgData name="Rajarajeshwari S" userId="e4d90711455572c4" providerId="LiveId" clId="{CCD4E902-00B9-4B30-B952-A9A7A2B9871A}" dt="2026-03-31T16:49:52.545" v="1653" actId="27636"/>
          <ac:spMkLst>
            <pc:docMk/>
            <pc:sldMk cId="2928304385" sldId="515"/>
            <ac:spMk id="2" creationId="{798AE01C-FA78-30C2-8B98-0C27F3E607BE}"/>
          </ac:spMkLst>
        </pc:spChg>
        <pc:spChg chg="mod">
          <ac:chgData name="Rajarajeshwari S" userId="e4d90711455572c4" providerId="LiveId" clId="{CCD4E902-00B9-4B30-B952-A9A7A2B9871A}" dt="2026-03-31T16:49:57.269" v="1655" actId="5793"/>
          <ac:spMkLst>
            <pc:docMk/>
            <pc:sldMk cId="2928304385" sldId="515"/>
            <ac:spMk id="3" creationId="{9C6CEF12-E94C-0668-FDC2-18F91E12F11C}"/>
          </ac:spMkLst>
        </pc:spChg>
      </pc:sldChg>
      <pc:sldChg chg="modSp new mod">
        <pc:chgData name="Rajarajeshwari S" userId="e4d90711455572c4" providerId="LiveId" clId="{CCD4E902-00B9-4B30-B952-A9A7A2B9871A}" dt="2026-04-01T03:27:52.181" v="1788" actId="27636"/>
        <pc:sldMkLst>
          <pc:docMk/>
          <pc:sldMk cId="129091058" sldId="516"/>
        </pc:sldMkLst>
        <pc:spChg chg="mod">
          <ac:chgData name="Rajarajeshwari S" userId="e4d90711455572c4" providerId="LiveId" clId="{CCD4E902-00B9-4B30-B952-A9A7A2B9871A}" dt="2026-03-31T16:50:14.637" v="1658" actId="27636"/>
          <ac:spMkLst>
            <pc:docMk/>
            <pc:sldMk cId="129091058" sldId="516"/>
            <ac:spMk id="2" creationId="{85948C40-2269-07BB-DF58-FCBD7FF60A16}"/>
          </ac:spMkLst>
        </pc:spChg>
        <pc:spChg chg="mod">
          <ac:chgData name="Rajarajeshwari S" userId="e4d90711455572c4" providerId="LiveId" clId="{CCD4E902-00B9-4B30-B952-A9A7A2B9871A}" dt="2026-04-01T03:27:52.181" v="1788" actId="27636"/>
          <ac:spMkLst>
            <pc:docMk/>
            <pc:sldMk cId="129091058" sldId="516"/>
            <ac:spMk id="3" creationId="{09A9724B-B68E-6727-ED52-F374091F5B24}"/>
          </ac:spMkLst>
        </pc:spChg>
      </pc:sldChg>
      <pc:sldChg chg="modSp new mod">
        <pc:chgData name="Rajarajeshwari S" userId="e4d90711455572c4" providerId="LiveId" clId="{CCD4E902-00B9-4B30-B952-A9A7A2B9871A}" dt="2026-03-31T16:51:45.636" v="1694" actId="6549"/>
        <pc:sldMkLst>
          <pc:docMk/>
          <pc:sldMk cId="3990661530" sldId="517"/>
        </pc:sldMkLst>
        <pc:spChg chg="mod">
          <ac:chgData name="Rajarajeshwari S" userId="e4d90711455572c4" providerId="LiveId" clId="{CCD4E902-00B9-4B30-B952-A9A7A2B9871A}" dt="2026-03-31T16:51:36.696" v="1689" actId="27636"/>
          <ac:spMkLst>
            <pc:docMk/>
            <pc:sldMk cId="3990661530" sldId="517"/>
            <ac:spMk id="2" creationId="{AD8998EF-CF2D-D6A8-CE11-B16F7DFA509E}"/>
          </ac:spMkLst>
        </pc:spChg>
        <pc:spChg chg="mod">
          <ac:chgData name="Rajarajeshwari S" userId="e4d90711455572c4" providerId="LiveId" clId="{CCD4E902-00B9-4B30-B952-A9A7A2B9871A}" dt="2026-03-31T16:51:45.636" v="1694" actId="6549"/>
          <ac:spMkLst>
            <pc:docMk/>
            <pc:sldMk cId="3990661530" sldId="517"/>
            <ac:spMk id="3" creationId="{678B0501-1E17-2CDA-9532-5C8FEA4CE950}"/>
          </ac:spMkLst>
        </pc:spChg>
      </pc:sldChg>
      <pc:sldChg chg="modSp new mod">
        <pc:chgData name="Rajarajeshwari S" userId="e4d90711455572c4" providerId="LiveId" clId="{CCD4E902-00B9-4B30-B952-A9A7A2B9871A}" dt="2026-03-31T16:52:28.669" v="1713" actId="5793"/>
        <pc:sldMkLst>
          <pc:docMk/>
          <pc:sldMk cId="4232064925" sldId="518"/>
        </pc:sldMkLst>
        <pc:spChg chg="mod">
          <ac:chgData name="Rajarajeshwari S" userId="e4d90711455572c4" providerId="LiveId" clId="{CCD4E902-00B9-4B30-B952-A9A7A2B9871A}" dt="2026-03-31T16:51:59.468" v="1698" actId="27636"/>
          <ac:spMkLst>
            <pc:docMk/>
            <pc:sldMk cId="4232064925" sldId="518"/>
            <ac:spMk id="2" creationId="{44EBB60F-3D4A-8BE5-1ABC-9E26ECC130D4}"/>
          </ac:spMkLst>
        </pc:spChg>
        <pc:spChg chg="mod">
          <ac:chgData name="Rajarajeshwari S" userId="e4d90711455572c4" providerId="LiveId" clId="{CCD4E902-00B9-4B30-B952-A9A7A2B9871A}" dt="2026-03-31T16:52:28.669" v="1713" actId="5793"/>
          <ac:spMkLst>
            <pc:docMk/>
            <pc:sldMk cId="4232064925" sldId="518"/>
            <ac:spMk id="3" creationId="{579AA529-52CC-500A-2FF8-13620255C2CE}"/>
          </ac:spMkLst>
        </pc:spChg>
      </pc:sldChg>
      <pc:sldChg chg="addSp modSp new mod">
        <pc:chgData name="Rajarajeshwari S" userId="e4d90711455572c4" providerId="LiveId" clId="{CCD4E902-00B9-4B30-B952-A9A7A2B9871A}" dt="2026-04-01T03:27:52.516" v="1789" actId="27636"/>
        <pc:sldMkLst>
          <pc:docMk/>
          <pc:sldMk cId="3601821002" sldId="519"/>
        </pc:sldMkLst>
        <pc:spChg chg="mod">
          <ac:chgData name="Rajarajeshwari S" userId="e4d90711455572c4" providerId="LiveId" clId="{CCD4E902-00B9-4B30-B952-A9A7A2B9871A}" dt="2026-03-31T16:52:48.183" v="1717" actId="27636"/>
          <ac:spMkLst>
            <pc:docMk/>
            <pc:sldMk cId="3601821002" sldId="519"/>
            <ac:spMk id="2" creationId="{57F17A20-7E98-6ECD-BA75-4A4BB19EF41F}"/>
          </ac:spMkLst>
        </pc:spChg>
        <pc:spChg chg="mod">
          <ac:chgData name="Rajarajeshwari S" userId="e4d90711455572c4" providerId="LiveId" clId="{CCD4E902-00B9-4B30-B952-A9A7A2B9871A}" dt="2026-03-31T16:54:49.624" v="1776" actId="5793"/>
          <ac:spMkLst>
            <pc:docMk/>
            <pc:sldMk cId="3601821002" sldId="519"/>
            <ac:spMk id="3" creationId="{7A344D99-8890-1DC8-140F-0082212E3EB2}"/>
          </ac:spMkLst>
        </pc:spChg>
        <pc:spChg chg="add mod">
          <ac:chgData name="Rajarajeshwari S" userId="e4d90711455572c4" providerId="LiveId" clId="{CCD4E902-00B9-4B30-B952-A9A7A2B9871A}" dt="2026-04-01T03:27:52.516" v="1789" actId="27636"/>
          <ac:spMkLst>
            <pc:docMk/>
            <pc:sldMk cId="3601821002" sldId="519"/>
            <ac:spMk id="4" creationId="{E1F2BFAB-9BB2-6165-33D2-498153F1EE6A}"/>
          </ac:spMkLst>
        </pc:spChg>
      </pc:sldChg>
      <pc:sldChg chg="addSp modSp new mod">
        <pc:chgData name="Rajarajeshwari S" userId="e4d90711455572c4" providerId="LiveId" clId="{CCD4E902-00B9-4B30-B952-A9A7A2B9871A}" dt="2026-04-01T03:29:07.151" v="1798" actId="20577"/>
        <pc:sldMkLst>
          <pc:docMk/>
          <pc:sldMk cId="1377278901" sldId="520"/>
        </pc:sldMkLst>
        <pc:spChg chg="mod">
          <ac:chgData name="Rajarajeshwari S" userId="e4d90711455572c4" providerId="LiveId" clId="{CCD4E902-00B9-4B30-B952-A9A7A2B9871A}" dt="2026-04-01T03:27:50.059" v="1782" actId="20577"/>
          <ac:spMkLst>
            <pc:docMk/>
            <pc:sldMk cId="1377278901" sldId="520"/>
            <ac:spMk id="2" creationId="{50188375-D802-C8C5-9250-F8DFFD04E0CD}"/>
          </ac:spMkLst>
        </pc:spChg>
        <pc:spChg chg="mod">
          <ac:chgData name="Rajarajeshwari S" userId="e4d90711455572c4" providerId="LiveId" clId="{CCD4E902-00B9-4B30-B952-A9A7A2B9871A}" dt="2026-04-01T03:29:07.151" v="1798" actId="20577"/>
          <ac:spMkLst>
            <pc:docMk/>
            <pc:sldMk cId="1377278901" sldId="520"/>
            <ac:spMk id="3" creationId="{4E4483A2-14CD-9830-BAF1-02665A5C3EF8}"/>
          </ac:spMkLst>
        </pc:spChg>
        <pc:spChg chg="add">
          <ac:chgData name="Rajarajeshwari S" userId="e4d90711455572c4" providerId="LiveId" clId="{CCD4E902-00B9-4B30-B952-A9A7A2B9871A}" dt="2026-04-01T03:28:23.370" v="1790"/>
          <ac:spMkLst>
            <pc:docMk/>
            <pc:sldMk cId="1377278901" sldId="520"/>
            <ac:spMk id="4" creationId="{0175E887-807E-A5FB-DF34-5FED9B5C46FD}"/>
          </ac:spMkLst>
        </pc:spChg>
        <pc:spChg chg="add">
          <ac:chgData name="Rajarajeshwari S" userId="e4d90711455572c4" providerId="LiveId" clId="{CCD4E902-00B9-4B30-B952-A9A7A2B9871A}" dt="2026-04-01T03:28:23.370" v="1790"/>
          <ac:spMkLst>
            <pc:docMk/>
            <pc:sldMk cId="1377278901" sldId="520"/>
            <ac:spMk id="5" creationId="{8075B78C-9D2B-444F-2FD5-08C6B1B38747}"/>
          </ac:spMkLst>
        </pc:spChg>
        <pc:picChg chg="add">
          <ac:chgData name="Rajarajeshwari S" userId="e4d90711455572c4" providerId="LiveId" clId="{CCD4E902-00B9-4B30-B952-A9A7A2B9871A}" dt="2026-04-01T03:28:23.370" v="1790"/>
          <ac:picMkLst>
            <pc:docMk/>
            <pc:sldMk cId="1377278901" sldId="520"/>
            <ac:picMk id="1026" creationId="{62706391-BACF-E4A2-83D3-CE546B3DEEFA}"/>
          </ac:picMkLst>
        </pc:picChg>
        <pc:picChg chg="add">
          <ac:chgData name="Rajarajeshwari S" userId="e4d90711455572c4" providerId="LiveId" clId="{CCD4E902-00B9-4B30-B952-A9A7A2B9871A}" dt="2026-04-01T03:28:23.370" v="1790"/>
          <ac:picMkLst>
            <pc:docMk/>
            <pc:sldMk cId="1377278901" sldId="520"/>
            <ac:picMk id="1028" creationId="{E91939CA-A5E8-092F-1A0D-408D148C686E}"/>
          </ac:picMkLst>
        </pc:picChg>
      </pc:sldChg>
      <pc:sldChg chg="addSp delSp modSp new mod">
        <pc:chgData name="Rajarajeshwari S" userId="e4d90711455572c4" providerId="LiveId" clId="{CCD4E902-00B9-4B30-B952-A9A7A2B9871A}" dt="2026-04-01T03:31:08.093" v="1818" actId="14100"/>
        <pc:sldMkLst>
          <pc:docMk/>
          <pc:sldMk cId="1603326509" sldId="521"/>
        </pc:sldMkLst>
        <pc:spChg chg="mod">
          <ac:chgData name="Rajarajeshwari S" userId="e4d90711455572c4" providerId="LiveId" clId="{CCD4E902-00B9-4B30-B952-A9A7A2B9871A}" dt="2026-04-01T03:30:42.626" v="1804" actId="27636"/>
          <ac:spMkLst>
            <pc:docMk/>
            <pc:sldMk cId="1603326509" sldId="521"/>
            <ac:spMk id="2" creationId="{46FCB744-4FF2-C9A5-F41C-654E97F5EB84}"/>
          </ac:spMkLst>
        </pc:spChg>
        <pc:spChg chg="add del mod">
          <ac:chgData name="Rajarajeshwari S" userId="e4d90711455572c4" providerId="LiveId" clId="{CCD4E902-00B9-4B30-B952-A9A7A2B9871A}" dt="2026-04-01T03:31:08.093" v="1818" actId="14100"/>
          <ac:spMkLst>
            <pc:docMk/>
            <pc:sldMk cId="1603326509" sldId="521"/>
            <ac:spMk id="3" creationId="{D4EB2FC7-D1AB-7C6F-8267-9038C660F16C}"/>
          </ac:spMkLst>
        </pc:spChg>
        <pc:spChg chg="add mod">
          <ac:chgData name="Rajarajeshwari S" userId="e4d90711455572c4" providerId="LiveId" clId="{CCD4E902-00B9-4B30-B952-A9A7A2B9871A}" dt="2026-04-01T03:30:40.665" v="1802"/>
          <ac:spMkLst>
            <pc:docMk/>
            <pc:sldMk cId="1603326509" sldId="521"/>
            <ac:spMk id="4" creationId="{289456F8-2A85-ACEC-33A8-64DF3CB2B2F6}"/>
          </ac:spMkLst>
        </pc:spChg>
      </pc:sldChg>
      <pc:sldChg chg="modSp new mod">
        <pc:chgData name="Rajarajeshwari S" userId="e4d90711455572c4" providerId="LiveId" clId="{CCD4E902-00B9-4B30-B952-A9A7A2B9871A}" dt="2026-04-01T03:31:49.377" v="1824" actId="14100"/>
        <pc:sldMkLst>
          <pc:docMk/>
          <pc:sldMk cId="38333794" sldId="522"/>
        </pc:sldMkLst>
        <pc:spChg chg="mod">
          <ac:chgData name="Rajarajeshwari S" userId="e4d90711455572c4" providerId="LiveId" clId="{CCD4E902-00B9-4B30-B952-A9A7A2B9871A}" dt="2026-04-01T03:31:38.363" v="1822" actId="20577"/>
          <ac:spMkLst>
            <pc:docMk/>
            <pc:sldMk cId="38333794" sldId="522"/>
            <ac:spMk id="2" creationId="{24D54E90-FEFA-EA53-B181-CD0CA98B83BC}"/>
          </ac:spMkLst>
        </pc:spChg>
        <pc:spChg chg="mod">
          <ac:chgData name="Rajarajeshwari S" userId="e4d90711455572c4" providerId="LiveId" clId="{CCD4E902-00B9-4B30-B952-A9A7A2B9871A}" dt="2026-04-01T03:31:49.377" v="1824" actId="14100"/>
          <ac:spMkLst>
            <pc:docMk/>
            <pc:sldMk cId="38333794" sldId="522"/>
            <ac:spMk id="3" creationId="{FE05079E-1675-585B-DB44-4F928D5DF71D}"/>
          </ac:spMkLst>
        </pc:spChg>
      </pc:sldChg>
      <pc:sldChg chg="modSp new mod">
        <pc:chgData name="Rajarajeshwari S" userId="e4d90711455572c4" providerId="LiveId" clId="{CCD4E902-00B9-4B30-B952-A9A7A2B9871A}" dt="2026-04-01T03:32:27.046" v="1833" actId="113"/>
        <pc:sldMkLst>
          <pc:docMk/>
          <pc:sldMk cId="3832210415" sldId="523"/>
        </pc:sldMkLst>
        <pc:spChg chg="mod">
          <ac:chgData name="Rajarajeshwari S" userId="e4d90711455572c4" providerId="LiveId" clId="{CCD4E902-00B9-4B30-B952-A9A7A2B9871A}" dt="2026-04-01T03:32:06.939" v="1827" actId="27636"/>
          <ac:spMkLst>
            <pc:docMk/>
            <pc:sldMk cId="3832210415" sldId="523"/>
            <ac:spMk id="2" creationId="{9EDA3833-7867-14CA-4D42-70C8C9B99307}"/>
          </ac:spMkLst>
        </pc:spChg>
        <pc:spChg chg="mod">
          <ac:chgData name="Rajarajeshwari S" userId="e4d90711455572c4" providerId="LiveId" clId="{CCD4E902-00B9-4B30-B952-A9A7A2B9871A}" dt="2026-04-01T03:32:27.046" v="1833" actId="113"/>
          <ac:spMkLst>
            <pc:docMk/>
            <pc:sldMk cId="3832210415" sldId="523"/>
            <ac:spMk id="3" creationId="{DCBC7941-46CD-F50F-C8B7-A53E3D7B7EA8}"/>
          </ac:spMkLst>
        </pc:spChg>
      </pc:sldChg>
      <pc:sldChg chg="modSp new mod">
        <pc:chgData name="Rajarajeshwari S" userId="e4d90711455572c4" providerId="LiveId" clId="{CCD4E902-00B9-4B30-B952-A9A7A2B9871A}" dt="2026-04-01T03:32:59.928" v="1844" actId="123"/>
        <pc:sldMkLst>
          <pc:docMk/>
          <pc:sldMk cId="2962832506" sldId="524"/>
        </pc:sldMkLst>
        <pc:spChg chg="mod">
          <ac:chgData name="Rajarajeshwari S" userId="e4d90711455572c4" providerId="LiveId" clId="{CCD4E902-00B9-4B30-B952-A9A7A2B9871A}" dt="2026-04-01T03:32:37.436" v="1836" actId="27636"/>
          <ac:spMkLst>
            <pc:docMk/>
            <pc:sldMk cId="2962832506" sldId="524"/>
            <ac:spMk id="2" creationId="{9C2B22E5-85BC-84C7-D577-B5771117BF54}"/>
          </ac:spMkLst>
        </pc:spChg>
        <pc:spChg chg="mod">
          <ac:chgData name="Rajarajeshwari S" userId="e4d90711455572c4" providerId="LiveId" clId="{CCD4E902-00B9-4B30-B952-A9A7A2B9871A}" dt="2026-04-01T03:32:59.928" v="1844" actId="123"/>
          <ac:spMkLst>
            <pc:docMk/>
            <pc:sldMk cId="2962832506" sldId="524"/>
            <ac:spMk id="3" creationId="{93DD77F3-82EA-AF4D-A9AA-A45572FC3B27}"/>
          </ac:spMkLst>
        </pc:spChg>
      </pc:sldChg>
      <pc:sldChg chg="modSp new mod">
        <pc:chgData name="Rajarajeshwari S" userId="e4d90711455572c4" providerId="LiveId" clId="{CCD4E902-00B9-4B30-B952-A9A7A2B9871A}" dt="2026-04-01T03:34:51.906" v="1882"/>
        <pc:sldMkLst>
          <pc:docMk/>
          <pc:sldMk cId="2076444971" sldId="525"/>
        </pc:sldMkLst>
        <pc:spChg chg="mod">
          <ac:chgData name="Rajarajeshwari S" userId="e4d90711455572c4" providerId="LiveId" clId="{CCD4E902-00B9-4B30-B952-A9A7A2B9871A}" dt="2026-04-01T03:34:00.867" v="1860" actId="1076"/>
          <ac:spMkLst>
            <pc:docMk/>
            <pc:sldMk cId="2076444971" sldId="525"/>
            <ac:spMk id="2" creationId="{39CD0153-055C-3529-0659-942A3A8F8B79}"/>
          </ac:spMkLst>
        </pc:spChg>
        <pc:spChg chg="mod">
          <ac:chgData name="Rajarajeshwari S" userId="e4d90711455572c4" providerId="LiveId" clId="{CCD4E902-00B9-4B30-B952-A9A7A2B9871A}" dt="2026-04-01T03:34:51.906" v="1882"/>
          <ac:spMkLst>
            <pc:docMk/>
            <pc:sldMk cId="2076444971" sldId="525"/>
            <ac:spMk id="3" creationId="{EFD7469F-9824-CF2B-62C3-6D30505F98B5}"/>
          </ac:spMkLst>
        </pc:spChg>
      </pc:sldChg>
      <pc:sldChg chg="modSp new mod">
        <pc:chgData name="Rajarajeshwari S" userId="e4d90711455572c4" providerId="LiveId" clId="{CCD4E902-00B9-4B30-B952-A9A7A2B9871A}" dt="2026-04-01T03:35:24.998" v="1890" actId="123"/>
        <pc:sldMkLst>
          <pc:docMk/>
          <pc:sldMk cId="1863468937" sldId="526"/>
        </pc:sldMkLst>
        <pc:spChg chg="mod">
          <ac:chgData name="Rajarajeshwari S" userId="e4d90711455572c4" providerId="LiveId" clId="{CCD4E902-00B9-4B30-B952-A9A7A2B9871A}" dt="2026-04-01T03:35:03.547" v="1885" actId="27636"/>
          <ac:spMkLst>
            <pc:docMk/>
            <pc:sldMk cId="1863468937" sldId="526"/>
            <ac:spMk id="2" creationId="{8C1A9F6B-C062-3754-56FF-5D7C56DC32A8}"/>
          </ac:spMkLst>
        </pc:spChg>
        <pc:spChg chg="mod">
          <ac:chgData name="Rajarajeshwari S" userId="e4d90711455572c4" providerId="LiveId" clId="{CCD4E902-00B9-4B30-B952-A9A7A2B9871A}" dt="2026-04-01T03:35:24.998" v="1890" actId="123"/>
          <ac:spMkLst>
            <pc:docMk/>
            <pc:sldMk cId="1863468937" sldId="526"/>
            <ac:spMk id="3" creationId="{5BC39629-FD6B-7AEA-7611-460D6E99F760}"/>
          </ac:spMkLst>
        </pc:spChg>
      </pc:sldChg>
      <pc:sldChg chg="modSp new mod">
        <pc:chgData name="Rajarajeshwari S" userId="e4d90711455572c4" providerId="LiveId" clId="{CCD4E902-00B9-4B30-B952-A9A7A2B9871A}" dt="2026-04-01T03:35:59.315" v="1909" actId="20577"/>
        <pc:sldMkLst>
          <pc:docMk/>
          <pc:sldMk cId="207936953" sldId="527"/>
        </pc:sldMkLst>
        <pc:spChg chg="mod">
          <ac:chgData name="Rajarajeshwari S" userId="e4d90711455572c4" providerId="LiveId" clId="{CCD4E902-00B9-4B30-B952-A9A7A2B9871A}" dt="2026-04-01T03:35:35.154" v="1893" actId="27636"/>
          <ac:spMkLst>
            <pc:docMk/>
            <pc:sldMk cId="207936953" sldId="527"/>
            <ac:spMk id="2" creationId="{45233ED5-D3F3-AF7D-415E-F12806612C68}"/>
          </ac:spMkLst>
        </pc:spChg>
        <pc:spChg chg="mod">
          <ac:chgData name="Rajarajeshwari S" userId="e4d90711455572c4" providerId="LiveId" clId="{CCD4E902-00B9-4B30-B952-A9A7A2B9871A}" dt="2026-04-01T03:35:59.315" v="1909" actId="20577"/>
          <ac:spMkLst>
            <pc:docMk/>
            <pc:sldMk cId="207936953" sldId="527"/>
            <ac:spMk id="3" creationId="{CF626B42-83C5-C531-99BA-3D352697C745}"/>
          </ac:spMkLst>
        </pc:spChg>
      </pc:sldChg>
      <pc:sldChg chg="modSp new mod">
        <pc:chgData name="Rajarajeshwari S" userId="e4d90711455572c4" providerId="LiveId" clId="{CCD4E902-00B9-4B30-B952-A9A7A2B9871A}" dt="2026-04-01T03:36:45.242" v="1939" actId="123"/>
        <pc:sldMkLst>
          <pc:docMk/>
          <pc:sldMk cId="684521931" sldId="528"/>
        </pc:sldMkLst>
        <pc:spChg chg="mod">
          <ac:chgData name="Rajarajeshwari S" userId="e4d90711455572c4" providerId="LiveId" clId="{CCD4E902-00B9-4B30-B952-A9A7A2B9871A}" dt="2026-04-01T03:36:11.797" v="1917" actId="20577"/>
          <ac:spMkLst>
            <pc:docMk/>
            <pc:sldMk cId="684521931" sldId="528"/>
            <ac:spMk id="2" creationId="{42BD2232-EE52-A1BC-92C0-5153F9305FC9}"/>
          </ac:spMkLst>
        </pc:spChg>
        <pc:spChg chg="mod">
          <ac:chgData name="Rajarajeshwari S" userId="e4d90711455572c4" providerId="LiveId" clId="{CCD4E902-00B9-4B30-B952-A9A7A2B9871A}" dt="2026-04-01T03:36:45.242" v="1939" actId="123"/>
          <ac:spMkLst>
            <pc:docMk/>
            <pc:sldMk cId="684521931" sldId="528"/>
            <ac:spMk id="3" creationId="{5667E057-F9FD-9E30-B306-D695F4D0DEB5}"/>
          </ac:spMkLst>
        </pc:spChg>
      </pc:sldChg>
      <pc:sldChg chg="addSp delSp modSp new mod">
        <pc:chgData name="Rajarajeshwari S" userId="e4d90711455572c4" providerId="LiveId" clId="{CCD4E902-00B9-4B30-B952-A9A7A2B9871A}" dt="2026-04-01T03:38:17.193" v="1956" actId="27636"/>
        <pc:sldMkLst>
          <pc:docMk/>
          <pc:sldMk cId="2495460294" sldId="529"/>
        </pc:sldMkLst>
        <pc:spChg chg="mod">
          <ac:chgData name="Rajarajeshwari S" userId="e4d90711455572c4" providerId="LiveId" clId="{CCD4E902-00B9-4B30-B952-A9A7A2B9871A}" dt="2026-04-01T03:38:17.193" v="1956" actId="27636"/>
          <ac:spMkLst>
            <pc:docMk/>
            <pc:sldMk cId="2495460294" sldId="529"/>
            <ac:spMk id="2" creationId="{8CD1DC29-1AC5-033D-75CC-25E3317800FA}"/>
          </ac:spMkLst>
        </pc:spChg>
        <pc:spChg chg="del">
          <ac:chgData name="Rajarajeshwari S" userId="e4d90711455572c4" providerId="LiveId" clId="{CCD4E902-00B9-4B30-B952-A9A7A2B9871A}" dt="2026-04-01T03:37:50.453" v="1945" actId="22"/>
          <ac:spMkLst>
            <pc:docMk/>
            <pc:sldMk cId="2495460294" sldId="529"/>
            <ac:spMk id="3" creationId="{A330D974-3D2D-4F16-C869-3F4116B8B916}"/>
          </ac:spMkLst>
        </pc:spChg>
        <pc:picChg chg="add mod ord">
          <ac:chgData name="Rajarajeshwari S" userId="e4d90711455572c4" providerId="LiveId" clId="{CCD4E902-00B9-4B30-B952-A9A7A2B9871A}" dt="2026-04-01T03:37:55.904" v="1950" actId="1076"/>
          <ac:picMkLst>
            <pc:docMk/>
            <pc:sldMk cId="2495460294" sldId="529"/>
            <ac:picMk id="5" creationId="{2FB18E67-779E-8E9E-7749-A4EC1BE47E8D}"/>
          </ac:picMkLst>
        </pc:picChg>
      </pc:sldChg>
      <pc:sldChg chg="addSp modSp new mod">
        <pc:chgData name="Rajarajeshwari S" userId="e4d90711455572c4" providerId="LiveId" clId="{CCD4E902-00B9-4B30-B952-A9A7A2B9871A}" dt="2026-04-01T03:38:17.142" v="1955" actId="27636"/>
        <pc:sldMkLst>
          <pc:docMk/>
          <pc:sldMk cId="3524081199" sldId="530"/>
        </pc:sldMkLst>
        <pc:spChg chg="mod">
          <ac:chgData name="Rajarajeshwari S" userId="e4d90711455572c4" providerId="LiveId" clId="{CCD4E902-00B9-4B30-B952-A9A7A2B9871A}" dt="2026-04-01T03:38:17.142" v="1955" actId="27636"/>
          <ac:spMkLst>
            <pc:docMk/>
            <pc:sldMk cId="3524081199" sldId="530"/>
            <ac:spMk id="2" creationId="{EA0E9F03-87C3-FA7F-D511-561D029B0380}"/>
          </ac:spMkLst>
        </pc:spChg>
        <pc:picChg chg="add mod">
          <ac:chgData name="Rajarajeshwari S" userId="e4d90711455572c4" providerId="LiveId" clId="{CCD4E902-00B9-4B30-B952-A9A7A2B9871A}" dt="2026-04-01T03:37:28.005" v="1944" actId="1076"/>
          <ac:picMkLst>
            <pc:docMk/>
            <pc:sldMk cId="3524081199" sldId="530"/>
            <ac:picMk id="5" creationId="{AC33A58E-6F5C-0CBB-1B47-63A55365D2A5}"/>
          </ac:picMkLst>
        </pc:picChg>
      </pc:sldChg>
      <pc:sldChg chg="modSp new mod">
        <pc:chgData name="Rajarajeshwari S" userId="e4d90711455572c4" providerId="LiveId" clId="{CCD4E902-00B9-4B30-B952-A9A7A2B9871A}" dt="2026-04-01T03:38:39.321" v="2029" actId="6549"/>
        <pc:sldMkLst>
          <pc:docMk/>
          <pc:sldMk cId="708511890" sldId="531"/>
        </pc:sldMkLst>
        <pc:spChg chg="mod">
          <ac:chgData name="Rajarajeshwari S" userId="e4d90711455572c4" providerId="LiveId" clId="{CCD4E902-00B9-4B30-B952-A9A7A2B9871A}" dt="2026-04-01T03:38:17.019" v="1953" actId="27636"/>
          <ac:spMkLst>
            <pc:docMk/>
            <pc:sldMk cId="708511890" sldId="531"/>
            <ac:spMk id="2" creationId="{FAF5B926-F183-9146-8C72-BE5F6627368B}"/>
          </ac:spMkLst>
        </pc:spChg>
        <pc:spChg chg="mod">
          <ac:chgData name="Rajarajeshwari S" userId="e4d90711455572c4" providerId="LiveId" clId="{CCD4E902-00B9-4B30-B952-A9A7A2B9871A}" dt="2026-04-01T03:38:39.321" v="2029" actId="6549"/>
          <ac:spMkLst>
            <pc:docMk/>
            <pc:sldMk cId="708511890" sldId="531"/>
            <ac:spMk id="3" creationId="{3DC8FA9B-D6D6-6A1F-FBEA-8E45B50EE142}"/>
          </ac:spMkLst>
        </pc:spChg>
      </pc:sldChg>
      <pc:sldChg chg="modSp new mod">
        <pc:chgData name="Rajarajeshwari S" userId="e4d90711455572c4" providerId="LiveId" clId="{CCD4E902-00B9-4B30-B952-A9A7A2B9871A}" dt="2026-04-01T03:39:07.008" v="2037" actId="27636"/>
        <pc:sldMkLst>
          <pc:docMk/>
          <pc:sldMk cId="2089824911" sldId="532"/>
        </pc:sldMkLst>
        <pc:spChg chg="mod">
          <ac:chgData name="Rajarajeshwari S" userId="e4d90711455572c4" providerId="LiveId" clId="{CCD4E902-00B9-4B30-B952-A9A7A2B9871A}" dt="2026-04-01T03:38:54.205" v="2033" actId="27636"/>
          <ac:spMkLst>
            <pc:docMk/>
            <pc:sldMk cId="2089824911" sldId="532"/>
            <ac:spMk id="2" creationId="{9739B499-DC96-B772-4064-91DFD5F1C395}"/>
          </ac:spMkLst>
        </pc:spChg>
        <pc:spChg chg="mod">
          <ac:chgData name="Rajarajeshwari S" userId="e4d90711455572c4" providerId="LiveId" clId="{CCD4E902-00B9-4B30-B952-A9A7A2B9871A}" dt="2026-04-01T03:39:07.008" v="2037" actId="27636"/>
          <ac:spMkLst>
            <pc:docMk/>
            <pc:sldMk cId="2089824911" sldId="532"/>
            <ac:spMk id="3" creationId="{BD1D1039-5B3D-2A4A-6597-300DB1B4B3A7}"/>
          </ac:spMkLst>
        </pc:spChg>
      </pc:sldChg>
      <pc:sldChg chg="modSp new mod">
        <pc:chgData name="Rajarajeshwari S" userId="e4d90711455572c4" providerId="LiveId" clId="{CCD4E902-00B9-4B30-B952-A9A7A2B9871A}" dt="2026-04-01T03:39:49.466" v="2046" actId="27636"/>
        <pc:sldMkLst>
          <pc:docMk/>
          <pc:sldMk cId="3172534122" sldId="533"/>
        </pc:sldMkLst>
        <pc:spChg chg="mod">
          <ac:chgData name="Rajarajeshwari S" userId="e4d90711455572c4" providerId="LiveId" clId="{CCD4E902-00B9-4B30-B952-A9A7A2B9871A}" dt="2026-04-01T03:39:29.206" v="2040" actId="27636"/>
          <ac:spMkLst>
            <pc:docMk/>
            <pc:sldMk cId="3172534122" sldId="533"/>
            <ac:spMk id="2" creationId="{48C1C904-9046-373C-5DCB-F01625C01E71}"/>
          </ac:spMkLst>
        </pc:spChg>
        <pc:spChg chg="mod">
          <ac:chgData name="Rajarajeshwari S" userId="e4d90711455572c4" providerId="LiveId" clId="{CCD4E902-00B9-4B30-B952-A9A7A2B9871A}" dt="2026-04-01T03:39:49.466" v="2046" actId="27636"/>
          <ac:spMkLst>
            <pc:docMk/>
            <pc:sldMk cId="3172534122" sldId="533"/>
            <ac:spMk id="3" creationId="{48BA0164-2245-ACD3-5086-2805961376F9}"/>
          </ac:spMkLst>
        </pc:spChg>
      </pc:sldChg>
      <pc:sldChg chg="modSp new mod">
        <pc:chgData name="Rajarajeshwari S" userId="e4d90711455572c4" providerId="LiveId" clId="{CCD4E902-00B9-4B30-B952-A9A7A2B9871A}" dt="2026-04-01T03:40:53.504" v="2055" actId="20577"/>
        <pc:sldMkLst>
          <pc:docMk/>
          <pc:sldMk cId="1586578768" sldId="534"/>
        </pc:sldMkLst>
        <pc:spChg chg="mod">
          <ac:chgData name="Rajarajeshwari S" userId="e4d90711455572c4" providerId="LiveId" clId="{CCD4E902-00B9-4B30-B952-A9A7A2B9871A}" dt="2026-04-01T03:39:53.606" v="2049" actId="27636"/>
          <ac:spMkLst>
            <pc:docMk/>
            <pc:sldMk cId="1586578768" sldId="534"/>
            <ac:spMk id="2" creationId="{BC105078-B40B-9FD2-E276-25DEDC720894}"/>
          </ac:spMkLst>
        </pc:spChg>
        <pc:spChg chg="mod">
          <ac:chgData name="Rajarajeshwari S" userId="e4d90711455572c4" providerId="LiveId" clId="{CCD4E902-00B9-4B30-B952-A9A7A2B9871A}" dt="2026-04-01T03:40:53.504" v="2055" actId="20577"/>
          <ac:spMkLst>
            <pc:docMk/>
            <pc:sldMk cId="1586578768" sldId="534"/>
            <ac:spMk id="3" creationId="{75C4D035-FE93-5B5F-F147-B22853EC80F4}"/>
          </ac:spMkLst>
        </pc:spChg>
      </pc:sldChg>
      <pc:sldChg chg="new del">
        <pc:chgData name="Rajarajeshwari S" userId="e4d90711455572c4" providerId="LiveId" clId="{CCD4E902-00B9-4B30-B952-A9A7A2B9871A}" dt="2026-04-01T03:40:38.213" v="2051" actId="47"/>
        <pc:sldMkLst>
          <pc:docMk/>
          <pc:sldMk cId="1675729174" sldId="53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367880-2DA9-4115-9868-BB222F67D15D}" type="datetimeFigureOut">
              <a:rPr lang="en-IN" smtClean="0"/>
              <a:t>25-04-2026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1EF322-DE0A-4F8B-AB01-B8CD358240E9}" type="slidenum">
              <a:rPr lang="en-IN" smtClean="0"/>
              <a:t>‹#›</a:t>
            </a:fld>
            <a:endParaRPr lang="en-IN"/>
          </a:p>
        </p:txBody>
      </p:sp>
    </p:spTree>
    <p:extLst>
      <p:ext uri="{BB962C8B-B14F-4D97-AF65-F5344CB8AC3E}">
        <p14:creationId xmlns:p14="http://schemas.microsoft.com/office/powerpoint/2010/main" val="1234944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ctr">
              <a:lnSpc>
                <a:spcPct val="85000"/>
              </a:lnSpc>
              <a:defRPr sz="6600" b="1" spc="-50" baseline="0">
                <a:solidFill>
                  <a:schemeClr val="tx1">
                    <a:lumMod val="85000"/>
                    <a:lumOff val="15000"/>
                  </a:schemeClr>
                </a:solidFill>
              </a:defRPr>
            </a:lvl1pPr>
          </a:lstStyle>
          <a:p>
            <a:r>
              <a:rPr lang="en-US" dirty="0"/>
              <a:t>Click to edit Master title style</a:t>
            </a:r>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22B3854-2F0D-42E5-836C-999B4016D793}" type="datetimeFigureOut">
              <a:rPr lang="en-IN" smtClean="0"/>
              <a:t>25-04-2026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8325E4-7E4B-49F6-9E1B-931F0BCB2F99}"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5866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25842" y="370001"/>
            <a:ext cx="10058400" cy="677258"/>
          </a:xfrm>
        </p:spPr>
        <p:txBody>
          <a:bodyPr/>
          <a:lstStyle>
            <a:lvl1pPr marL="0">
              <a:defRPr b="1">
                <a:solidFill>
                  <a:schemeClr val="tx1"/>
                </a:solidFill>
              </a:defRPr>
            </a:lvl1pPr>
          </a:lstStyle>
          <a:p>
            <a:r>
              <a:rPr lang="en-US" dirty="0"/>
              <a:t>Click to edit Master title style</a:t>
            </a:r>
          </a:p>
        </p:txBody>
      </p:sp>
      <p:sp>
        <p:nvSpPr>
          <p:cNvPr id="3" name="Content Placeholder 2"/>
          <p:cNvSpPr>
            <a:spLocks noGrp="1"/>
          </p:cNvSpPr>
          <p:nvPr>
            <p:ph idx="1"/>
          </p:nvPr>
        </p:nvSpPr>
        <p:spPr>
          <a:xfrm>
            <a:off x="1168717" y="1908666"/>
            <a:ext cx="10058400" cy="4217604"/>
          </a:xfrm>
        </p:spPr>
        <p:txBody>
          <a:bodyPr/>
          <a:lstStyle>
            <a:lvl1pPr marL="361950" indent="-361950">
              <a:buFont typeface="Arial" panose="020B0604020202020204" pitchFamily="34" charset="0"/>
              <a:buChar char="•"/>
              <a:defRPr sz="2400">
                <a:solidFill>
                  <a:schemeClr val="tx1"/>
                </a:solidFill>
              </a:defRPr>
            </a:lvl1pPr>
            <a:lvl2pPr marL="542925" indent="-342900">
              <a:buFont typeface="Arial" panose="020B0604020202020204" pitchFamily="34" charset="0"/>
              <a:buChar char="•"/>
              <a:defRPr sz="2400">
                <a:solidFill>
                  <a:schemeClr val="tx1"/>
                </a:solidFill>
              </a:defRPr>
            </a:lvl2pPr>
            <a:lvl3pPr marL="714375" indent="-330200">
              <a:buFont typeface="Arial" panose="020B0604020202020204" pitchFamily="34" charset="0"/>
              <a:buChar char="•"/>
              <a:tabLst>
                <a:tab pos="714375" algn="l"/>
              </a:tabLst>
              <a:defRPr sz="2400">
                <a:solidFill>
                  <a:schemeClr val="tx1"/>
                </a:solidFill>
              </a:defRPr>
            </a:lvl3pPr>
            <a:lvl4pPr marL="895350" indent="-266700">
              <a:buFont typeface="Arial" panose="020B0604020202020204" pitchFamily="34" charset="0"/>
              <a:buChar char="•"/>
              <a:defRPr sz="2400">
                <a:solidFill>
                  <a:schemeClr val="tx1"/>
                </a:solidFill>
              </a:defRPr>
            </a:lvl4pPr>
            <a:lvl5pPr marL="1162050" indent="-352425">
              <a:buFont typeface="Arial" panose="020B0604020202020204" pitchFamily="34" charset="0"/>
              <a:buChar char="•"/>
              <a:defRPr sz="2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D22B3854-2F0D-42E5-836C-999B4016D793}" type="datetimeFigureOut">
              <a:rPr lang="en-IN" smtClean="0"/>
              <a:t>25-04-2026</a:t>
            </a:fld>
            <a:endParaRPr lang="en-IN"/>
          </a:p>
        </p:txBody>
      </p:sp>
      <p:sp>
        <p:nvSpPr>
          <p:cNvPr id="5" name="Footer Placeholder 4"/>
          <p:cNvSpPr>
            <a:spLocks noGrp="1"/>
          </p:cNvSpPr>
          <p:nvPr>
            <p:ph type="ftr" sz="quarter" idx="11"/>
          </p:nvPr>
        </p:nvSpPr>
        <p:spPr/>
        <p:txBody>
          <a:bodyPr/>
          <a:lstStyle/>
          <a:p>
            <a:r>
              <a:rPr lang="en-US" dirty="0"/>
              <a:t>Dr </a:t>
            </a:r>
            <a:r>
              <a:rPr lang="en-US" dirty="0" err="1"/>
              <a:t>s.rajarajeswari</a:t>
            </a:r>
            <a:endParaRPr lang="en-IN" dirty="0"/>
          </a:p>
        </p:txBody>
      </p:sp>
      <p:sp>
        <p:nvSpPr>
          <p:cNvPr id="6" name="Slide Number Placeholder 5"/>
          <p:cNvSpPr>
            <a:spLocks noGrp="1"/>
          </p:cNvSpPr>
          <p:nvPr>
            <p:ph type="sldNum" sz="quarter" idx="12"/>
          </p:nvPr>
        </p:nvSpPr>
        <p:spPr/>
        <p:txBody>
          <a:bodyPr/>
          <a:lstStyle/>
          <a:p>
            <a:fld id="{518325E4-7E4B-49F6-9E1B-931F0BCB2F99}" type="slidenum">
              <a:rPr lang="en-IN" smtClean="0"/>
              <a:t>‹#›</a:t>
            </a:fld>
            <a:endParaRPr lang="en-IN" dirty="0"/>
          </a:p>
        </p:txBody>
      </p:sp>
      <p:sp>
        <p:nvSpPr>
          <p:cNvPr id="8" name="Rectangle 7">
            <a:extLst>
              <a:ext uri="{FF2B5EF4-FFF2-40B4-BE49-F238E27FC236}">
                <a16:creationId xmlns:a16="http://schemas.microsoft.com/office/drawing/2014/main" id="{395C9C08-912F-9753-A37D-05162F3F7943}"/>
              </a:ext>
            </a:extLst>
          </p:cNvPr>
          <p:cNvSpPr/>
          <p:nvPr userDrawn="1"/>
        </p:nvSpPr>
        <p:spPr>
          <a:xfrm>
            <a:off x="1025842" y="1569483"/>
            <a:ext cx="10563225" cy="17242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cxnSp>
        <p:nvCxnSpPr>
          <p:cNvPr id="10" name="Straight Connector 9">
            <a:extLst>
              <a:ext uri="{FF2B5EF4-FFF2-40B4-BE49-F238E27FC236}">
                <a16:creationId xmlns:a16="http://schemas.microsoft.com/office/drawing/2014/main" id="{EB51CC6F-C1BB-D139-AAC2-815E43055820}"/>
              </a:ext>
            </a:extLst>
          </p:cNvPr>
          <p:cNvCxnSpPr/>
          <p:nvPr userDrawn="1"/>
        </p:nvCxnSpPr>
        <p:spPr>
          <a:xfrm>
            <a:off x="1025842" y="1295400"/>
            <a:ext cx="10201275" cy="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9069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2B3854-2F0D-42E5-836C-999B4016D793}" type="datetimeFigureOut">
              <a:rPr lang="en-IN" smtClean="0"/>
              <a:t>25-04-2026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8325E4-7E4B-49F6-9E1B-931F0BCB2F99}"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77687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22B3854-2F0D-42E5-836C-999B4016D793}" type="datetimeFigureOut">
              <a:rPr lang="en-IN" smtClean="0"/>
              <a:t>25-04-2026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316378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22B3854-2F0D-42E5-836C-999B4016D793}" type="datetimeFigureOut">
              <a:rPr lang="en-IN" smtClean="0"/>
              <a:t>25-04-2026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3274094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22B3854-2F0D-42E5-836C-999B4016D793}" type="datetimeFigureOut">
              <a:rPr lang="en-IN" smtClean="0"/>
              <a:t>25-04-2026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4207415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22B3854-2F0D-42E5-836C-999B4016D793}" type="datetimeFigureOut">
              <a:rPr lang="en-IN" smtClean="0"/>
              <a:t>25-04-2026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1433324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22B3854-2F0D-42E5-836C-999B4016D793}" type="datetimeFigureOut">
              <a:rPr lang="en-IN" smtClean="0"/>
              <a:t>25-04-2026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18325E4-7E4B-49F6-9E1B-931F0BCB2F99}" type="slidenum">
              <a:rPr lang="en-IN" smtClean="0"/>
              <a:t>‹#›</a:t>
            </a:fld>
            <a:endParaRPr lang="en-IN"/>
          </a:p>
        </p:txBody>
      </p:sp>
    </p:spTree>
    <p:extLst>
      <p:ext uri="{BB962C8B-B14F-4D97-AF65-F5344CB8AC3E}">
        <p14:creationId xmlns:p14="http://schemas.microsoft.com/office/powerpoint/2010/main" val="3763885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22B3854-2F0D-42E5-836C-999B4016D793}" type="datetimeFigureOut">
              <a:rPr lang="en-IN" smtClean="0"/>
              <a:t>25-04-2026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530577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2B3854-2F0D-42E5-836C-999B4016D793}" type="datetimeFigureOut">
              <a:rPr lang="en-IN" smtClean="0"/>
              <a:t>25-04-2026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2421800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2B3854-2F0D-42E5-836C-999B4016D793}" type="datetimeFigureOut">
              <a:rPr lang="en-IN" smtClean="0"/>
              <a:t>25-04-2026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42034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22B3854-2F0D-42E5-836C-999B4016D793}" type="datetimeFigureOut">
              <a:rPr lang="en-IN" smtClean="0"/>
              <a:t>25-04-2026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18325E4-7E4B-49F6-9E1B-931F0BCB2F99}"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653249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geeksforgeeks.org/dsa/reservoir-sampling/"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9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30AB0-E2A7-A94E-073C-A411BCE69B37}"/>
              </a:ext>
            </a:extLst>
          </p:cNvPr>
          <p:cNvSpPr>
            <a:spLocks noGrp="1"/>
          </p:cNvSpPr>
          <p:nvPr>
            <p:ph type="ctrTitle"/>
          </p:nvPr>
        </p:nvSpPr>
        <p:spPr>
          <a:xfrm>
            <a:off x="1097280" y="758952"/>
            <a:ext cx="10058400" cy="2797048"/>
          </a:xfrm>
        </p:spPr>
        <p:txBody>
          <a:bodyPr/>
          <a:lstStyle/>
          <a:p>
            <a:r>
              <a:rPr lang="en-US" dirty="0"/>
              <a:t>Module 5</a:t>
            </a:r>
            <a:endParaRPr lang="en-IN" sz="6600" dirty="0"/>
          </a:p>
        </p:txBody>
      </p:sp>
      <p:sp>
        <p:nvSpPr>
          <p:cNvPr id="3" name="Subtitle 2">
            <a:extLst>
              <a:ext uri="{FF2B5EF4-FFF2-40B4-BE49-F238E27FC236}">
                <a16:creationId xmlns:a16="http://schemas.microsoft.com/office/drawing/2014/main" id="{EAF87500-0C3E-CFCE-5683-C0C03EBB0BEB}"/>
              </a:ext>
            </a:extLst>
          </p:cNvPr>
          <p:cNvSpPr>
            <a:spLocks noGrp="1"/>
          </p:cNvSpPr>
          <p:nvPr>
            <p:ph type="subTitle" idx="1"/>
          </p:nvPr>
        </p:nvSpPr>
        <p:spPr/>
        <p:txBody>
          <a:bodyPr/>
          <a:lstStyle/>
          <a:p>
            <a:r>
              <a:rPr lang="en-US" dirty="0"/>
              <a:t>Dr </a:t>
            </a:r>
            <a:r>
              <a:rPr lang="en-US" dirty="0" err="1"/>
              <a:t>S.Rajarajeswari</a:t>
            </a:r>
            <a:endParaRPr lang="en-IN" dirty="0"/>
          </a:p>
        </p:txBody>
      </p:sp>
    </p:spTree>
    <p:extLst>
      <p:ext uri="{BB962C8B-B14F-4D97-AF65-F5344CB8AC3E}">
        <p14:creationId xmlns:p14="http://schemas.microsoft.com/office/powerpoint/2010/main" val="17312497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C43A4-56B7-4EF0-4B5B-60872B1AF7BA}"/>
              </a:ext>
            </a:extLst>
          </p:cNvPr>
          <p:cNvSpPr>
            <a:spLocks noGrp="1"/>
          </p:cNvSpPr>
          <p:nvPr>
            <p:ph type="title"/>
          </p:nvPr>
        </p:nvSpPr>
        <p:spPr>
          <a:xfrm>
            <a:off x="741680" y="370001"/>
            <a:ext cx="10342562" cy="677258"/>
          </a:xfrm>
        </p:spPr>
        <p:txBody>
          <a:bodyPr>
            <a:normAutofit fontScale="90000"/>
          </a:bodyPr>
          <a:lstStyle/>
          <a:p>
            <a:r>
              <a:rPr lang="en-US" dirty="0"/>
              <a:t>Long-Term Dependencies </a:t>
            </a:r>
            <a:endParaRPr lang="en-IN" dirty="0"/>
          </a:p>
        </p:txBody>
      </p:sp>
      <p:sp>
        <p:nvSpPr>
          <p:cNvPr id="3" name="Content Placeholder 2">
            <a:extLst>
              <a:ext uri="{FF2B5EF4-FFF2-40B4-BE49-F238E27FC236}">
                <a16:creationId xmlns:a16="http://schemas.microsoft.com/office/drawing/2014/main" id="{5F159B50-5A96-A62A-53BC-3F0E5E1BF640}"/>
              </a:ext>
            </a:extLst>
          </p:cNvPr>
          <p:cNvSpPr>
            <a:spLocks noGrp="1"/>
          </p:cNvSpPr>
          <p:nvPr>
            <p:ph idx="1"/>
          </p:nvPr>
        </p:nvSpPr>
        <p:spPr>
          <a:xfrm>
            <a:off x="629920" y="1371600"/>
            <a:ext cx="10627677" cy="4744510"/>
          </a:xfrm>
        </p:spPr>
        <p:txBody>
          <a:bodyPr>
            <a:normAutofit/>
          </a:bodyPr>
          <a:lstStyle/>
          <a:p>
            <a:pPr algn="just"/>
            <a:r>
              <a:rPr lang="en-US" sz="3200" dirty="0"/>
              <a:t>Long-term dependencies refer to the challenge in machine learning models, particularly recurrent neural networks (RNNs), where the model </a:t>
            </a:r>
            <a:r>
              <a:rPr lang="en-US" sz="3200" b="1" dirty="0"/>
              <a:t>struggles to learn and retain information from earlier parts</a:t>
            </a:r>
            <a:r>
              <a:rPr lang="en-US" sz="3200" dirty="0"/>
              <a:t> of a sequence when making predictions about later parts. </a:t>
            </a:r>
          </a:p>
          <a:p>
            <a:pPr algn="just"/>
            <a:r>
              <a:rPr lang="en-US" sz="3200" dirty="0"/>
              <a:t>This issue arises due to the vanishing or exploding gradient problem during training, making it hard for the model to capture relationships over long distances in data like </a:t>
            </a:r>
            <a:r>
              <a:rPr lang="en-US" sz="3200" b="1" dirty="0"/>
              <a:t>text, time series, or speech.</a:t>
            </a:r>
          </a:p>
          <a:p>
            <a:pPr algn="just">
              <a:lnSpc>
                <a:spcPct val="120000"/>
              </a:lnSpc>
              <a:spcBef>
                <a:spcPts val="0"/>
              </a:spcBef>
              <a:spcAft>
                <a:spcPts val="0"/>
              </a:spcAft>
            </a:pPr>
            <a:endParaRPr lang="en-IN" sz="3200" dirty="0"/>
          </a:p>
        </p:txBody>
      </p:sp>
    </p:spTree>
    <p:extLst>
      <p:ext uri="{BB962C8B-B14F-4D97-AF65-F5344CB8AC3E}">
        <p14:creationId xmlns:p14="http://schemas.microsoft.com/office/powerpoint/2010/main" val="38859852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DEFDB-F33B-11AB-D1A5-1949092A7EFC}"/>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D47EB76F-440D-4018-4B36-39A7CAB67EA0}"/>
              </a:ext>
            </a:extLst>
          </p:cNvPr>
          <p:cNvSpPr>
            <a:spLocks noGrp="1"/>
          </p:cNvSpPr>
          <p:nvPr>
            <p:ph idx="1"/>
          </p:nvPr>
        </p:nvSpPr>
        <p:spPr>
          <a:xfrm>
            <a:off x="346841" y="1345324"/>
            <a:ext cx="11498317" cy="4707373"/>
          </a:xfrm>
        </p:spPr>
        <p:txBody>
          <a:bodyPr>
            <a:noAutofit/>
          </a:bodyPr>
          <a:lstStyle/>
          <a:p>
            <a:r>
              <a:rPr lang="en-US" sz="2800" b="1" dirty="0"/>
              <a:t>Why It Happens</a:t>
            </a:r>
          </a:p>
          <a:p>
            <a:r>
              <a:rPr lang="en-US" sz="2800" dirty="0"/>
              <a:t>In standard RNNs, information is passed through hidden states across time steps. As sequences grow longer:</a:t>
            </a:r>
          </a:p>
          <a:p>
            <a:r>
              <a:rPr lang="en-US" sz="2800" dirty="0"/>
              <a:t>Gradients (used in backpropagation) can diminish exponentially (vanishing gradients), causing the model to forget early information.</a:t>
            </a:r>
          </a:p>
          <a:p>
            <a:r>
              <a:rPr lang="en-US" sz="2800" dirty="0"/>
              <a:t>Or they can grow uncontrollably (exploding gradients), leading to unstable training.</a:t>
            </a:r>
          </a:p>
          <a:p>
            <a:r>
              <a:rPr lang="en-US" sz="2800" dirty="0"/>
              <a:t>For example, in natural language processing, a sentence like "The cat, which was chased by the dog after jumping over the fence and running through the yard, finally climbed the tree" requires remembering "cat" much later to resolve dependencies.</a:t>
            </a:r>
            <a:endParaRPr lang="en-IN" sz="2800" dirty="0"/>
          </a:p>
        </p:txBody>
      </p:sp>
    </p:spTree>
    <p:extLst>
      <p:ext uri="{BB962C8B-B14F-4D97-AF65-F5344CB8AC3E}">
        <p14:creationId xmlns:p14="http://schemas.microsoft.com/office/powerpoint/2010/main" val="35012996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6C7A6-89D7-5086-4EC1-297EF951B6F1}"/>
              </a:ext>
            </a:extLst>
          </p:cNvPr>
          <p:cNvSpPr>
            <a:spLocks noGrp="1"/>
          </p:cNvSpPr>
          <p:nvPr>
            <p:ph type="title"/>
          </p:nvPr>
        </p:nvSpPr>
        <p:spPr/>
        <p:txBody>
          <a:bodyPr>
            <a:normAutofit fontScale="90000"/>
          </a:bodyPr>
          <a:lstStyle/>
          <a:p>
            <a:r>
              <a:rPr lang="en-US" dirty="0"/>
              <a:t>Problem with Long-Term Dependencies in RNN</a:t>
            </a:r>
            <a:endParaRPr lang="en-IN" dirty="0"/>
          </a:p>
        </p:txBody>
      </p:sp>
      <p:sp>
        <p:nvSpPr>
          <p:cNvPr id="3" name="Content Placeholder 2">
            <a:extLst>
              <a:ext uri="{FF2B5EF4-FFF2-40B4-BE49-F238E27FC236}">
                <a16:creationId xmlns:a16="http://schemas.microsoft.com/office/drawing/2014/main" id="{5238BCF3-00DA-1701-CF1E-B161E009EBB9}"/>
              </a:ext>
            </a:extLst>
          </p:cNvPr>
          <p:cNvSpPr>
            <a:spLocks noGrp="1"/>
          </p:cNvSpPr>
          <p:nvPr>
            <p:ph idx="1"/>
          </p:nvPr>
        </p:nvSpPr>
        <p:spPr>
          <a:xfrm>
            <a:off x="536029" y="1334815"/>
            <a:ext cx="11435254" cy="4855778"/>
          </a:xfrm>
        </p:spPr>
        <p:txBody>
          <a:bodyPr>
            <a:normAutofit/>
          </a:bodyPr>
          <a:lstStyle/>
          <a:p>
            <a:pPr fontAlgn="base"/>
            <a:r>
              <a:rPr lang="en-US" dirty="0"/>
              <a:t>Recurrent Neural Networks (RNNs) are designed to handle sequential data by maintaining a hidden state that </a:t>
            </a:r>
            <a:r>
              <a:rPr lang="en-US" b="1" dirty="0"/>
              <a:t>captures information from previous time steps. </a:t>
            </a:r>
          </a:p>
          <a:p>
            <a:pPr fontAlgn="base"/>
            <a:r>
              <a:rPr lang="en-US" dirty="0"/>
              <a:t>However they often face challenges in learning long-term dependencies where </a:t>
            </a:r>
            <a:r>
              <a:rPr lang="en-US" b="1" dirty="0"/>
              <a:t>information from distant time steps becomes crucial for making accurate predictions for current state. </a:t>
            </a:r>
          </a:p>
          <a:p>
            <a:pPr fontAlgn="base"/>
            <a:r>
              <a:rPr lang="en-US" dirty="0"/>
              <a:t>This problem is known as the vanishing gradient or exploding gradient problem.</a:t>
            </a:r>
          </a:p>
          <a:p>
            <a:pPr fontAlgn="base"/>
            <a:r>
              <a:rPr lang="en-US" b="1" dirty="0"/>
              <a:t>Vanishing Gradient</a:t>
            </a:r>
            <a:r>
              <a:rPr lang="en-US" dirty="0"/>
              <a:t>: When training a model over time, the gradients which help the model learn can </a:t>
            </a:r>
            <a:r>
              <a:rPr lang="en-US" b="1" dirty="0"/>
              <a:t>shrink as they pass through many steps</a:t>
            </a:r>
            <a:r>
              <a:rPr lang="en-US" dirty="0"/>
              <a:t>. This makes it hard for the model to learn long-term patterns since earlier information becomes almost irrelevant.</a:t>
            </a:r>
          </a:p>
          <a:p>
            <a:pPr fontAlgn="base"/>
            <a:r>
              <a:rPr lang="en-US" b="1" dirty="0"/>
              <a:t>Exploding Gradient</a:t>
            </a:r>
            <a:r>
              <a:rPr lang="en-US" dirty="0"/>
              <a:t>: Sometimes gradients can grow too large causing instability. This makes it difficult for the model to learn properly as the updates to the model become erratic and unpredictable.</a:t>
            </a:r>
          </a:p>
          <a:p>
            <a:endParaRPr lang="en-IN" dirty="0"/>
          </a:p>
        </p:txBody>
      </p:sp>
    </p:spTree>
    <p:extLst>
      <p:ext uri="{BB962C8B-B14F-4D97-AF65-F5344CB8AC3E}">
        <p14:creationId xmlns:p14="http://schemas.microsoft.com/office/powerpoint/2010/main" val="133433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F33D2-12C5-79A6-45BD-A25CF24780F7}"/>
              </a:ext>
            </a:extLst>
          </p:cNvPr>
          <p:cNvSpPr>
            <a:spLocks noGrp="1"/>
          </p:cNvSpPr>
          <p:nvPr>
            <p:ph type="title"/>
          </p:nvPr>
        </p:nvSpPr>
        <p:spPr/>
        <p:txBody>
          <a:bodyPr>
            <a:normAutofit fontScale="90000"/>
          </a:bodyPr>
          <a:lstStyle/>
          <a:p>
            <a:r>
              <a:rPr lang="en-US" dirty="0"/>
              <a:t>Solutions</a:t>
            </a:r>
            <a:endParaRPr lang="en-IN" dirty="0"/>
          </a:p>
        </p:txBody>
      </p:sp>
      <p:sp>
        <p:nvSpPr>
          <p:cNvPr id="3" name="Content Placeholder 2">
            <a:extLst>
              <a:ext uri="{FF2B5EF4-FFF2-40B4-BE49-F238E27FC236}">
                <a16:creationId xmlns:a16="http://schemas.microsoft.com/office/drawing/2014/main" id="{53885EA6-400B-26C8-D568-FC1DFB5D02FE}"/>
              </a:ext>
            </a:extLst>
          </p:cNvPr>
          <p:cNvSpPr>
            <a:spLocks noGrp="1"/>
          </p:cNvSpPr>
          <p:nvPr>
            <p:ph idx="1"/>
          </p:nvPr>
        </p:nvSpPr>
        <p:spPr>
          <a:xfrm>
            <a:off x="861848" y="1355834"/>
            <a:ext cx="10365269" cy="4770436"/>
          </a:xfrm>
        </p:spPr>
        <p:txBody>
          <a:bodyPr>
            <a:normAutofit lnSpcReduction="10000"/>
          </a:bodyPr>
          <a:lstStyle/>
          <a:p>
            <a:pPr algn="just"/>
            <a:r>
              <a:rPr lang="en-US" dirty="0"/>
              <a:t>Several architectures and techniques address this:</a:t>
            </a:r>
          </a:p>
          <a:p>
            <a:pPr algn="just"/>
            <a:r>
              <a:rPr lang="en-US" b="1" dirty="0"/>
              <a:t>Long Short-Term Memory (LSTM) Networks</a:t>
            </a:r>
            <a:r>
              <a:rPr lang="en-US" dirty="0"/>
              <a:t>: Introduced gates (input, forget, output) to control what information to keep, discard, or output. This allows selective memory over long sequences.</a:t>
            </a:r>
          </a:p>
          <a:p>
            <a:pPr algn="just"/>
            <a:r>
              <a:rPr lang="en-US" b="1" dirty="0"/>
              <a:t>Gated Recurrent Units (GRUs)</a:t>
            </a:r>
            <a:r>
              <a:rPr lang="en-US" dirty="0"/>
              <a:t>: A simplified LSTM variant with fewer gates, often performing similarly with less computational cost.</a:t>
            </a:r>
          </a:p>
          <a:p>
            <a:pPr algn="just"/>
            <a:r>
              <a:rPr lang="en-US" b="1" dirty="0"/>
              <a:t>Transformers</a:t>
            </a:r>
            <a:r>
              <a:rPr lang="en-US" dirty="0"/>
              <a:t>: Use self-attention mechanisms to directly connect all positions in a sequence, bypassing sequential processing. This enables parallel computation and better handling of long-range dependencies (e.g., in models like BERT or GPT).</a:t>
            </a:r>
          </a:p>
          <a:p>
            <a:pPr algn="just"/>
            <a:r>
              <a:rPr lang="en-US" b="1" dirty="0"/>
              <a:t>Other Approaches</a:t>
            </a:r>
            <a:r>
              <a:rPr lang="en-US" dirty="0"/>
              <a:t>: Residual connections (e.g., in </a:t>
            </a:r>
            <a:r>
              <a:rPr lang="en-US" dirty="0" err="1"/>
              <a:t>ResNets</a:t>
            </a:r>
            <a:r>
              <a:rPr lang="en-US" dirty="0"/>
              <a:t> adapted for sequences), attention mechanisms, or dilated convolutions in models like </a:t>
            </a:r>
            <a:r>
              <a:rPr lang="en-US" dirty="0" err="1"/>
              <a:t>WaveNet</a:t>
            </a:r>
            <a:r>
              <a:rPr lang="en-US" dirty="0"/>
              <a:t>.</a:t>
            </a:r>
          </a:p>
          <a:p>
            <a:pPr algn="just"/>
            <a:endParaRPr lang="en-IN" dirty="0"/>
          </a:p>
        </p:txBody>
      </p:sp>
    </p:spTree>
    <p:extLst>
      <p:ext uri="{BB962C8B-B14F-4D97-AF65-F5344CB8AC3E}">
        <p14:creationId xmlns:p14="http://schemas.microsoft.com/office/powerpoint/2010/main" val="2503371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FB047-C39A-2F33-72E0-CB5E0140EBC9}"/>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D782B6DF-FFF8-2245-A677-093B2A7F797F}"/>
              </a:ext>
            </a:extLst>
          </p:cNvPr>
          <p:cNvSpPr>
            <a:spLocks noGrp="1"/>
          </p:cNvSpPr>
          <p:nvPr>
            <p:ph idx="1"/>
          </p:nvPr>
        </p:nvSpPr>
        <p:spPr/>
        <p:txBody>
          <a:bodyPr/>
          <a:lstStyle/>
          <a:p>
            <a:r>
              <a:rPr lang="en-US" b="1" dirty="0"/>
              <a:t>Applications and Impact</a:t>
            </a:r>
          </a:p>
          <a:p>
            <a:r>
              <a:rPr lang="en-US" dirty="0"/>
              <a:t>This concept is crucial in fields like:</a:t>
            </a:r>
          </a:p>
          <a:p>
            <a:r>
              <a:rPr lang="en-US" dirty="0"/>
              <a:t>Language modeling (e.g., predicting the next word in a sentence).</a:t>
            </a:r>
          </a:p>
          <a:p>
            <a:r>
              <a:rPr lang="en-US" dirty="0"/>
              <a:t>Machine translation (e.g., aligning words across long sentences).</a:t>
            </a:r>
          </a:p>
          <a:p>
            <a:r>
              <a:rPr lang="en-US" dirty="0"/>
              <a:t>Time-series forecasting (e.g., stock prices over months).</a:t>
            </a:r>
          </a:p>
          <a:p>
            <a:endParaRPr lang="en-IN" dirty="0"/>
          </a:p>
        </p:txBody>
      </p:sp>
    </p:spTree>
    <p:extLst>
      <p:ext uri="{BB962C8B-B14F-4D97-AF65-F5344CB8AC3E}">
        <p14:creationId xmlns:p14="http://schemas.microsoft.com/office/powerpoint/2010/main" val="1449448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356BF-5D04-1B2A-22A5-941189D407C8}"/>
              </a:ext>
            </a:extLst>
          </p:cNvPr>
          <p:cNvSpPr>
            <a:spLocks noGrp="1"/>
          </p:cNvSpPr>
          <p:nvPr>
            <p:ph type="title"/>
          </p:nvPr>
        </p:nvSpPr>
        <p:spPr/>
        <p:txBody>
          <a:bodyPr>
            <a:normAutofit fontScale="90000"/>
          </a:bodyPr>
          <a:lstStyle/>
          <a:p>
            <a:r>
              <a:rPr lang="en-IN" dirty="0"/>
              <a:t>Echo State Networks ( ESN)</a:t>
            </a:r>
          </a:p>
        </p:txBody>
      </p:sp>
      <p:sp>
        <p:nvSpPr>
          <p:cNvPr id="3" name="Content Placeholder 2">
            <a:extLst>
              <a:ext uri="{FF2B5EF4-FFF2-40B4-BE49-F238E27FC236}">
                <a16:creationId xmlns:a16="http://schemas.microsoft.com/office/drawing/2014/main" id="{8B20CC5C-EB99-0D94-37B5-0B27AEE2691E}"/>
              </a:ext>
            </a:extLst>
          </p:cNvPr>
          <p:cNvSpPr>
            <a:spLocks noGrp="1"/>
          </p:cNvSpPr>
          <p:nvPr>
            <p:ph idx="1"/>
          </p:nvPr>
        </p:nvSpPr>
        <p:spPr>
          <a:xfrm>
            <a:off x="819807" y="1429407"/>
            <a:ext cx="10857186" cy="4696863"/>
          </a:xfrm>
        </p:spPr>
        <p:txBody>
          <a:bodyPr>
            <a:normAutofit fontScale="92500" lnSpcReduction="10000"/>
          </a:bodyPr>
          <a:lstStyle/>
          <a:p>
            <a:r>
              <a:rPr lang="en-US" dirty="0"/>
              <a:t>Echo State Networks are a form of recurrent neural network (RNN) within the reservoir computing paradigm, designed to process sequential data efficiently. </a:t>
            </a:r>
          </a:p>
          <a:p>
            <a:r>
              <a:rPr lang="en-US" dirty="0"/>
              <a:t>Introduced by Herbert Jaeger in 2001, ESNs simplify training by using a large, fixed, randomly connected "reservoir" of neurons, where only the output weights are adjusted. </a:t>
            </a:r>
          </a:p>
          <a:p>
            <a:r>
              <a:rPr lang="en-US" dirty="0"/>
              <a:t>This approach avoids the gradient issues common in traditional RNNs, making ESNs suitable for tasks like </a:t>
            </a:r>
            <a:r>
              <a:rPr lang="en-US" b="1" dirty="0"/>
              <a:t>time-series forecasting, speech recognition, and system control.</a:t>
            </a:r>
          </a:p>
          <a:p>
            <a:r>
              <a:rPr lang="en-US" dirty="0"/>
              <a:t>The key idea is:</a:t>
            </a:r>
          </a:p>
          <a:p>
            <a:r>
              <a:rPr lang="en-US" dirty="0"/>
              <a:t>The </a:t>
            </a:r>
            <a:r>
              <a:rPr lang="en-US" b="1" dirty="0"/>
              <a:t>recurrent hidden layer (reservoir)</a:t>
            </a:r>
            <a:r>
              <a:rPr lang="en-US" dirty="0"/>
              <a:t> is randomly generated and </a:t>
            </a:r>
            <a:r>
              <a:rPr lang="en-US" b="1" dirty="0"/>
              <a:t>not trained</a:t>
            </a:r>
            <a:r>
              <a:rPr lang="en-US" dirty="0"/>
              <a:t>.</a:t>
            </a:r>
          </a:p>
          <a:p>
            <a:r>
              <a:rPr lang="en-US" dirty="0"/>
              <a:t>Only the </a:t>
            </a:r>
            <a:r>
              <a:rPr lang="en-US" b="1" dirty="0"/>
              <a:t>output layer weights are trained</a:t>
            </a:r>
            <a:r>
              <a:rPr lang="en-US" dirty="0"/>
              <a:t>.</a:t>
            </a:r>
          </a:p>
          <a:p>
            <a:r>
              <a:rPr lang="en-US" dirty="0"/>
              <a:t>Because of this, ESNs are </a:t>
            </a:r>
            <a:r>
              <a:rPr lang="en-US" b="1" dirty="0"/>
              <a:t>computationally efficient and easier to train</a:t>
            </a:r>
            <a:r>
              <a:rPr lang="en-US" dirty="0"/>
              <a:t> than traditional RNNs.</a:t>
            </a:r>
          </a:p>
          <a:p>
            <a:r>
              <a:rPr lang="en-US" dirty="0"/>
              <a:t>They are widely used in problems involving </a:t>
            </a:r>
            <a:r>
              <a:rPr lang="en-US" b="1" dirty="0"/>
              <a:t>temporal patterns and dynamic systems</a:t>
            </a:r>
            <a:r>
              <a:rPr lang="en-US" dirty="0"/>
              <a:t>.</a:t>
            </a:r>
          </a:p>
          <a:p>
            <a:endParaRPr lang="en-IN" dirty="0"/>
          </a:p>
        </p:txBody>
      </p:sp>
    </p:spTree>
    <p:extLst>
      <p:ext uri="{BB962C8B-B14F-4D97-AF65-F5344CB8AC3E}">
        <p14:creationId xmlns:p14="http://schemas.microsoft.com/office/powerpoint/2010/main" val="2975012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B4AFF-5F71-4624-25BC-AB2B1277A7FC}"/>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7020DCA8-5AA4-3F33-7947-9114AD69D4C1}"/>
              </a:ext>
            </a:extLst>
          </p:cNvPr>
          <p:cNvSpPr>
            <a:spLocks noGrp="1"/>
          </p:cNvSpPr>
          <p:nvPr>
            <p:ph idx="1"/>
          </p:nvPr>
        </p:nvSpPr>
        <p:spPr>
          <a:xfrm>
            <a:off x="451944" y="1587062"/>
            <a:ext cx="11487807" cy="4539208"/>
          </a:xfrm>
        </p:spPr>
        <p:txBody>
          <a:bodyPr>
            <a:noAutofit/>
          </a:bodyPr>
          <a:lstStyle/>
          <a:p>
            <a:pPr marL="0" fontAlgn="base">
              <a:lnSpc>
                <a:spcPct val="100000"/>
              </a:lnSpc>
              <a:spcBef>
                <a:spcPts val="0"/>
              </a:spcBef>
              <a:spcAft>
                <a:spcPts val="0"/>
              </a:spcAft>
            </a:pPr>
            <a:r>
              <a:rPr lang="en-US" sz="2200" dirty="0"/>
              <a:t>An Echo State Network (ESN) in Python is like a smart system that can predict what comes next in a sequence of data. Imagine you have a list of numbers or values, like the temperature each day. An ESN can learn from this data and then try to guess the temperature for the next day.</a:t>
            </a:r>
          </a:p>
          <a:p>
            <a:pPr marL="0" fontAlgn="base">
              <a:lnSpc>
                <a:spcPct val="100000"/>
              </a:lnSpc>
              <a:spcBef>
                <a:spcPts val="0"/>
              </a:spcBef>
              <a:spcAft>
                <a:spcPts val="0"/>
              </a:spcAft>
            </a:pPr>
            <a:r>
              <a:rPr lang="en-US" sz="2200" dirty="0"/>
              <a:t>Here's how it works:</a:t>
            </a:r>
          </a:p>
          <a:p>
            <a:pPr marL="0" fontAlgn="base">
              <a:lnSpc>
                <a:spcPct val="100000"/>
              </a:lnSpc>
              <a:spcBef>
                <a:spcPts val="0"/>
              </a:spcBef>
              <a:spcAft>
                <a:spcPts val="0"/>
              </a:spcAft>
            </a:pPr>
            <a:r>
              <a:rPr lang="en-US" sz="2200" b="1" dirty="0"/>
              <a:t>Reservoir:</a:t>
            </a:r>
            <a:r>
              <a:rPr lang="en-US" sz="2200" dirty="0"/>
              <a:t> It has a special part called a "reservoir," which is like a pool of interconnected neurons. These neurons work together to remember patterns in the data. It's like having a memory of what happened before.</a:t>
            </a:r>
          </a:p>
          <a:p>
            <a:pPr marL="0" fontAlgn="base">
              <a:lnSpc>
                <a:spcPct val="100000"/>
              </a:lnSpc>
              <a:spcBef>
                <a:spcPts val="0"/>
              </a:spcBef>
              <a:spcAft>
                <a:spcPts val="0"/>
              </a:spcAft>
            </a:pPr>
            <a:r>
              <a:rPr lang="en-US" sz="2200" b="1" dirty="0"/>
              <a:t>Training:</a:t>
            </a:r>
            <a:r>
              <a:rPr lang="en-US" sz="2200" dirty="0"/>
              <a:t> We show the ESN some of our data and let it learn. It doesn't learn everything but gets the hang of the patterns. It's like giving a few examples to a friend so they can understand how to predict.</a:t>
            </a:r>
          </a:p>
          <a:p>
            <a:pPr marL="0" fontAlgn="base">
              <a:lnSpc>
                <a:spcPct val="100000"/>
              </a:lnSpc>
              <a:spcBef>
                <a:spcPts val="0"/>
              </a:spcBef>
              <a:spcAft>
                <a:spcPts val="0"/>
              </a:spcAft>
            </a:pPr>
            <a:r>
              <a:rPr lang="en-US" sz="2200" b="1" dirty="0"/>
              <a:t>Predicting:</a:t>
            </a:r>
            <a:r>
              <a:rPr lang="en-US" sz="2200" dirty="0"/>
              <a:t> Now, when we give the ESN a new piece of data (like the past temperatures), it uses what it learned to make a guess about what comes next.</a:t>
            </a:r>
          </a:p>
          <a:p>
            <a:pPr marL="0" fontAlgn="base">
              <a:lnSpc>
                <a:spcPct val="100000"/>
              </a:lnSpc>
              <a:spcBef>
                <a:spcPts val="0"/>
              </a:spcBef>
              <a:spcAft>
                <a:spcPts val="0"/>
              </a:spcAft>
            </a:pPr>
            <a:r>
              <a:rPr lang="en-US" sz="2200" b="1" dirty="0"/>
              <a:t>Output: </a:t>
            </a:r>
            <a:r>
              <a:rPr lang="en-US" sz="2200" dirty="0"/>
              <a:t>The ESN gives us its prediction, and we can compare it to the real answer. If it's good, great! If not, we might need to tweak things a bit.</a:t>
            </a:r>
          </a:p>
          <a:p>
            <a:pPr marL="0">
              <a:lnSpc>
                <a:spcPct val="100000"/>
              </a:lnSpc>
              <a:spcBef>
                <a:spcPts val="0"/>
              </a:spcBef>
              <a:spcAft>
                <a:spcPts val="0"/>
              </a:spcAft>
            </a:pPr>
            <a:endParaRPr lang="en-IN" sz="2200" dirty="0"/>
          </a:p>
        </p:txBody>
      </p:sp>
    </p:spTree>
    <p:extLst>
      <p:ext uri="{BB962C8B-B14F-4D97-AF65-F5344CB8AC3E}">
        <p14:creationId xmlns:p14="http://schemas.microsoft.com/office/powerpoint/2010/main" val="338722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9158B-7272-3FCA-2A3B-7B5F5C0B1CDC}"/>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663F9E68-402B-1674-9D5A-7C1E47443A53}"/>
              </a:ext>
            </a:extLst>
          </p:cNvPr>
          <p:cNvSpPr>
            <a:spLocks noGrp="1"/>
          </p:cNvSpPr>
          <p:nvPr>
            <p:ph idx="1"/>
          </p:nvPr>
        </p:nvSpPr>
        <p:spPr>
          <a:xfrm>
            <a:off x="346841" y="1429407"/>
            <a:ext cx="11529849" cy="4696863"/>
          </a:xfrm>
        </p:spPr>
        <p:txBody>
          <a:bodyPr>
            <a:normAutofit/>
          </a:bodyPr>
          <a:lstStyle/>
          <a:p>
            <a:pPr fontAlgn="base"/>
            <a:r>
              <a:rPr lang="en-US" dirty="0"/>
              <a:t>Imagine an Echo State Network (ESN) in Python as </a:t>
            </a:r>
            <a:r>
              <a:rPr lang="en-US" b="1" dirty="0"/>
              <a:t>a smart musical instrument player</a:t>
            </a:r>
            <a:r>
              <a:rPr lang="en-US" dirty="0"/>
              <a:t>. Let's say you're trying to teach the player to mimic a song. </a:t>
            </a:r>
          </a:p>
          <a:p>
            <a:pPr fontAlgn="base"/>
            <a:r>
              <a:rPr lang="en-US" dirty="0"/>
              <a:t>The player has a large collection of notes (reservoir), and when you play the first few notes of the song (input), the player responds with its interpretation of the melody.</a:t>
            </a:r>
          </a:p>
          <a:p>
            <a:pPr fontAlgn="base"/>
            <a:r>
              <a:rPr lang="en-US" dirty="0"/>
              <a:t>Now, here's the trick: the player's ability to interpret the song is based on its own unique style (randomly initialized reservoir), and it doesn't change its playing style during practice (fixed weights). </a:t>
            </a:r>
          </a:p>
          <a:p>
            <a:pPr fontAlgn="base"/>
            <a:r>
              <a:rPr lang="en-US" dirty="0"/>
              <a:t>As you play more notes, the player adjusts how it combines those notes to match the song's rhythm and melody. </a:t>
            </a:r>
          </a:p>
          <a:p>
            <a:pPr fontAlgn="base"/>
            <a:r>
              <a:rPr lang="en-US" dirty="0"/>
              <a:t>So, the player becomes really good at predicting the next note in the song, even if it hasn't heard that specific sequence before.</a:t>
            </a:r>
          </a:p>
          <a:p>
            <a:endParaRPr lang="en-IN" dirty="0"/>
          </a:p>
        </p:txBody>
      </p:sp>
    </p:spTree>
    <p:extLst>
      <p:ext uri="{BB962C8B-B14F-4D97-AF65-F5344CB8AC3E}">
        <p14:creationId xmlns:p14="http://schemas.microsoft.com/office/powerpoint/2010/main" val="30963981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BB13A-020C-4CD4-245B-22A042969FA2}"/>
              </a:ext>
            </a:extLst>
          </p:cNvPr>
          <p:cNvSpPr>
            <a:spLocks noGrp="1"/>
          </p:cNvSpPr>
          <p:nvPr>
            <p:ph type="title"/>
          </p:nvPr>
        </p:nvSpPr>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084D9983-6730-FEE6-BFBD-143109C8B87A}"/>
              </a:ext>
            </a:extLst>
          </p:cNvPr>
          <p:cNvSpPr>
            <a:spLocks noGrp="1"/>
          </p:cNvSpPr>
          <p:nvPr>
            <p:ph idx="1"/>
          </p:nvPr>
        </p:nvSpPr>
        <p:spPr>
          <a:xfrm>
            <a:off x="1025842" y="1534510"/>
            <a:ext cx="10201275" cy="4591760"/>
          </a:xfrm>
        </p:spPr>
        <p:txBody>
          <a:bodyPr/>
          <a:lstStyle/>
          <a:p>
            <a:r>
              <a:rPr lang="en-US" dirty="0"/>
              <a:t>In real life, ESNs are used for tasks like predicting stock prices or weather patterns, where past data helps forecast future trends. </a:t>
            </a:r>
          </a:p>
          <a:p>
            <a:r>
              <a:rPr lang="en-US" dirty="0"/>
              <a:t>The "echo" in Echo State Networks comes from their ability to retain and echo back the essential patterns from the input data, making them handy in situations where recognizing and predicting sequences is crucial</a:t>
            </a:r>
          </a:p>
          <a:p>
            <a:endParaRPr lang="en-IN" dirty="0"/>
          </a:p>
        </p:txBody>
      </p:sp>
    </p:spTree>
    <p:extLst>
      <p:ext uri="{BB962C8B-B14F-4D97-AF65-F5344CB8AC3E}">
        <p14:creationId xmlns:p14="http://schemas.microsoft.com/office/powerpoint/2010/main" val="3445573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40DFF-CB15-BFBE-0823-6ADA51000B46}"/>
              </a:ext>
            </a:extLst>
          </p:cNvPr>
          <p:cNvSpPr>
            <a:spLocks noGrp="1"/>
          </p:cNvSpPr>
          <p:nvPr>
            <p:ph type="title"/>
          </p:nvPr>
        </p:nvSpPr>
        <p:spPr/>
        <p:txBody>
          <a:bodyPr>
            <a:normAutofit fontScale="90000"/>
          </a:bodyPr>
          <a:lstStyle/>
          <a:p>
            <a:r>
              <a:rPr lang="en-IN" dirty="0"/>
              <a:t>Concepts of Echo-State Networks</a:t>
            </a:r>
          </a:p>
        </p:txBody>
      </p:sp>
      <p:sp>
        <p:nvSpPr>
          <p:cNvPr id="3" name="Content Placeholder 2">
            <a:extLst>
              <a:ext uri="{FF2B5EF4-FFF2-40B4-BE49-F238E27FC236}">
                <a16:creationId xmlns:a16="http://schemas.microsoft.com/office/drawing/2014/main" id="{AB8AC206-E6F4-37B9-06E8-AE39E07A23F8}"/>
              </a:ext>
            </a:extLst>
          </p:cNvPr>
          <p:cNvSpPr>
            <a:spLocks noGrp="1"/>
          </p:cNvSpPr>
          <p:nvPr>
            <p:ph idx="1"/>
          </p:nvPr>
        </p:nvSpPr>
        <p:spPr>
          <a:xfrm>
            <a:off x="756744" y="1576552"/>
            <a:ext cx="10878207" cy="4549718"/>
          </a:xfrm>
        </p:spPr>
        <p:txBody>
          <a:bodyPr>
            <a:normAutofit/>
          </a:bodyPr>
          <a:lstStyle/>
          <a:p>
            <a:pPr fontAlgn="base"/>
            <a:r>
              <a:rPr lang="en-US" b="1" dirty="0"/>
              <a:t>Reservoir Computing: </a:t>
            </a:r>
            <a:r>
              <a:rPr lang="en-US" u="sng" dirty="0">
                <a:hlinkClick r:id="rId2"/>
              </a:rPr>
              <a:t>Reservoir Computing </a:t>
            </a:r>
            <a:r>
              <a:rPr lang="en-US" dirty="0"/>
              <a:t>is a framework that includes Echo State Networks. In ESNs, the reservoir is a dynamic memory of randomly initialized recurrent neurons that captures temporal patterns in sequential data.</a:t>
            </a:r>
          </a:p>
          <a:p>
            <a:pPr fontAlgn="base"/>
            <a:r>
              <a:rPr lang="en-US" b="1" dirty="0"/>
              <a:t>Reservoir:</a:t>
            </a:r>
            <a:r>
              <a:rPr lang="en-US" dirty="0"/>
              <a:t> The reservoir is a fixed and randomly initialized collection of recurrent neurons in an ESN. It serves as a dynamic memory capturing temporal dependencies in the input data.</a:t>
            </a:r>
          </a:p>
          <a:p>
            <a:pPr fontAlgn="base"/>
            <a:r>
              <a:rPr lang="en-US" b="1" dirty="0"/>
              <a:t>Echo State Property: </a:t>
            </a:r>
            <a:r>
              <a:rPr lang="en-US" dirty="0"/>
              <a:t>The Echo State Property is a key characteristic of the reservoir, indicating that its dynamics amplify and retain information from the input over time. This property ensures effective learning and memory of temporal patterns.</a:t>
            </a:r>
          </a:p>
          <a:p>
            <a:pPr fontAlgn="base"/>
            <a:r>
              <a:rPr lang="en-US" b="1" dirty="0"/>
              <a:t>Input Layer: </a:t>
            </a:r>
            <a:r>
              <a:rPr lang="en-US" dirty="0"/>
              <a:t>The input layer of an ESN receives sequential input data. Each input corresponds to a time step in the sequence.</a:t>
            </a:r>
          </a:p>
          <a:p>
            <a:endParaRPr lang="en-IN" dirty="0"/>
          </a:p>
        </p:txBody>
      </p:sp>
    </p:spTree>
    <p:extLst>
      <p:ext uri="{BB962C8B-B14F-4D97-AF65-F5344CB8AC3E}">
        <p14:creationId xmlns:p14="http://schemas.microsoft.com/office/powerpoint/2010/main" val="1475644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E5E6E-1551-DD7A-F120-4B8107299C5D}"/>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976CDA71-1044-72EB-C0D8-678A174BAAE2}"/>
              </a:ext>
            </a:extLst>
          </p:cNvPr>
          <p:cNvSpPr>
            <a:spLocks noGrp="1"/>
          </p:cNvSpPr>
          <p:nvPr>
            <p:ph idx="1"/>
          </p:nvPr>
        </p:nvSpPr>
        <p:spPr>
          <a:xfrm>
            <a:off x="641130" y="1366345"/>
            <a:ext cx="11172497" cy="4759925"/>
          </a:xfrm>
        </p:spPr>
        <p:txBody>
          <a:bodyPr>
            <a:noAutofit/>
          </a:bodyPr>
          <a:lstStyle/>
          <a:p>
            <a:pPr fontAlgn="base"/>
            <a:r>
              <a:rPr lang="en-US" sz="2800" b="1" dirty="0"/>
              <a:t>Output Layer: </a:t>
            </a:r>
            <a:r>
              <a:rPr lang="en-US" sz="2800" dirty="0"/>
              <a:t>The output layer produces the final result based on the </a:t>
            </a:r>
            <a:r>
              <a:rPr lang="en-US" sz="2800" b="1" dirty="0"/>
              <a:t>combination of the reservoir states</a:t>
            </a:r>
            <a:r>
              <a:rPr lang="en-US" sz="2800" dirty="0"/>
              <a:t>. It is typically a linear combination of the reservoir states, and only the output layer is trained.</a:t>
            </a:r>
          </a:p>
          <a:p>
            <a:pPr fontAlgn="base"/>
            <a:r>
              <a:rPr lang="en-US" sz="2800" b="1" dirty="0"/>
              <a:t>Training: </a:t>
            </a:r>
            <a:r>
              <a:rPr lang="en-US" sz="2800" dirty="0"/>
              <a:t>During training, the ESN learns to map the reservoir states to the desired output. The training focuses on adjusting the weights in the output </a:t>
            </a:r>
            <a:r>
              <a:rPr lang="en-US" sz="2800" b="1" dirty="0"/>
              <a:t>layer while keeping the reservoir weights fixed.</a:t>
            </a:r>
          </a:p>
          <a:p>
            <a:pPr fontAlgn="base"/>
            <a:r>
              <a:rPr lang="en-US" sz="2800" b="1" dirty="0"/>
              <a:t>Fixed Weights: </a:t>
            </a:r>
            <a:r>
              <a:rPr lang="en-US" sz="2800" dirty="0"/>
              <a:t>The weights in the reservoir are randomly initialized and remain fixed during training. This simplifies the training process and enhances the network's ability to capture temporal pattern</a:t>
            </a:r>
            <a:endParaRPr lang="en-IN" sz="2800" dirty="0"/>
          </a:p>
        </p:txBody>
      </p:sp>
    </p:spTree>
    <p:extLst>
      <p:ext uri="{BB962C8B-B14F-4D97-AF65-F5344CB8AC3E}">
        <p14:creationId xmlns:p14="http://schemas.microsoft.com/office/powerpoint/2010/main" val="1246589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80BAD-2B28-09BB-FF02-81CB5AB8D2BA}"/>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AFA7014E-6062-458B-1845-4FD75FE4E5FD}"/>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211FC19C-E298-F0A1-A3AF-2F2676CE2B53}"/>
              </a:ext>
            </a:extLst>
          </p:cNvPr>
          <p:cNvPicPr>
            <a:picLocks noChangeAspect="1"/>
          </p:cNvPicPr>
          <p:nvPr/>
        </p:nvPicPr>
        <p:blipFill>
          <a:blip r:embed="rId2"/>
          <a:stretch>
            <a:fillRect/>
          </a:stretch>
        </p:blipFill>
        <p:spPr>
          <a:xfrm>
            <a:off x="2125542" y="882278"/>
            <a:ext cx="7480913" cy="5093444"/>
          </a:xfrm>
          <a:prstGeom prst="rect">
            <a:avLst/>
          </a:prstGeom>
        </p:spPr>
      </p:pic>
    </p:spTree>
    <p:extLst>
      <p:ext uri="{BB962C8B-B14F-4D97-AF65-F5344CB8AC3E}">
        <p14:creationId xmlns:p14="http://schemas.microsoft.com/office/powerpoint/2010/main" val="21906850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A34C5-316C-D7CF-7CEF-A476B7EC755F}"/>
              </a:ext>
            </a:extLst>
          </p:cNvPr>
          <p:cNvSpPr>
            <a:spLocks noGrp="1"/>
          </p:cNvSpPr>
          <p:nvPr>
            <p:ph type="title"/>
          </p:nvPr>
        </p:nvSpPr>
        <p:spPr/>
        <p:txBody>
          <a:bodyPr>
            <a:normAutofit fontScale="90000"/>
          </a:bodyPr>
          <a:lstStyle/>
          <a:p>
            <a:r>
              <a:rPr lang="en-US" dirty="0"/>
              <a:t>Architecture of Echo State Network</a:t>
            </a:r>
            <a:endParaRPr lang="en-IN" dirty="0"/>
          </a:p>
        </p:txBody>
      </p:sp>
      <p:pic>
        <p:nvPicPr>
          <p:cNvPr id="7" name="Content Placeholder 6">
            <a:extLst>
              <a:ext uri="{FF2B5EF4-FFF2-40B4-BE49-F238E27FC236}">
                <a16:creationId xmlns:a16="http://schemas.microsoft.com/office/drawing/2014/main" id="{6F665B82-6D77-05CF-E4F0-749A95348C25}"/>
              </a:ext>
            </a:extLst>
          </p:cNvPr>
          <p:cNvPicPr>
            <a:picLocks noGrp="1" noChangeAspect="1"/>
          </p:cNvPicPr>
          <p:nvPr>
            <p:ph idx="1"/>
          </p:nvPr>
        </p:nvPicPr>
        <p:blipFill>
          <a:blip r:embed="rId2"/>
          <a:stretch>
            <a:fillRect/>
          </a:stretch>
        </p:blipFill>
        <p:spPr>
          <a:xfrm>
            <a:off x="2496640" y="1718989"/>
            <a:ext cx="7116804" cy="4217988"/>
          </a:xfrm>
          <a:prstGeom prst="rect">
            <a:avLst/>
          </a:prstGeom>
        </p:spPr>
      </p:pic>
    </p:spTree>
    <p:extLst>
      <p:ext uri="{BB962C8B-B14F-4D97-AF65-F5344CB8AC3E}">
        <p14:creationId xmlns:p14="http://schemas.microsoft.com/office/powerpoint/2010/main" val="3622582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84222-4ED4-5682-9281-B83CC105D57C}"/>
              </a:ext>
            </a:extLst>
          </p:cNvPr>
          <p:cNvSpPr>
            <a:spLocks noGrp="1"/>
          </p:cNvSpPr>
          <p:nvPr>
            <p:ph type="title"/>
          </p:nvPr>
        </p:nvSpPr>
        <p:spPr/>
        <p:txBody>
          <a:bodyPr>
            <a:normAutofit fontScale="90000"/>
          </a:bodyPr>
          <a:lstStyle/>
          <a:p>
            <a:r>
              <a:rPr lang="en-US" dirty="0"/>
              <a:t>Architecture of Echo State Network</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173E8DC-E986-9295-4965-A2DBF1759227}"/>
                  </a:ext>
                </a:extLst>
              </p:cNvPr>
              <p:cNvSpPr>
                <a:spLocks noGrp="1"/>
              </p:cNvSpPr>
              <p:nvPr>
                <p:ph idx="1"/>
              </p:nvPr>
            </p:nvSpPr>
            <p:spPr>
              <a:xfrm>
                <a:off x="662152" y="1597572"/>
                <a:ext cx="10564965" cy="4528698"/>
              </a:xfrm>
            </p:spPr>
            <p:txBody>
              <a:bodyPr>
                <a:normAutofit fontScale="92500" lnSpcReduction="10000"/>
              </a:bodyPr>
              <a:lstStyle/>
              <a:p>
                <a:pPr marL="0" indent="0">
                  <a:buNone/>
                </a:pPr>
                <a:r>
                  <a:rPr lang="en-IN" dirty="0"/>
                  <a:t>An ESN has three main components:</a:t>
                </a:r>
              </a:p>
              <a:p>
                <a:pPr marL="0" indent="0">
                  <a:buNone/>
                </a:pPr>
                <a:r>
                  <a:rPr lang="en-IN" b="1" dirty="0"/>
                  <a:t>1. Input Layer</a:t>
                </a:r>
              </a:p>
              <a:p>
                <a:r>
                  <a:rPr lang="en-IN" dirty="0"/>
                  <a:t>Receives the external input signal.</a:t>
                </a:r>
              </a:p>
              <a:p>
                <a:r>
                  <a:rPr lang="en-IN" dirty="0"/>
                  <a:t>Connects input to reservoir neurons.</a:t>
                </a:r>
              </a:p>
              <a:p>
                <a:r>
                  <a:rPr lang="en-IN" dirty="0"/>
                  <a:t>Weight matrix: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𝑖𝑛</m:t>
                        </m:r>
                      </m:sub>
                    </m:sSub>
                  </m:oMath>
                </a14:m>
                <a:endParaRPr lang="ar-AE" dirty="0"/>
              </a:p>
              <a:p>
                <a:pPr marL="0" indent="0">
                  <a:buNone/>
                </a:pPr>
                <a:r>
                  <a:rPr lang="en-IN" b="1" dirty="0"/>
                  <a:t>Example inputs:</a:t>
                </a:r>
              </a:p>
              <a:p>
                <a:r>
                  <a:rPr lang="en-IN" dirty="0"/>
                  <a:t>temperature time series</a:t>
                </a:r>
              </a:p>
              <a:p>
                <a:r>
                  <a:rPr lang="en-IN" dirty="0"/>
                  <a:t>speech signals</a:t>
                </a:r>
              </a:p>
              <a:p>
                <a:r>
                  <a:rPr lang="en-IN" dirty="0"/>
                  <a:t>stock prices</a:t>
                </a:r>
              </a:p>
              <a:p>
                <a:r>
                  <a:rPr lang="en-IN" dirty="0"/>
                  <a:t>sensor signals</a:t>
                </a:r>
              </a:p>
              <a:p>
                <a:endParaRPr lang="en-IN" dirty="0"/>
              </a:p>
            </p:txBody>
          </p:sp>
        </mc:Choice>
        <mc:Fallback xmlns="">
          <p:sp>
            <p:nvSpPr>
              <p:cNvPr id="3" name="Content Placeholder 2">
                <a:extLst>
                  <a:ext uri="{FF2B5EF4-FFF2-40B4-BE49-F238E27FC236}">
                    <a16:creationId xmlns:a16="http://schemas.microsoft.com/office/drawing/2014/main" id="{E173E8DC-E986-9295-4965-A2DBF1759227}"/>
                  </a:ext>
                </a:extLst>
              </p:cNvPr>
              <p:cNvSpPr>
                <a:spLocks noGrp="1" noRot="1" noChangeAspect="1" noMove="1" noResize="1" noEditPoints="1" noAdjustHandles="1" noChangeArrowheads="1" noChangeShapeType="1" noTextEdit="1"/>
              </p:cNvSpPr>
              <p:nvPr>
                <p:ph idx="1"/>
              </p:nvPr>
            </p:nvSpPr>
            <p:spPr>
              <a:xfrm>
                <a:off x="662152" y="1597572"/>
                <a:ext cx="10564965" cy="4528698"/>
              </a:xfrm>
              <a:blipFill>
                <a:blip r:embed="rId2"/>
                <a:stretch>
                  <a:fillRect l="-1616" t="-2288"/>
                </a:stretch>
              </a:blipFill>
            </p:spPr>
            <p:txBody>
              <a:bodyPr/>
              <a:lstStyle/>
              <a:p>
                <a:r>
                  <a:rPr lang="en-IN">
                    <a:noFill/>
                  </a:rPr>
                  <a:t> </a:t>
                </a:r>
              </a:p>
            </p:txBody>
          </p:sp>
        </mc:Fallback>
      </mc:AlternateContent>
    </p:spTree>
    <p:extLst>
      <p:ext uri="{BB962C8B-B14F-4D97-AF65-F5344CB8AC3E}">
        <p14:creationId xmlns:p14="http://schemas.microsoft.com/office/powerpoint/2010/main" val="13946944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159DB-66BB-425E-4BF8-E174E7C5C5ED}"/>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73F00419-3F22-F663-BEEB-F0DB2FECB8AA}"/>
              </a:ext>
            </a:extLst>
          </p:cNvPr>
          <p:cNvSpPr>
            <a:spLocks noGrp="1"/>
          </p:cNvSpPr>
          <p:nvPr>
            <p:ph idx="1"/>
          </p:nvPr>
        </p:nvSpPr>
        <p:spPr>
          <a:xfrm>
            <a:off x="798787" y="1187669"/>
            <a:ext cx="4918841" cy="4908331"/>
          </a:xfrm>
        </p:spPr>
        <p:txBody>
          <a:bodyPr>
            <a:normAutofit lnSpcReduction="10000"/>
          </a:bodyPr>
          <a:lstStyle/>
          <a:p>
            <a:pPr marL="0" indent="0">
              <a:lnSpc>
                <a:spcPct val="120000"/>
              </a:lnSpc>
              <a:spcBef>
                <a:spcPts val="0"/>
              </a:spcBef>
              <a:spcAft>
                <a:spcPts val="0"/>
              </a:spcAft>
              <a:buNone/>
            </a:pPr>
            <a:r>
              <a:rPr lang="en-IN" b="1" dirty="0"/>
              <a:t>2. Reservoir (Dynamic Recurrent Layer)</a:t>
            </a:r>
          </a:p>
          <a:p>
            <a:pPr>
              <a:lnSpc>
                <a:spcPct val="120000"/>
              </a:lnSpc>
              <a:spcBef>
                <a:spcPts val="0"/>
              </a:spcBef>
              <a:spcAft>
                <a:spcPts val="0"/>
              </a:spcAft>
            </a:pPr>
            <a:r>
              <a:rPr lang="en-IN" dirty="0"/>
              <a:t>The </a:t>
            </a:r>
            <a:r>
              <a:rPr lang="en-IN" b="1" dirty="0"/>
              <a:t>reservoir</a:t>
            </a:r>
            <a:r>
              <a:rPr lang="en-IN" dirty="0"/>
              <a:t> is a large network of randomly connected neurons.</a:t>
            </a:r>
          </a:p>
          <a:p>
            <a:pPr marL="0" indent="0">
              <a:lnSpc>
                <a:spcPct val="120000"/>
              </a:lnSpc>
              <a:spcBef>
                <a:spcPts val="0"/>
              </a:spcBef>
              <a:spcAft>
                <a:spcPts val="0"/>
              </a:spcAft>
              <a:buNone/>
            </a:pPr>
            <a:r>
              <a:rPr lang="en-IN" b="1" dirty="0"/>
              <a:t>Properties:</a:t>
            </a:r>
          </a:p>
          <a:p>
            <a:pPr>
              <a:lnSpc>
                <a:spcPct val="120000"/>
              </a:lnSpc>
              <a:spcBef>
                <a:spcPts val="0"/>
              </a:spcBef>
              <a:spcAft>
                <a:spcPts val="0"/>
              </a:spcAft>
            </a:pPr>
            <a:r>
              <a:rPr lang="en-IN" dirty="0"/>
              <a:t>sparse connections</a:t>
            </a:r>
          </a:p>
          <a:p>
            <a:pPr>
              <a:lnSpc>
                <a:spcPct val="120000"/>
              </a:lnSpc>
              <a:spcBef>
                <a:spcPts val="0"/>
              </a:spcBef>
              <a:spcAft>
                <a:spcPts val="0"/>
              </a:spcAft>
            </a:pPr>
            <a:r>
              <a:rPr lang="en-IN" dirty="0"/>
              <a:t>fixed weights</a:t>
            </a:r>
          </a:p>
          <a:p>
            <a:pPr>
              <a:lnSpc>
                <a:spcPct val="120000"/>
              </a:lnSpc>
              <a:spcBef>
                <a:spcPts val="0"/>
              </a:spcBef>
              <a:spcAft>
                <a:spcPts val="0"/>
              </a:spcAft>
            </a:pPr>
            <a:r>
              <a:rPr lang="en-IN" dirty="0"/>
              <a:t>nonlinear activation functions</a:t>
            </a:r>
          </a:p>
          <a:p>
            <a:pPr>
              <a:lnSpc>
                <a:spcPct val="120000"/>
              </a:lnSpc>
              <a:spcBef>
                <a:spcPts val="0"/>
              </a:spcBef>
              <a:spcAft>
                <a:spcPts val="0"/>
              </a:spcAft>
            </a:pPr>
            <a:r>
              <a:rPr lang="en-IN" dirty="0"/>
              <a:t>recurrent feedback loops</a:t>
            </a:r>
          </a:p>
          <a:p>
            <a:pPr>
              <a:lnSpc>
                <a:spcPct val="120000"/>
              </a:lnSpc>
              <a:spcBef>
                <a:spcPts val="0"/>
              </a:spcBef>
              <a:spcAft>
                <a:spcPts val="0"/>
              </a:spcAft>
            </a:pPr>
            <a:r>
              <a:rPr lang="en-IN" dirty="0"/>
              <a:t>The reservoir acts like a </a:t>
            </a:r>
            <a:r>
              <a:rPr lang="en-IN" b="1" dirty="0"/>
              <a:t>dynamic memory system</a:t>
            </a:r>
            <a:r>
              <a:rPr lang="en-IN" dirty="0"/>
              <a:t>, where past inputs influence current states.</a:t>
            </a:r>
          </a:p>
          <a:p>
            <a:pPr>
              <a:lnSpc>
                <a:spcPct val="120000"/>
              </a:lnSpc>
              <a:spcBef>
                <a:spcPts val="0"/>
              </a:spcBef>
              <a:spcAft>
                <a:spcPts val="0"/>
              </a:spcAft>
            </a:pPr>
            <a:endParaRPr lang="en-IN"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8325FE11-A847-98CA-5A56-C2916E274810}"/>
                  </a:ext>
                </a:extLst>
              </p:cNvPr>
              <p:cNvSpPr txBox="1">
                <a:spLocks/>
              </p:cNvSpPr>
              <p:nvPr/>
            </p:nvSpPr>
            <p:spPr>
              <a:xfrm>
                <a:off x="6096000" y="1576552"/>
                <a:ext cx="5770179" cy="4435366"/>
              </a:xfrm>
              <a:prstGeom prst="rect">
                <a:avLst/>
              </a:prstGeom>
            </p:spPr>
            <p:txBody>
              <a:bodyPr vert="horz" lIns="0" tIns="45720" rIns="0" bIns="45720" rtlCol="0">
                <a:normAutofit/>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nSpc>
                    <a:spcPct val="120000"/>
                  </a:lnSpc>
                  <a:spcBef>
                    <a:spcPts val="0"/>
                  </a:spcBef>
                  <a:spcAft>
                    <a:spcPts val="0"/>
                  </a:spcAft>
                  <a:buFont typeface="Arial" panose="020B0604020202020204" pitchFamily="34" charset="0"/>
                  <a:buNone/>
                </a:pPr>
                <a:r>
                  <a:rPr lang="en-IN" b="1" dirty="0"/>
                  <a:t>Reservoir state update:</a:t>
                </a:r>
              </a:p>
              <a:p>
                <a:pPr marL="0" indent="0">
                  <a:lnSpc>
                    <a:spcPct val="120000"/>
                  </a:lnSpc>
                  <a:spcBef>
                    <a:spcPts val="0"/>
                  </a:spcBef>
                  <a:spcAft>
                    <a:spcPts val="0"/>
                  </a:spcAft>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𝑥</m:t>
                      </m:r>
                      <m:d>
                        <m:dPr>
                          <m:ctrlPr>
                            <a:rPr lang="ar-AE" i="1">
                              <a:latin typeface="Cambria Math" panose="02040503050406030204" pitchFamily="18" charset="0"/>
                            </a:rPr>
                          </m:ctrlPr>
                        </m:dPr>
                        <m:e>
                          <m:r>
                            <a:rPr lang="ar-AE" i="1">
                              <a:latin typeface="Cambria Math" panose="02040503050406030204" pitchFamily="18" charset="0"/>
                            </a:rPr>
                            <m:t>𝑡</m:t>
                          </m:r>
                        </m:e>
                      </m:d>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𝑖𝑛</m:t>
                              </m:r>
                            </m:sub>
                          </m:sSub>
                          <m:r>
                            <a:rPr lang="ar-AE" i="1">
                              <a:latin typeface="Cambria Math" panose="02040503050406030204" pitchFamily="18" charset="0"/>
                            </a:rPr>
                            <m:t>𝑢</m:t>
                          </m:r>
                          <m:d>
                            <m:dPr>
                              <m:ctrlPr>
                                <a:rPr lang="ar-AE" i="1">
                                  <a:latin typeface="Cambria Math" panose="02040503050406030204" pitchFamily="18" charset="0"/>
                                </a:rPr>
                              </m:ctrlPr>
                            </m:dPr>
                            <m:e>
                              <m:r>
                                <a:rPr lang="ar-AE" i="1">
                                  <a:latin typeface="Cambria Math" panose="02040503050406030204" pitchFamily="18" charset="0"/>
                                </a:rPr>
                                <m:t>𝑡</m:t>
                              </m:r>
                            </m:e>
                          </m:d>
                          <m:r>
                            <a:rPr lang="ar-AE">
                              <a:latin typeface="Cambria Math" panose="02040503050406030204" pitchFamily="18" charset="0"/>
                            </a:rPr>
                            <m:t>+</m:t>
                          </m:r>
                          <m:r>
                            <a:rPr lang="ar-AE" i="1">
                              <a:latin typeface="Cambria Math" panose="02040503050406030204" pitchFamily="18" charset="0"/>
                            </a:rPr>
                            <m:t>𝑊𝑥</m:t>
                          </m:r>
                          <m:d>
                            <m:dPr>
                              <m:ctrlPr>
                                <a:rPr lang="ar-AE" i="1">
                                  <a:latin typeface="Cambria Math" panose="02040503050406030204" pitchFamily="18" charset="0"/>
                                </a:rPr>
                              </m:ctrlPr>
                            </m:dPr>
                            <m:e>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e>
                          </m:d>
                        </m:e>
                      </m:d>
                    </m:oMath>
                  </m:oMathPara>
                </a14:m>
                <a:endParaRPr lang="ar-AE" dirty="0"/>
              </a:p>
              <a:p>
                <a:pPr marL="0" indent="0">
                  <a:lnSpc>
                    <a:spcPct val="120000"/>
                  </a:lnSpc>
                  <a:spcBef>
                    <a:spcPts val="0"/>
                  </a:spcBef>
                  <a:spcAft>
                    <a:spcPts val="0"/>
                  </a:spcAft>
                  <a:buNone/>
                </a:pPr>
                <a:r>
                  <a:rPr lang="en-IN" dirty="0"/>
                  <a:t>Where</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𝑥</m:t>
                    </m:r>
                    <m:d>
                      <m:dPr>
                        <m:ctrlPr>
                          <a:rPr lang="ar-AE" i="1">
                            <a:latin typeface="Cambria Math" panose="02040503050406030204" pitchFamily="18" charset="0"/>
                          </a:rPr>
                        </m:ctrlPr>
                      </m:dPr>
                      <m:e>
                        <m:r>
                          <a:rPr lang="ar-AE" i="1">
                            <a:latin typeface="Cambria Math" panose="02040503050406030204" pitchFamily="18" charset="0"/>
                          </a:rPr>
                          <m:t>𝑡</m:t>
                        </m:r>
                      </m:e>
                    </m:d>
                  </m:oMath>
                </a14:m>
                <a:r>
                  <a:rPr lang="ar-AE" dirty="0"/>
                  <a:t>= </a:t>
                </a:r>
                <a:r>
                  <a:rPr lang="en-IN" dirty="0"/>
                  <a:t>reservoir state</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𝑢</m:t>
                    </m:r>
                    <m:d>
                      <m:dPr>
                        <m:ctrlPr>
                          <a:rPr lang="ar-AE" i="1">
                            <a:latin typeface="Cambria Math" panose="02040503050406030204" pitchFamily="18" charset="0"/>
                          </a:rPr>
                        </m:ctrlPr>
                      </m:dPr>
                      <m:e>
                        <m:r>
                          <a:rPr lang="ar-AE" i="1">
                            <a:latin typeface="Cambria Math" panose="02040503050406030204" pitchFamily="18" charset="0"/>
                          </a:rPr>
                          <m:t>𝑡</m:t>
                        </m:r>
                      </m:e>
                    </m:d>
                  </m:oMath>
                </a14:m>
                <a:r>
                  <a:rPr lang="ar-AE" dirty="0"/>
                  <a:t>= </a:t>
                </a:r>
                <a:r>
                  <a:rPr lang="en-IN" dirty="0"/>
                  <a:t>input at time t</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𝑖𝑛</m:t>
                        </m:r>
                      </m:sub>
                    </m:sSub>
                  </m:oMath>
                </a14:m>
                <a:r>
                  <a:rPr lang="ar-AE" dirty="0"/>
                  <a:t>= </a:t>
                </a:r>
                <a:r>
                  <a:rPr lang="en-IN" dirty="0"/>
                  <a:t>input weight matrix</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𝑊</m:t>
                    </m:r>
                  </m:oMath>
                </a14:m>
                <a:r>
                  <a:rPr lang="en-IN" dirty="0"/>
                  <a:t>= reservoir recurrent matrix</a:t>
                </a:r>
              </a:p>
              <a:p>
                <a:pPr>
                  <a:lnSpc>
                    <a:spcPct val="120000"/>
                  </a:lnSpc>
                  <a:spcBef>
                    <a:spcPts val="0"/>
                  </a:spcBef>
                  <a:spcAft>
                    <a:spcPts val="0"/>
                  </a:spcAft>
                </a:pPr>
                <a:endParaRPr lang="en-IN" dirty="0"/>
              </a:p>
            </p:txBody>
          </p:sp>
        </mc:Choice>
        <mc:Fallback xmlns="">
          <p:sp>
            <p:nvSpPr>
              <p:cNvPr id="4" name="Content Placeholder 2">
                <a:extLst>
                  <a:ext uri="{FF2B5EF4-FFF2-40B4-BE49-F238E27FC236}">
                    <a16:creationId xmlns:a16="http://schemas.microsoft.com/office/drawing/2014/main" id="{8325FE11-A847-98CA-5A56-C2916E274810}"/>
                  </a:ext>
                </a:extLst>
              </p:cNvPr>
              <p:cNvSpPr txBox="1">
                <a:spLocks noRot="1" noChangeAspect="1" noMove="1" noResize="1" noEditPoints="1" noAdjustHandles="1" noChangeArrowheads="1" noChangeShapeType="1" noTextEdit="1"/>
              </p:cNvSpPr>
              <p:nvPr/>
            </p:nvSpPr>
            <p:spPr>
              <a:xfrm>
                <a:off x="6096000" y="1576552"/>
                <a:ext cx="5770179" cy="4435366"/>
              </a:xfrm>
              <a:prstGeom prst="rect">
                <a:avLst/>
              </a:prstGeom>
              <a:blipFill>
                <a:blip r:embed="rId2"/>
                <a:stretch>
                  <a:fillRect l="-3168" t="-138"/>
                </a:stretch>
              </a:blipFill>
            </p:spPr>
            <p:txBody>
              <a:bodyPr/>
              <a:lstStyle/>
              <a:p>
                <a:r>
                  <a:rPr lang="en-IN">
                    <a:noFill/>
                  </a:rPr>
                  <a:t> </a:t>
                </a:r>
              </a:p>
            </p:txBody>
          </p:sp>
        </mc:Fallback>
      </mc:AlternateContent>
    </p:spTree>
    <p:extLst>
      <p:ext uri="{BB962C8B-B14F-4D97-AF65-F5344CB8AC3E}">
        <p14:creationId xmlns:p14="http://schemas.microsoft.com/office/powerpoint/2010/main" val="40888051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CDC63-A7EE-4D1C-061F-90C271575833}"/>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67D9679-40FD-30AC-22E7-5EF2225811FA}"/>
                  </a:ext>
                </a:extLst>
              </p:cNvPr>
              <p:cNvSpPr>
                <a:spLocks noGrp="1"/>
              </p:cNvSpPr>
              <p:nvPr>
                <p:ph idx="1"/>
              </p:nvPr>
            </p:nvSpPr>
            <p:spPr>
              <a:xfrm>
                <a:off x="1025842" y="1177159"/>
                <a:ext cx="10201275" cy="4949111"/>
              </a:xfrm>
            </p:spPr>
            <p:txBody>
              <a:bodyPr/>
              <a:lstStyle/>
              <a:p>
                <a:pPr marL="0" indent="0">
                  <a:buNone/>
                </a:pPr>
                <a:r>
                  <a:rPr lang="en-IN" b="1" dirty="0"/>
                  <a:t>3. Output Layer (Readout Layer)</a:t>
                </a:r>
              </a:p>
              <a:p>
                <a:r>
                  <a:rPr lang="en-IN" dirty="0"/>
                  <a:t>The output is computed from reservoir states.</a:t>
                </a:r>
              </a:p>
              <a:p>
                <a:pPr marL="0" indent="0">
                  <a:buNone/>
                </a:pPr>
                <a:endParaRPr lang="en-IN"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𝑦</m:t>
                      </m:r>
                      <m:d>
                        <m:dPr>
                          <m:ctrlPr>
                            <a:rPr lang="ar-AE" i="1">
                              <a:latin typeface="Cambria Math" panose="02040503050406030204" pitchFamily="18" charset="0"/>
                            </a:rPr>
                          </m:ctrlPr>
                        </m:dPr>
                        <m:e>
                          <m:r>
                            <a:rPr lang="ar-AE" i="1">
                              <a:latin typeface="Cambria Math" panose="02040503050406030204" pitchFamily="18" charset="0"/>
                            </a:rPr>
                            <m:t>𝑡</m:t>
                          </m:r>
                        </m:e>
                      </m:d>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𝑜𝑢𝑡</m:t>
                          </m:r>
                        </m:sub>
                      </m:sSub>
                      <m:r>
                        <a:rPr lang="ar-AE" i="1">
                          <a:latin typeface="Cambria Math" panose="02040503050406030204" pitchFamily="18" charset="0"/>
                        </a:rPr>
                        <m:t>𝑥</m:t>
                      </m:r>
                      <m:d>
                        <m:dPr>
                          <m:ctrlPr>
                            <a:rPr lang="ar-AE" i="1">
                              <a:latin typeface="Cambria Math" panose="02040503050406030204" pitchFamily="18" charset="0"/>
                            </a:rPr>
                          </m:ctrlPr>
                        </m:dPr>
                        <m:e>
                          <m:r>
                            <a:rPr lang="ar-AE" i="1">
                              <a:latin typeface="Cambria Math" panose="02040503050406030204" pitchFamily="18" charset="0"/>
                            </a:rPr>
                            <m:t>𝑡</m:t>
                          </m:r>
                        </m:e>
                      </m:d>
                    </m:oMath>
                  </m:oMathPara>
                </a14:m>
                <a:endParaRPr lang="ar-AE" dirty="0"/>
              </a:p>
              <a:p>
                <a:pPr marL="0" indent="0">
                  <a:buNone/>
                </a:pPr>
                <a:r>
                  <a:rPr lang="en-IN" dirty="0"/>
                  <a:t>Where</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𝑜𝑢𝑡</m:t>
                        </m:r>
                      </m:sub>
                    </m:sSub>
                  </m:oMath>
                </a14:m>
                <a:r>
                  <a:rPr lang="ar-AE" dirty="0"/>
                  <a:t>= </a:t>
                </a:r>
                <a:r>
                  <a:rPr lang="en-IN" dirty="0"/>
                  <a:t>trained output weights</a:t>
                </a:r>
              </a:p>
              <a:p>
                <a:r>
                  <a:rPr lang="en-IN" dirty="0"/>
                  <a:t>Training in ESN only involves </a:t>
                </a:r>
                <a:r>
                  <a:rPr lang="en-IN" b="1" dirty="0"/>
                  <a:t>learning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𝑜𝑢𝑡</m:t>
                        </m:r>
                      </m:sub>
                    </m:sSub>
                  </m:oMath>
                </a14:m>
                <a:r>
                  <a:rPr lang="ar-AE" dirty="0"/>
                  <a:t>, </a:t>
                </a:r>
                <a:r>
                  <a:rPr lang="en-IN" dirty="0"/>
                  <a:t>usually using:</a:t>
                </a:r>
              </a:p>
              <a:p>
                <a:r>
                  <a:rPr lang="en-IN" dirty="0"/>
                  <a:t>Linear regression</a:t>
                </a:r>
              </a:p>
              <a:p>
                <a:r>
                  <a:rPr lang="en-IN" dirty="0"/>
                  <a:t>Ridge regression</a:t>
                </a:r>
              </a:p>
            </p:txBody>
          </p:sp>
        </mc:Choice>
        <mc:Fallback xmlns="">
          <p:sp>
            <p:nvSpPr>
              <p:cNvPr id="3" name="Content Placeholder 2">
                <a:extLst>
                  <a:ext uri="{FF2B5EF4-FFF2-40B4-BE49-F238E27FC236}">
                    <a16:creationId xmlns:a16="http://schemas.microsoft.com/office/drawing/2014/main" id="{E67D9679-40FD-30AC-22E7-5EF2225811FA}"/>
                  </a:ext>
                </a:extLst>
              </p:cNvPr>
              <p:cNvSpPr>
                <a:spLocks noGrp="1" noRot="1" noChangeAspect="1" noMove="1" noResize="1" noEditPoints="1" noAdjustHandles="1" noChangeArrowheads="1" noChangeShapeType="1" noTextEdit="1"/>
              </p:cNvSpPr>
              <p:nvPr>
                <p:ph idx="1"/>
              </p:nvPr>
            </p:nvSpPr>
            <p:spPr>
              <a:xfrm>
                <a:off x="1025842" y="1177159"/>
                <a:ext cx="10201275" cy="4949111"/>
              </a:xfrm>
              <a:blipFill>
                <a:blip r:embed="rId2"/>
                <a:stretch>
                  <a:fillRect l="-1792" t="-1724"/>
                </a:stretch>
              </a:blipFill>
            </p:spPr>
            <p:txBody>
              <a:bodyPr/>
              <a:lstStyle/>
              <a:p>
                <a:r>
                  <a:rPr lang="en-IN">
                    <a:noFill/>
                  </a:rPr>
                  <a:t> </a:t>
                </a:r>
              </a:p>
            </p:txBody>
          </p:sp>
        </mc:Fallback>
      </mc:AlternateContent>
    </p:spTree>
    <p:extLst>
      <p:ext uri="{BB962C8B-B14F-4D97-AF65-F5344CB8AC3E}">
        <p14:creationId xmlns:p14="http://schemas.microsoft.com/office/powerpoint/2010/main" val="4614865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9FE2C-0566-C116-C284-A223AA193410}"/>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833B2F3-18FE-7D05-0203-6B89FDAC001C}"/>
                  </a:ext>
                </a:extLst>
              </p:cNvPr>
              <p:cNvSpPr>
                <a:spLocks noGrp="1"/>
              </p:cNvSpPr>
              <p:nvPr>
                <p:ph idx="1"/>
              </p:nvPr>
            </p:nvSpPr>
            <p:spPr>
              <a:xfrm>
                <a:off x="557048" y="1387366"/>
                <a:ext cx="7043683" cy="4738904"/>
              </a:xfrm>
            </p:spPr>
            <p:txBody>
              <a:bodyPr>
                <a:noAutofit/>
              </a:bodyPr>
              <a:lstStyle/>
              <a:p>
                <a:pPr marL="0" indent="0">
                  <a:lnSpc>
                    <a:spcPct val="100000"/>
                  </a:lnSpc>
                  <a:spcBef>
                    <a:spcPts val="0"/>
                  </a:spcBef>
                  <a:spcAft>
                    <a:spcPts val="0"/>
                  </a:spcAft>
                  <a:buNone/>
                </a:pPr>
                <a:r>
                  <a:rPr lang="en-IN" b="1" dirty="0"/>
                  <a:t>3. Echo State Property</a:t>
                </a:r>
              </a:p>
              <a:p>
                <a:pPr>
                  <a:lnSpc>
                    <a:spcPct val="100000"/>
                  </a:lnSpc>
                  <a:spcBef>
                    <a:spcPts val="0"/>
                  </a:spcBef>
                  <a:spcAft>
                    <a:spcPts val="0"/>
                  </a:spcAft>
                </a:pPr>
                <a:r>
                  <a:rPr lang="en-IN" dirty="0"/>
                  <a:t>The most important concept in ESN is the </a:t>
                </a:r>
                <a:r>
                  <a:rPr lang="en-IN" b="1" dirty="0"/>
                  <a:t>Echo State Property (ESP)</a:t>
                </a:r>
                <a:r>
                  <a:rPr lang="en-IN" dirty="0"/>
                  <a:t>.</a:t>
                </a:r>
              </a:p>
              <a:p>
                <a:pPr marL="0" indent="0">
                  <a:lnSpc>
                    <a:spcPct val="100000"/>
                  </a:lnSpc>
                  <a:spcBef>
                    <a:spcPts val="0"/>
                  </a:spcBef>
                  <a:spcAft>
                    <a:spcPts val="0"/>
                  </a:spcAft>
                  <a:buNone/>
                </a:pPr>
                <a:endParaRPr lang="en-IN" dirty="0"/>
              </a:p>
              <a:p>
                <a:pPr marL="0" indent="0">
                  <a:lnSpc>
                    <a:spcPct val="100000"/>
                  </a:lnSpc>
                  <a:spcBef>
                    <a:spcPts val="0"/>
                  </a:spcBef>
                  <a:spcAft>
                    <a:spcPts val="0"/>
                  </a:spcAft>
                  <a:buNone/>
                </a:pPr>
                <a:r>
                  <a:rPr lang="en-IN" b="1" dirty="0"/>
                  <a:t>Definition:</a:t>
                </a:r>
              </a:p>
              <a:p>
                <a:pPr>
                  <a:lnSpc>
                    <a:spcPct val="100000"/>
                  </a:lnSpc>
                  <a:spcBef>
                    <a:spcPts val="0"/>
                  </a:spcBef>
                  <a:spcAft>
                    <a:spcPts val="0"/>
                  </a:spcAft>
                </a:pPr>
                <a:r>
                  <a:rPr lang="en-IN" dirty="0"/>
                  <a:t>The current state of the network should depend only on </a:t>
                </a:r>
                <a:r>
                  <a:rPr lang="en-IN" b="1" dirty="0"/>
                  <a:t>past inputs</a:t>
                </a:r>
                <a:r>
                  <a:rPr lang="en-IN" dirty="0"/>
                  <a:t>, not on </a:t>
                </a:r>
                <a:r>
                  <a:rPr lang="en-IN" b="1" dirty="0"/>
                  <a:t>initial states</a:t>
                </a:r>
                <a:r>
                  <a:rPr lang="en-IN" dirty="0"/>
                  <a:t>.</a:t>
                </a:r>
              </a:p>
              <a:p>
                <a:pPr>
                  <a:lnSpc>
                    <a:spcPct val="100000"/>
                  </a:lnSpc>
                  <a:spcBef>
                    <a:spcPts val="0"/>
                  </a:spcBef>
                  <a:spcAft>
                    <a:spcPts val="0"/>
                  </a:spcAft>
                </a:pPr>
                <a:r>
                  <a:rPr lang="en-IN" dirty="0"/>
                  <a:t>To ensure this property:</a:t>
                </a:r>
              </a:p>
              <a:p>
                <a:pPr marL="0" indent="0">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𝜌</m:t>
                      </m:r>
                      <m:d>
                        <m:dPr>
                          <m:ctrlPr>
                            <a:rPr lang="ar-AE" i="1">
                              <a:latin typeface="Cambria Math" panose="02040503050406030204" pitchFamily="18" charset="0"/>
                            </a:rPr>
                          </m:ctrlPr>
                        </m:dPr>
                        <m:e>
                          <m:r>
                            <a:rPr lang="ar-AE" i="1">
                              <a:latin typeface="Cambria Math" panose="02040503050406030204" pitchFamily="18" charset="0"/>
                            </a:rPr>
                            <m:t>𝑊</m:t>
                          </m:r>
                        </m:e>
                      </m:d>
                      <m:r>
                        <a:rPr lang="ar-AE">
                          <a:latin typeface="Cambria Math" panose="02040503050406030204" pitchFamily="18" charset="0"/>
                        </a:rPr>
                        <m:t>&lt;</m:t>
                      </m:r>
                      <m:r>
                        <a:rPr lang="ar-AE">
                          <a:latin typeface="Cambria Math" panose="02040503050406030204" pitchFamily="18" charset="0"/>
                        </a:rPr>
                        <m:t>1</m:t>
                      </m:r>
                    </m:oMath>
                  </m:oMathPara>
                </a14:m>
                <a:endParaRPr lang="ar-AE" dirty="0"/>
              </a:p>
              <a:p>
                <a:pPr marL="0" indent="0">
                  <a:lnSpc>
                    <a:spcPct val="100000"/>
                  </a:lnSpc>
                  <a:spcBef>
                    <a:spcPts val="0"/>
                  </a:spcBef>
                  <a:spcAft>
                    <a:spcPts val="0"/>
                  </a:spcAft>
                  <a:buNone/>
                </a:pPr>
                <a:r>
                  <a:rPr lang="en-IN" dirty="0"/>
                  <a:t>Where</a:t>
                </a:r>
              </a:p>
              <a:p>
                <a:pPr>
                  <a:lnSpc>
                    <a:spcPct val="100000"/>
                  </a:lnSpc>
                  <a:spcBef>
                    <a:spcPts val="0"/>
                  </a:spcBef>
                  <a:spcAft>
                    <a:spcPts val="0"/>
                  </a:spcAft>
                </a:pPr>
                <a14:m>
                  <m:oMath xmlns:m="http://schemas.openxmlformats.org/officeDocument/2006/math">
                    <m:r>
                      <a:rPr lang="en-IN" i="1">
                        <a:latin typeface="Cambria Math" panose="02040503050406030204" pitchFamily="18" charset="0"/>
                      </a:rPr>
                      <m:t>𝜌</m:t>
                    </m:r>
                    <m:d>
                      <m:dPr>
                        <m:ctrlPr>
                          <a:rPr lang="ar-AE" i="1">
                            <a:latin typeface="Cambria Math" panose="02040503050406030204" pitchFamily="18" charset="0"/>
                          </a:rPr>
                        </m:ctrlPr>
                      </m:dPr>
                      <m:e>
                        <m:r>
                          <a:rPr lang="ar-AE" i="1">
                            <a:latin typeface="Cambria Math" panose="02040503050406030204" pitchFamily="18" charset="0"/>
                          </a:rPr>
                          <m:t>𝑊</m:t>
                        </m:r>
                      </m:e>
                    </m:d>
                  </m:oMath>
                </a14:m>
                <a:r>
                  <a:rPr lang="ar-AE" dirty="0"/>
                  <a:t>= </a:t>
                </a:r>
                <a:r>
                  <a:rPr lang="en-IN" b="1" dirty="0"/>
                  <a:t>spectral radius</a:t>
                </a:r>
                <a:r>
                  <a:rPr lang="en-IN" dirty="0"/>
                  <a:t> (largest eigenvalue of reservoir matrix).-L</a:t>
                </a:r>
                <a:r>
                  <a:rPr lang="en-US" dirty="0" err="1"/>
                  <a:t>argest</a:t>
                </a:r>
                <a:r>
                  <a:rPr lang="en-US" dirty="0"/>
                  <a:t> “influence strength” in the matrix</a:t>
                </a:r>
                <a:endParaRPr lang="en-IN" dirty="0"/>
              </a:p>
              <a:p>
                <a:pPr marL="0" indent="0">
                  <a:lnSpc>
                    <a:spcPct val="100000"/>
                  </a:lnSpc>
                  <a:spcBef>
                    <a:spcPts val="0"/>
                  </a:spcBef>
                  <a:spcAft>
                    <a:spcPts val="0"/>
                  </a:spcAft>
                  <a:buNone/>
                </a:pPr>
                <a:endParaRPr lang="en-IN" dirty="0"/>
              </a:p>
            </p:txBody>
          </p:sp>
        </mc:Choice>
        <mc:Fallback xmlns="">
          <p:sp>
            <p:nvSpPr>
              <p:cNvPr id="3" name="Content Placeholder 2">
                <a:extLst>
                  <a:ext uri="{FF2B5EF4-FFF2-40B4-BE49-F238E27FC236}">
                    <a16:creationId xmlns:a16="http://schemas.microsoft.com/office/drawing/2014/main" id="{0833B2F3-18FE-7D05-0203-6B89FDAC001C}"/>
                  </a:ext>
                </a:extLst>
              </p:cNvPr>
              <p:cNvSpPr>
                <a:spLocks noGrp="1" noRot="1" noChangeAspect="1" noMove="1" noResize="1" noEditPoints="1" noAdjustHandles="1" noChangeArrowheads="1" noChangeShapeType="1" noTextEdit="1"/>
              </p:cNvSpPr>
              <p:nvPr>
                <p:ph idx="1"/>
              </p:nvPr>
            </p:nvSpPr>
            <p:spPr>
              <a:xfrm>
                <a:off x="557048" y="1387366"/>
                <a:ext cx="7043683" cy="4738904"/>
              </a:xfrm>
              <a:blipFill>
                <a:blip r:embed="rId2"/>
                <a:stretch>
                  <a:fillRect l="-2595" t="-1030" r="-1384" b="-5277"/>
                </a:stretch>
              </a:blipFill>
            </p:spPr>
            <p:txBody>
              <a:bodyPr/>
              <a:lstStyle/>
              <a:p>
                <a:r>
                  <a:rPr lang="en-IN">
                    <a:noFill/>
                  </a:rPr>
                  <a:t> </a:t>
                </a:r>
              </a:p>
            </p:txBody>
          </p:sp>
        </mc:Fallback>
      </mc:AlternateContent>
      <p:graphicFrame>
        <p:nvGraphicFramePr>
          <p:cNvPr id="4" name="Content Placeholder 3">
            <a:extLst>
              <a:ext uri="{FF2B5EF4-FFF2-40B4-BE49-F238E27FC236}">
                <a16:creationId xmlns:a16="http://schemas.microsoft.com/office/drawing/2014/main" id="{EE0F1995-002A-F92B-0A9A-384542AF680E}"/>
              </a:ext>
            </a:extLst>
          </p:cNvPr>
          <p:cNvGraphicFramePr>
            <a:graphicFrameLocks/>
          </p:cNvGraphicFramePr>
          <p:nvPr>
            <p:extLst>
              <p:ext uri="{D42A27DB-BD31-4B8C-83A1-F6EECF244321}">
                <p14:modId xmlns:p14="http://schemas.microsoft.com/office/powerpoint/2010/main" val="4077493228"/>
              </p:ext>
            </p:extLst>
          </p:nvPr>
        </p:nvGraphicFramePr>
        <p:xfrm>
          <a:off x="7684814" y="1626390"/>
          <a:ext cx="4034222" cy="1805238"/>
        </p:xfrm>
        <a:graphic>
          <a:graphicData uri="http://schemas.openxmlformats.org/drawingml/2006/table">
            <a:tbl>
              <a:tblPr/>
              <a:tblGrid>
                <a:gridCol w="2017111">
                  <a:extLst>
                    <a:ext uri="{9D8B030D-6E8A-4147-A177-3AD203B41FA5}">
                      <a16:colId xmlns:a16="http://schemas.microsoft.com/office/drawing/2014/main" val="3033384936"/>
                    </a:ext>
                  </a:extLst>
                </a:gridCol>
                <a:gridCol w="2017111">
                  <a:extLst>
                    <a:ext uri="{9D8B030D-6E8A-4147-A177-3AD203B41FA5}">
                      <a16:colId xmlns:a16="http://schemas.microsoft.com/office/drawing/2014/main" val="1996512806"/>
                    </a:ext>
                  </a:extLst>
                </a:gridCol>
              </a:tblGrid>
              <a:tr h="388386">
                <a:tc>
                  <a:txBody>
                    <a:bodyPr/>
                    <a:lstStyle/>
                    <a:p>
                      <a:pPr>
                        <a:buNone/>
                      </a:pPr>
                      <a:r>
                        <a:rPr lang="en-IN" dirty="0"/>
                        <a:t>Spectral Radius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Behaviour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8080158"/>
                  </a:ext>
                </a:extLst>
              </a:tr>
              <a:tr h="388386">
                <a:tc>
                  <a:txBody>
                    <a:bodyPr/>
                    <a:lstStyle/>
                    <a:p>
                      <a:pPr>
                        <a:buNone/>
                      </a:pPr>
                      <a:r>
                        <a:rPr lang="en-IN"/>
                        <a:t>&lt;1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stable memory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517184"/>
                  </a:ext>
                </a:extLst>
              </a:tr>
              <a:tr h="388386">
                <a:tc>
                  <a:txBody>
                    <a:bodyPr/>
                    <a:lstStyle/>
                    <a:p>
                      <a:pPr>
                        <a:buNone/>
                      </a:pP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long temporal memory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2401595"/>
                  </a:ext>
                </a:extLst>
              </a:tr>
              <a:tr h="388386">
                <a:tc>
                  <a:txBody>
                    <a:bodyPr/>
                    <a:lstStyle/>
                    <a:p>
                      <a:pPr>
                        <a:buNone/>
                      </a:pPr>
                      <a:r>
                        <a:rPr lang="en-IN" dirty="0"/>
                        <a:t>&gt;1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unstable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62972973"/>
                  </a:ext>
                </a:extLst>
              </a:tr>
            </a:tbl>
          </a:graphicData>
        </a:graphic>
      </p:graphicFrame>
    </p:spTree>
    <p:extLst>
      <p:ext uri="{BB962C8B-B14F-4D97-AF65-F5344CB8AC3E}">
        <p14:creationId xmlns:p14="http://schemas.microsoft.com/office/powerpoint/2010/main" val="786029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CB5F-E291-BC0A-B915-745CD73D9FBD}"/>
              </a:ext>
            </a:extLst>
          </p:cNvPr>
          <p:cNvSpPr>
            <a:spLocks noGrp="1"/>
          </p:cNvSpPr>
          <p:nvPr>
            <p:ph type="title"/>
          </p:nvPr>
        </p:nvSpPr>
        <p:spPr/>
        <p:txBody>
          <a:bodyPr>
            <a:normAutofit fontScale="90000"/>
          </a:bodyPr>
          <a:lstStyle/>
          <a:p>
            <a:r>
              <a:rPr lang="en-US" dirty="0"/>
              <a:t>Working of Echo State Network</a:t>
            </a:r>
            <a:endParaRPr lang="en-IN" dirty="0"/>
          </a:p>
        </p:txBody>
      </p:sp>
      <p:sp>
        <p:nvSpPr>
          <p:cNvPr id="6" name="Content Placeholder 5">
            <a:extLst>
              <a:ext uri="{FF2B5EF4-FFF2-40B4-BE49-F238E27FC236}">
                <a16:creationId xmlns:a16="http://schemas.microsoft.com/office/drawing/2014/main" id="{C6138623-362F-3D9B-83DD-6D4D67EB5660}"/>
              </a:ext>
            </a:extLst>
          </p:cNvPr>
          <p:cNvSpPr>
            <a:spLocks noGrp="1"/>
          </p:cNvSpPr>
          <p:nvPr>
            <p:ph idx="1"/>
          </p:nvPr>
        </p:nvSpPr>
        <p:spPr>
          <a:xfrm>
            <a:off x="735724" y="1292772"/>
            <a:ext cx="10491393" cy="4833498"/>
          </a:xfrm>
        </p:spPr>
        <p:txBody>
          <a:bodyPr>
            <a:normAutofit/>
          </a:bodyPr>
          <a:lstStyle/>
          <a:p>
            <a:pPr marL="0" indent="0">
              <a:buNone/>
            </a:pPr>
            <a:r>
              <a:rPr lang="en-US" b="1" dirty="0"/>
              <a:t>Step-by-step process:</a:t>
            </a:r>
          </a:p>
          <a:p>
            <a:r>
              <a:rPr lang="en-US" dirty="0"/>
              <a:t>Initialize reservoir with </a:t>
            </a:r>
            <a:r>
              <a:rPr lang="en-US" b="1" dirty="0"/>
              <a:t>random weights</a:t>
            </a:r>
            <a:endParaRPr lang="en-US" dirty="0"/>
          </a:p>
          <a:p>
            <a:r>
              <a:rPr lang="en-US" dirty="0"/>
              <a:t>Feed input sequence to reservoir</a:t>
            </a:r>
          </a:p>
          <a:p>
            <a:r>
              <a:rPr lang="en-US" dirty="0"/>
              <a:t>Reservoir generates </a:t>
            </a:r>
            <a:r>
              <a:rPr lang="en-US" b="1" dirty="0"/>
              <a:t>dynamic internal states</a:t>
            </a:r>
            <a:endParaRPr lang="en-US" dirty="0"/>
          </a:p>
          <a:p>
            <a:r>
              <a:rPr lang="en-US" dirty="0"/>
              <a:t>Collect reservoir states</a:t>
            </a:r>
          </a:p>
          <a:p>
            <a:r>
              <a:rPr lang="en-US" dirty="0"/>
              <a:t>Train output weights using regression</a:t>
            </a:r>
          </a:p>
          <a:p>
            <a:r>
              <a:rPr lang="en-US" dirty="0"/>
              <a:t>Predict future outputs</a:t>
            </a:r>
          </a:p>
          <a:p>
            <a:r>
              <a:rPr lang="en-US" dirty="0"/>
              <a:t>Thus the reservoir acts like a </a:t>
            </a:r>
            <a:r>
              <a:rPr lang="en-US" b="1" dirty="0"/>
              <a:t>nonlinear feature extractor for time sequences</a:t>
            </a:r>
            <a:r>
              <a:rPr lang="en-US" dirty="0"/>
              <a:t>.</a:t>
            </a:r>
          </a:p>
          <a:p>
            <a:endParaRPr lang="en-IN" dirty="0"/>
          </a:p>
        </p:txBody>
      </p:sp>
    </p:spTree>
    <p:extLst>
      <p:ext uri="{BB962C8B-B14F-4D97-AF65-F5344CB8AC3E}">
        <p14:creationId xmlns:p14="http://schemas.microsoft.com/office/powerpoint/2010/main" val="22553552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22109-E1E8-B7CF-C5EE-4C61527E525A}"/>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3B32778-A22E-3F0B-F711-A402009A9335}"/>
                  </a:ext>
                </a:extLst>
              </p:cNvPr>
              <p:cNvSpPr>
                <a:spLocks noGrp="1"/>
              </p:cNvSpPr>
              <p:nvPr>
                <p:ph idx="1"/>
              </p:nvPr>
            </p:nvSpPr>
            <p:spPr>
              <a:xfrm>
                <a:off x="798786" y="1524000"/>
                <a:ext cx="4698124" cy="4602270"/>
              </a:xfrm>
            </p:spPr>
            <p:txBody>
              <a:bodyPr>
                <a:normAutofit lnSpcReduction="10000"/>
              </a:bodyPr>
              <a:lstStyle/>
              <a:p>
                <a:pPr marL="0" indent="0">
                  <a:buNone/>
                </a:pPr>
                <a:r>
                  <a:rPr lang="en-IN" dirty="0"/>
                  <a:t>Consider a simple </a:t>
                </a:r>
                <a:r>
                  <a:rPr lang="en-IN" b="1" dirty="0"/>
                  <a:t>Echo State Network with 2 reservoir neurons</a:t>
                </a:r>
                <a:r>
                  <a:rPr lang="en-IN" dirty="0"/>
                  <a:t>.</a:t>
                </a:r>
              </a:p>
              <a:p>
                <a:r>
                  <a:rPr lang="en-IN" dirty="0"/>
                  <a:t>Input sequence</a:t>
                </a:r>
              </a:p>
              <a:p>
                <a14:m>
                  <m:oMath xmlns:m="http://schemas.openxmlformats.org/officeDocument/2006/math">
                    <m:r>
                      <a:rPr lang="en-IN" i="1">
                        <a:latin typeface="Cambria Math" panose="02040503050406030204" pitchFamily="18" charset="0"/>
                      </a:rPr>
                      <m:t>𝑢</m:t>
                    </m:r>
                    <m:d>
                      <m:dPr>
                        <m:ctrlPr>
                          <a:rPr lang="ar-AE" i="1">
                            <a:latin typeface="Cambria Math" panose="02040503050406030204" pitchFamily="18" charset="0"/>
                          </a:rPr>
                        </m:ctrlPr>
                      </m:dPr>
                      <m:e>
                        <m:r>
                          <a:rPr lang="ar-AE">
                            <a:latin typeface="Cambria Math" panose="02040503050406030204" pitchFamily="18" charset="0"/>
                          </a:rPr>
                          <m:t>1</m:t>
                        </m:r>
                      </m:e>
                    </m:d>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 </m:t>
                    </m:r>
                    <m:r>
                      <a:rPr lang="ar-AE" i="1">
                        <a:latin typeface="Cambria Math" panose="02040503050406030204" pitchFamily="18" charset="0"/>
                      </a:rPr>
                      <m:t>𝑢</m:t>
                    </m:r>
                    <m:d>
                      <m:dPr>
                        <m:ctrlPr>
                          <a:rPr lang="ar-AE" i="1">
                            <a:latin typeface="Cambria Math" panose="02040503050406030204" pitchFamily="18" charset="0"/>
                          </a:rPr>
                        </m:ctrlPr>
                      </m:dPr>
                      <m:e>
                        <m:r>
                          <a:rPr lang="ar-AE">
                            <a:latin typeface="Cambria Math" panose="02040503050406030204" pitchFamily="18" charset="0"/>
                          </a:rPr>
                          <m:t>2</m:t>
                        </m:r>
                      </m:e>
                    </m:d>
                    <m:r>
                      <a:rPr lang="ar-AE">
                        <a:latin typeface="Cambria Math" panose="02040503050406030204" pitchFamily="18" charset="0"/>
                      </a:rPr>
                      <m:t>=</m:t>
                    </m:r>
                    <m:r>
                      <a:rPr lang="ar-AE">
                        <a:latin typeface="Cambria Math" panose="02040503050406030204" pitchFamily="18" charset="0"/>
                      </a:rPr>
                      <m:t>2</m:t>
                    </m:r>
                  </m:oMath>
                </a14:m>
                <a:endParaRPr lang="ar-AE" dirty="0"/>
              </a:p>
              <a:p>
                <a:pPr marL="0" indent="0">
                  <a:buNone/>
                </a:pPr>
                <a:r>
                  <a:rPr lang="en-IN" b="1" dirty="0"/>
                  <a:t>Weight matrices:</a:t>
                </a:r>
              </a:p>
              <a:p>
                <a:r>
                  <a:rPr lang="en-IN" dirty="0"/>
                  <a:t>Input weight</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𝑖𝑛</m:t>
                        </m:r>
                      </m:sub>
                    </m:sSub>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mr>
                          <m:m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mr>
                        </m:m>
                      </m:e>
                    </m:d>
                  </m:oMath>
                </a14:m>
                <a:endParaRPr lang="ar-AE" dirty="0"/>
              </a:p>
              <a:p>
                <a:r>
                  <a:rPr lang="en-IN" dirty="0"/>
                  <a:t>Reservoir recurrent weights</a:t>
                </a:r>
              </a:p>
              <a:p>
                <a14:m>
                  <m:oMath xmlns:m="http://schemas.openxmlformats.org/officeDocument/2006/math">
                    <m:r>
                      <a:rPr lang="en-IN" i="1">
                        <a:latin typeface="Cambria Math" panose="02040503050406030204" pitchFamily="18" charset="0"/>
                      </a:rPr>
                      <m:t>𝑊</m:t>
                    </m:r>
                    <m:r>
                      <a:rPr lang="en-IN">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2"/>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mr>
                          <m:m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mr>
                        </m:m>
                      </m:e>
                    </m:d>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63B32778-A22E-3F0B-F711-A402009A9335}"/>
                  </a:ext>
                </a:extLst>
              </p:cNvPr>
              <p:cNvSpPr>
                <a:spLocks noGrp="1" noRot="1" noChangeAspect="1" noMove="1" noResize="1" noEditPoints="1" noAdjustHandles="1" noChangeArrowheads="1" noChangeShapeType="1" noTextEdit="1"/>
              </p:cNvSpPr>
              <p:nvPr>
                <p:ph idx="1"/>
              </p:nvPr>
            </p:nvSpPr>
            <p:spPr>
              <a:xfrm>
                <a:off x="798786" y="1524000"/>
                <a:ext cx="4698124" cy="4602270"/>
              </a:xfrm>
              <a:blipFill>
                <a:blip r:embed="rId2"/>
                <a:stretch>
                  <a:fillRect l="-3891" t="-251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93D5D0D6-637B-B115-E30C-393DE9FC3BC3}"/>
                  </a:ext>
                </a:extLst>
              </p:cNvPr>
              <p:cNvSpPr txBox="1">
                <a:spLocks/>
              </p:cNvSpPr>
              <p:nvPr/>
            </p:nvSpPr>
            <p:spPr>
              <a:xfrm>
                <a:off x="7073462" y="1716333"/>
                <a:ext cx="4577255" cy="4217604"/>
              </a:xfrm>
              <a:prstGeom prst="rect">
                <a:avLst/>
              </a:prstGeom>
            </p:spPr>
            <p:txBody>
              <a:bodyPr vert="horz" lIns="0" tIns="45720" rIns="0" bIns="45720" rtlCol="0">
                <a:normAutofit/>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IN" dirty="0"/>
                  <a:t>Output weights</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𝑜𝑢𝑡</m:t>
                        </m:r>
                      </m:sub>
                    </m:sSub>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2"/>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m:t>
                              </m:r>
                            </m:e>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mr>
                        </m:m>
                      </m:e>
                    </m:d>
                  </m:oMath>
                </a14:m>
                <a:endParaRPr lang="ar-AE" dirty="0"/>
              </a:p>
              <a:p>
                <a:r>
                  <a:rPr lang="en-IN" dirty="0"/>
                  <a:t>Activation function:</a:t>
                </a:r>
              </a:p>
              <a:p>
                <a14:m>
                  <m:oMath xmlns:m="http://schemas.openxmlformats.org/officeDocument/2006/math">
                    <m:r>
                      <a:rPr lang="en-IN" i="1">
                        <a:latin typeface="Cambria Math" panose="02040503050406030204" pitchFamily="18" charset="0"/>
                      </a:rPr>
                      <m:t>𝑓</m:t>
                    </m:r>
                    <m:d>
                      <m:dPr>
                        <m:ctrlPr>
                          <a:rPr lang="ar-AE" i="1">
                            <a:latin typeface="Cambria Math" panose="02040503050406030204" pitchFamily="18" charset="0"/>
                          </a:rPr>
                        </m:ctrlPr>
                      </m:dPr>
                      <m:e>
                        <m:r>
                          <a:rPr lang="ar-AE" i="1">
                            <a:latin typeface="Cambria Math" panose="02040503050406030204" pitchFamily="18" charset="0"/>
                          </a:rPr>
                          <m:t>𝑥</m:t>
                        </m:r>
                      </m:e>
                    </m:d>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r>
                          <a:rPr lang="ar-AE" i="1">
                            <a:latin typeface="Cambria Math" panose="02040503050406030204" pitchFamily="18" charset="0"/>
                          </a:rPr>
                          <m:t>𝑥</m:t>
                        </m:r>
                      </m:e>
                    </m:d>
                  </m:oMath>
                </a14:m>
                <a:endParaRPr lang="ar-AE" dirty="0"/>
              </a:p>
              <a:p>
                <a:r>
                  <a:rPr lang="en-IN" dirty="0"/>
                  <a:t>Initial reservoir state</a:t>
                </a:r>
              </a:p>
              <a:p>
                <a14:m>
                  <m:oMath xmlns:m="http://schemas.openxmlformats.org/officeDocument/2006/math">
                    <m:r>
                      <a:rPr lang="en-IN" i="1">
                        <a:latin typeface="Cambria Math" panose="02040503050406030204" pitchFamily="18" charset="0"/>
                      </a:rPr>
                      <m:t>𝑥</m:t>
                    </m:r>
                    <m:d>
                      <m:dPr>
                        <m:ctrlPr>
                          <a:rPr lang="ar-AE" i="1">
                            <a:latin typeface="Cambria Math" panose="02040503050406030204" pitchFamily="18" charset="0"/>
                          </a:rPr>
                        </m:ctrlPr>
                      </m:dPr>
                      <m:e>
                        <m:r>
                          <a:rPr lang="ar-AE">
                            <a:latin typeface="Cambria Math" panose="02040503050406030204" pitchFamily="18" charset="0"/>
                          </a:rPr>
                          <m:t>0</m:t>
                        </m:r>
                      </m:e>
                    </m:d>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e>
                          </m:mr>
                          <m:mr>
                            <m:e>
                              <m:r>
                                <a:rPr lang="ar-AE">
                                  <a:latin typeface="Cambria Math" panose="02040503050406030204" pitchFamily="18" charset="0"/>
                                </a:rPr>
                                <m:t>0</m:t>
                              </m:r>
                            </m:e>
                          </m:mr>
                        </m:m>
                      </m:e>
                    </m:d>
                  </m:oMath>
                </a14:m>
                <a:endParaRPr lang="ar-AE" dirty="0"/>
              </a:p>
              <a:p>
                <a:endParaRPr lang="en-IN" dirty="0"/>
              </a:p>
            </p:txBody>
          </p:sp>
        </mc:Choice>
        <mc:Fallback xmlns="">
          <p:sp>
            <p:nvSpPr>
              <p:cNvPr id="4" name="Content Placeholder 2">
                <a:extLst>
                  <a:ext uri="{FF2B5EF4-FFF2-40B4-BE49-F238E27FC236}">
                    <a16:creationId xmlns:a16="http://schemas.microsoft.com/office/drawing/2014/main" id="{93D5D0D6-637B-B115-E30C-393DE9FC3BC3}"/>
                  </a:ext>
                </a:extLst>
              </p:cNvPr>
              <p:cNvSpPr txBox="1">
                <a:spLocks noRot="1" noChangeAspect="1" noMove="1" noResize="1" noEditPoints="1" noAdjustHandles="1" noChangeArrowheads="1" noChangeShapeType="1" noTextEdit="1"/>
              </p:cNvSpPr>
              <p:nvPr/>
            </p:nvSpPr>
            <p:spPr>
              <a:xfrm>
                <a:off x="7073462" y="1716333"/>
                <a:ext cx="4577255" cy="4217604"/>
              </a:xfrm>
              <a:prstGeom prst="rect">
                <a:avLst/>
              </a:prstGeom>
              <a:blipFill>
                <a:blip r:embed="rId3"/>
                <a:stretch>
                  <a:fillRect l="-3728" t="-2026"/>
                </a:stretch>
              </a:blipFill>
            </p:spPr>
            <p:txBody>
              <a:bodyPr/>
              <a:lstStyle/>
              <a:p>
                <a:r>
                  <a:rPr lang="en-IN">
                    <a:noFill/>
                  </a:rPr>
                  <a:t> </a:t>
                </a:r>
              </a:p>
            </p:txBody>
          </p:sp>
        </mc:Fallback>
      </mc:AlternateContent>
    </p:spTree>
    <p:extLst>
      <p:ext uri="{BB962C8B-B14F-4D97-AF65-F5344CB8AC3E}">
        <p14:creationId xmlns:p14="http://schemas.microsoft.com/office/powerpoint/2010/main" val="4725932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AA6EC-EF59-1899-67C3-C7DBBC638DD9}"/>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4C4BA4-047F-4CD2-AFB3-439F21AFE31B}"/>
                  </a:ext>
                </a:extLst>
              </p:cNvPr>
              <p:cNvSpPr>
                <a:spLocks noGrp="1"/>
              </p:cNvSpPr>
              <p:nvPr>
                <p:ph idx="1"/>
              </p:nvPr>
            </p:nvSpPr>
            <p:spPr>
              <a:xfrm>
                <a:off x="819806" y="1418897"/>
                <a:ext cx="5276193" cy="4707373"/>
              </a:xfrm>
            </p:spPr>
            <p:txBody>
              <a:bodyPr>
                <a:normAutofit fontScale="92500" lnSpcReduction="10000"/>
              </a:bodyPr>
              <a:lstStyle/>
              <a:p>
                <a:pPr marL="0" indent="0">
                  <a:buNone/>
                </a:pPr>
                <a:r>
                  <a:rPr lang="en-IN" b="1" dirty="0"/>
                  <a:t>Step 1: Reservoir State at </a:t>
                </a:r>
                <a14:m>
                  <m:oMath xmlns:m="http://schemas.openxmlformats.org/officeDocument/2006/math">
                    <m:r>
                      <a:rPr lang="en-IN" i="1">
                        <a:latin typeface="Cambria Math" panose="02040503050406030204" pitchFamily="18" charset="0"/>
                      </a:rPr>
                      <m:t>𝑡</m:t>
                    </m:r>
                    <m:r>
                      <a:rPr lang="en-IN">
                        <a:latin typeface="Cambria Math" panose="02040503050406030204" pitchFamily="18" charset="0"/>
                      </a:rPr>
                      <m:t>=</m:t>
                    </m:r>
                    <m:r>
                      <a:rPr lang="en-IN">
                        <a:latin typeface="Cambria Math" panose="02040503050406030204" pitchFamily="18" charset="0"/>
                      </a:rPr>
                      <m:t>1</m:t>
                    </m:r>
                  </m:oMath>
                </a14:m>
                <a:endParaRPr lang="en-IN" b="1" dirty="0"/>
              </a:p>
              <a:p>
                <a:r>
                  <a:rPr lang="en-IN" dirty="0"/>
                  <a:t>Reservoir update equation:</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𝑥</m:t>
                      </m:r>
                      <m:d>
                        <m:dPr>
                          <m:ctrlPr>
                            <a:rPr lang="ar-AE" i="1">
                              <a:latin typeface="Cambria Math" panose="02040503050406030204" pitchFamily="18" charset="0"/>
                            </a:rPr>
                          </m:ctrlPr>
                        </m:dPr>
                        <m:e>
                          <m:r>
                            <a:rPr lang="ar-AE" i="1">
                              <a:latin typeface="Cambria Math" panose="02040503050406030204" pitchFamily="18" charset="0"/>
                            </a:rPr>
                            <m:t>𝑡</m:t>
                          </m:r>
                        </m:e>
                      </m:d>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𝑖𝑛</m:t>
                              </m:r>
                            </m:sub>
                          </m:sSub>
                          <m:r>
                            <a:rPr lang="ar-AE" i="1">
                              <a:latin typeface="Cambria Math" panose="02040503050406030204" pitchFamily="18" charset="0"/>
                            </a:rPr>
                            <m:t>𝑢</m:t>
                          </m:r>
                          <m:d>
                            <m:dPr>
                              <m:ctrlPr>
                                <a:rPr lang="ar-AE" i="1">
                                  <a:latin typeface="Cambria Math" panose="02040503050406030204" pitchFamily="18" charset="0"/>
                                </a:rPr>
                              </m:ctrlPr>
                            </m:dPr>
                            <m:e>
                              <m:r>
                                <a:rPr lang="ar-AE" i="1">
                                  <a:latin typeface="Cambria Math" panose="02040503050406030204" pitchFamily="18" charset="0"/>
                                </a:rPr>
                                <m:t>𝑡</m:t>
                              </m:r>
                            </m:e>
                          </m:d>
                          <m:r>
                            <a:rPr lang="ar-AE">
                              <a:latin typeface="Cambria Math" panose="02040503050406030204" pitchFamily="18" charset="0"/>
                            </a:rPr>
                            <m:t>+</m:t>
                          </m:r>
                          <m:r>
                            <a:rPr lang="ar-AE" i="1">
                              <a:latin typeface="Cambria Math" panose="02040503050406030204" pitchFamily="18" charset="0"/>
                            </a:rPr>
                            <m:t>𝑊𝑥</m:t>
                          </m:r>
                          <m:d>
                            <m:dPr>
                              <m:ctrlPr>
                                <a:rPr lang="ar-AE" i="1">
                                  <a:latin typeface="Cambria Math" panose="02040503050406030204" pitchFamily="18" charset="0"/>
                                </a:rPr>
                              </m:ctrlPr>
                            </m:dPr>
                            <m:e>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e>
                          </m:d>
                        </m:e>
                      </m:d>
                    </m:oMath>
                  </m:oMathPara>
                </a14:m>
                <a:endParaRPr lang="ar-AE" dirty="0"/>
              </a:p>
              <a:p>
                <a:pPr marL="0" indent="0">
                  <a:buNone/>
                </a:pPr>
                <a:r>
                  <a:rPr lang="en-IN" dirty="0"/>
                  <a:t>Substitute values.</a:t>
                </a:r>
              </a:p>
              <a:p>
                <a:r>
                  <a:rPr lang="en-IN" b="1" dirty="0"/>
                  <a:t>Input contribution</a:t>
                </a:r>
              </a:p>
              <a:p>
                <a:pPr marL="0" indent="0">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𝑖𝑛</m:t>
                          </m:r>
                        </m:sub>
                      </m:sSub>
                      <m:r>
                        <a:rPr lang="ar-AE" i="1">
                          <a:latin typeface="Cambria Math" panose="02040503050406030204" pitchFamily="18" charset="0"/>
                        </a:rPr>
                        <m:t>𝑢</m:t>
                      </m:r>
                      <m:d>
                        <m:dPr>
                          <m:ctrlPr>
                            <a:rPr lang="ar-AE" i="1">
                              <a:latin typeface="Cambria Math" panose="02040503050406030204" pitchFamily="18" charset="0"/>
                            </a:rPr>
                          </m:ctrlPr>
                        </m:dPr>
                        <m:e>
                          <m:r>
                            <a:rPr lang="ar-AE">
                              <a:latin typeface="Cambria Math" panose="02040503050406030204" pitchFamily="18" charset="0"/>
                            </a:rPr>
                            <m:t>1</m:t>
                          </m:r>
                        </m:e>
                      </m:d>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mr>
                            <m:m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mr>
                          </m:m>
                        </m:e>
                      </m:d>
                      <m:d>
                        <m:dPr>
                          <m:ctrlPr>
                            <a:rPr lang="ar-AE" i="1">
                              <a:latin typeface="Cambria Math" panose="02040503050406030204" pitchFamily="18" charset="0"/>
                            </a:rPr>
                          </m:ctrlPr>
                        </m:dPr>
                        <m:e>
                          <m:r>
                            <a:rPr lang="ar-AE">
                              <a:latin typeface="Cambria Math" panose="02040503050406030204" pitchFamily="18" charset="0"/>
                            </a:rPr>
                            <m:t>1</m:t>
                          </m:r>
                        </m:e>
                      </m:d>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mr>
                            <m:m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mr>
                          </m:m>
                        </m:e>
                      </m:d>
                    </m:oMath>
                  </m:oMathPara>
                </a14:m>
                <a:endParaRPr lang="ar-AE" dirty="0"/>
              </a:p>
              <a:p>
                <a:r>
                  <a:rPr lang="en-IN" b="1" dirty="0"/>
                  <a:t>Recurrent contribution</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𝑊𝑥</m:t>
                      </m:r>
                      <m:d>
                        <m:dPr>
                          <m:ctrlPr>
                            <a:rPr lang="ar-AE" i="1">
                              <a:latin typeface="Cambria Math" panose="02040503050406030204" pitchFamily="18" charset="0"/>
                            </a:rPr>
                          </m:ctrlPr>
                        </m:dPr>
                        <m:e>
                          <m:r>
                            <a:rPr lang="ar-AE">
                              <a:latin typeface="Cambria Math" panose="02040503050406030204" pitchFamily="18" charset="0"/>
                            </a:rPr>
                            <m:t>0</m:t>
                          </m:r>
                        </m:e>
                      </m:d>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2"/>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mr>
                            <m:m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mr>
                          </m:m>
                        </m:e>
                      </m:d>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e>
                            </m:mr>
                            <m:mr>
                              <m:e>
                                <m:r>
                                  <a:rPr lang="ar-AE">
                                    <a:latin typeface="Cambria Math" panose="02040503050406030204" pitchFamily="18" charset="0"/>
                                  </a:rPr>
                                  <m:t>0</m:t>
                                </m:r>
                              </m:e>
                            </m:mr>
                          </m:m>
                        </m:e>
                      </m:d>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e>
                            </m:mr>
                            <m:mr>
                              <m:e>
                                <m:r>
                                  <a:rPr lang="ar-AE">
                                    <a:latin typeface="Cambria Math" panose="02040503050406030204" pitchFamily="18" charset="0"/>
                                  </a:rPr>
                                  <m:t>0</m:t>
                                </m:r>
                              </m:e>
                            </m:mr>
                          </m:m>
                        </m:e>
                      </m:d>
                    </m:oMath>
                  </m:oMathPara>
                </a14:m>
                <a:endParaRPr lang="ar-AE" dirty="0"/>
              </a:p>
              <a:p>
                <a:r>
                  <a:rPr lang="en-IN" b="1" dirty="0"/>
                  <a:t>Total input</a:t>
                </a:r>
              </a:p>
              <a:p>
                <a:pPr marL="0" indent="0">
                  <a:buNone/>
                </a:pPr>
                <a14:m>
                  <m:oMathPara xmlns:m="http://schemas.openxmlformats.org/officeDocument/2006/math">
                    <m:oMathParaPr>
                      <m:jc m:val="centerGroup"/>
                    </m:oMathParaPr>
                    <m:oMath xmlns:m="http://schemas.openxmlformats.org/officeDocument/2006/math">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mr>
                            <m:m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mr>
                          </m:m>
                        </m:e>
                      </m:d>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e>
                            </m:mr>
                            <m:mr>
                              <m:e>
                                <m:r>
                                  <a:rPr lang="ar-AE">
                                    <a:latin typeface="Cambria Math" panose="02040503050406030204" pitchFamily="18" charset="0"/>
                                  </a:rPr>
                                  <m:t>0</m:t>
                                </m:r>
                              </m:e>
                            </m:mr>
                          </m:m>
                        </m:e>
                      </m:d>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mr>
                            <m:m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mr>
                          </m:m>
                        </m:e>
                      </m:d>
                    </m:oMath>
                  </m:oMathPara>
                </a14:m>
                <a:endParaRPr lang="ar-AE" dirty="0"/>
              </a:p>
              <a:p>
                <a:endParaRPr lang="en-IN" dirty="0"/>
              </a:p>
            </p:txBody>
          </p:sp>
        </mc:Choice>
        <mc:Fallback xmlns="">
          <p:sp>
            <p:nvSpPr>
              <p:cNvPr id="3" name="Content Placeholder 2">
                <a:extLst>
                  <a:ext uri="{FF2B5EF4-FFF2-40B4-BE49-F238E27FC236}">
                    <a16:creationId xmlns:a16="http://schemas.microsoft.com/office/drawing/2014/main" id="{714C4BA4-047F-4CD2-AFB3-439F21AFE31B}"/>
                  </a:ext>
                </a:extLst>
              </p:cNvPr>
              <p:cNvSpPr>
                <a:spLocks noGrp="1" noRot="1" noChangeAspect="1" noMove="1" noResize="1" noEditPoints="1" noAdjustHandles="1" noChangeArrowheads="1" noChangeShapeType="1" noTextEdit="1"/>
              </p:cNvSpPr>
              <p:nvPr>
                <p:ph idx="1"/>
              </p:nvPr>
            </p:nvSpPr>
            <p:spPr>
              <a:xfrm>
                <a:off x="819806" y="1418897"/>
                <a:ext cx="5276193" cy="4707373"/>
              </a:xfrm>
              <a:blipFill>
                <a:blip r:embed="rId2"/>
                <a:stretch>
                  <a:fillRect l="-3233" t="-220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AEB77364-81E1-7C52-9300-4724A38F65B2}"/>
                  </a:ext>
                </a:extLst>
              </p:cNvPr>
              <p:cNvSpPr txBox="1">
                <a:spLocks/>
              </p:cNvSpPr>
              <p:nvPr/>
            </p:nvSpPr>
            <p:spPr>
              <a:xfrm>
                <a:off x="6842234" y="1724735"/>
                <a:ext cx="4529959" cy="4217604"/>
              </a:xfrm>
              <a:prstGeom prst="rect">
                <a:avLst/>
              </a:prstGeom>
            </p:spPr>
            <p:txBody>
              <a:bodyPr vert="horz" lIns="0" tIns="45720" rIns="0" bIns="45720" rtlCol="0">
                <a:normAutofit/>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IN" dirty="0"/>
                  <a:t>Apply activation</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𝑥</m:t>
                      </m:r>
                      <m:d>
                        <m:dPr>
                          <m:ctrlPr>
                            <a:rPr lang="ar-AE" i="1">
                              <a:latin typeface="Cambria Math" panose="02040503050406030204" pitchFamily="18" charset="0"/>
                            </a:rPr>
                          </m:ctrlPr>
                        </m:dPr>
                        <m:e>
                          <m:r>
                            <a:rPr lang="ar-AE">
                              <a:latin typeface="Cambria Math" panose="02040503050406030204" pitchFamily="18" charset="0"/>
                            </a:rPr>
                            <m:t>1</m:t>
                          </m:r>
                        </m:e>
                      </m:d>
                      <m:r>
                        <a:rPr lang="ar-AE">
                          <a:latin typeface="Cambria Math" panose="02040503050406030204" pitchFamily="18" charset="0"/>
                        </a:rPr>
                        <m:t>=</m:t>
                      </m:r>
                      <m:func>
                        <m:funcPr>
                          <m:ctrlPr>
                            <a:rPr lang="ar-AE" i="1">
                              <a:latin typeface="Cambria Math" panose="02040503050406030204" pitchFamily="18" charset="0"/>
                            </a:rPr>
                          </m:ctrlPr>
                        </m:funcPr>
                        <m:fName>
                          <m:r>
                            <m:rPr>
                              <m:sty m:val="p"/>
                            </m:rPr>
                            <a:rPr lang="en-IN">
                              <a:latin typeface="Cambria Math" panose="02040503050406030204" pitchFamily="18" charset="0"/>
                            </a:rPr>
                            <m:t>tanh</m:t>
                          </m:r>
                        </m:fName>
                        <m:e>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mr>
                                <m:m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mr>
                              </m:m>
                            </m:e>
                          </m:d>
                        </m:e>
                      </m:func>
                    </m:oMath>
                  </m:oMathPara>
                </a14:m>
                <a:endParaRPr lang="ar-AE" dirty="0"/>
              </a:p>
              <a:p>
                <a:r>
                  <a:rPr lang="en-IN" dirty="0"/>
                  <a:t>Using values:</a:t>
                </a:r>
              </a:p>
              <a:p>
                <a:pPr marL="0" indent="0">
                  <a:buNone/>
                </a:pPr>
                <a14:m>
                  <m:oMathPara xmlns:m="http://schemas.openxmlformats.org/officeDocument/2006/math">
                    <m:oMathParaPr>
                      <m:jc m:val="centerGroup"/>
                    </m:oMathParaPr>
                    <m:oMath xmlns:m="http://schemas.openxmlformats.org/officeDocument/2006/math">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462</m:t>
                      </m:r>
                    </m:oMath>
                  </m:oMathPara>
                </a14:m>
                <a:endParaRPr lang="ar-AE" dirty="0"/>
              </a:p>
              <a:p>
                <a:pPr marL="0" indent="0">
                  <a:buNone/>
                </a:pPr>
                <a14:m>
                  <m:oMathPara xmlns:m="http://schemas.openxmlformats.org/officeDocument/2006/math">
                    <m:oMathParaPr>
                      <m:jc m:val="centerGroup"/>
                    </m:oMathParaPr>
                    <m:oMath xmlns:m="http://schemas.openxmlformats.org/officeDocument/2006/math">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380</m:t>
                      </m:r>
                    </m:oMath>
                  </m:oMathPara>
                </a14:m>
                <a:endParaRPr lang="ar-AE" dirty="0"/>
              </a:p>
              <a:p>
                <a:pPr marL="0" indent="0">
                  <a:buNone/>
                </a:pPr>
                <a:r>
                  <a:rPr lang="en-IN" dirty="0"/>
                  <a:t>Thus</a:t>
                </a:r>
              </a:p>
              <a:p>
                <a14:m>
                  <m:oMath xmlns:m="http://schemas.openxmlformats.org/officeDocument/2006/math">
                    <m:r>
                      <a:rPr lang="en-IN" i="1">
                        <a:latin typeface="Cambria Math" panose="02040503050406030204" pitchFamily="18" charset="0"/>
                      </a:rPr>
                      <m:t>𝑥</m:t>
                    </m:r>
                    <m:d>
                      <m:dPr>
                        <m:ctrlPr>
                          <a:rPr lang="ar-AE" i="1">
                            <a:latin typeface="Cambria Math" panose="02040503050406030204" pitchFamily="18" charset="0"/>
                          </a:rPr>
                        </m:ctrlPr>
                      </m:dPr>
                      <m:e>
                        <m:r>
                          <a:rPr lang="ar-AE">
                            <a:latin typeface="Cambria Math" panose="02040503050406030204" pitchFamily="18" charset="0"/>
                          </a:rPr>
                          <m:t>1</m:t>
                        </m:r>
                      </m:e>
                    </m:d>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462</m:t>
                              </m:r>
                            </m:e>
                          </m:mr>
                          <m:m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380</m:t>
                              </m:r>
                            </m:e>
                          </m:mr>
                        </m:m>
                      </m:e>
                    </m:d>
                  </m:oMath>
                </a14:m>
                <a:endParaRPr lang="ar-AE" dirty="0"/>
              </a:p>
              <a:p>
                <a:endParaRPr lang="en-IN" dirty="0"/>
              </a:p>
            </p:txBody>
          </p:sp>
        </mc:Choice>
        <mc:Fallback xmlns="">
          <p:sp>
            <p:nvSpPr>
              <p:cNvPr id="4" name="Content Placeholder 2">
                <a:extLst>
                  <a:ext uri="{FF2B5EF4-FFF2-40B4-BE49-F238E27FC236}">
                    <a16:creationId xmlns:a16="http://schemas.microsoft.com/office/drawing/2014/main" id="{AEB77364-81E1-7C52-9300-4724A38F65B2}"/>
                  </a:ext>
                </a:extLst>
              </p:cNvPr>
              <p:cNvSpPr txBox="1">
                <a:spLocks noRot="1" noChangeAspect="1" noMove="1" noResize="1" noEditPoints="1" noAdjustHandles="1" noChangeArrowheads="1" noChangeShapeType="1" noTextEdit="1"/>
              </p:cNvSpPr>
              <p:nvPr/>
            </p:nvSpPr>
            <p:spPr>
              <a:xfrm>
                <a:off x="6842234" y="1724735"/>
                <a:ext cx="4529959" cy="4217604"/>
              </a:xfrm>
              <a:prstGeom prst="rect">
                <a:avLst/>
              </a:prstGeom>
              <a:blipFill>
                <a:blip r:embed="rId3"/>
                <a:stretch>
                  <a:fillRect l="-4032" t="-2023"/>
                </a:stretch>
              </a:blipFill>
            </p:spPr>
            <p:txBody>
              <a:bodyPr/>
              <a:lstStyle/>
              <a:p>
                <a:r>
                  <a:rPr lang="en-IN">
                    <a:noFill/>
                  </a:rPr>
                  <a:t> </a:t>
                </a:r>
              </a:p>
            </p:txBody>
          </p:sp>
        </mc:Fallback>
      </mc:AlternateContent>
    </p:spTree>
    <p:extLst>
      <p:ext uri="{BB962C8B-B14F-4D97-AF65-F5344CB8AC3E}">
        <p14:creationId xmlns:p14="http://schemas.microsoft.com/office/powerpoint/2010/main" val="32516484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915A2-DAAE-A3B1-CC7B-C75B1ECE39BC}"/>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B877AD-99BC-1B1B-D349-15DF0D08A8F9}"/>
                  </a:ext>
                </a:extLst>
              </p:cNvPr>
              <p:cNvSpPr>
                <a:spLocks noGrp="1"/>
              </p:cNvSpPr>
              <p:nvPr>
                <p:ph idx="1"/>
              </p:nvPr>
            </p:nvSpPr>
            <p:spPr>
              <a:xfrm>
                <a:off x="777766" y="1366345"/>
                <a:ext cx="4624551" cy="4759925"/>
              </a:xfrm>
            </p:spPr>
            <p:txBody>
              <a:bodyPr>
                <a:normAutofit lnSpcReduction="10000"/>
              </a:bodyPr>
              <a:lstStyle/>
              <a:p>
                <a:r>
                  <a:rPr lang="en-IN" b="1" dirty="0"/>
                  <a:t>Step 2: Reservoir State at </a:t>
                </a:r>
                <a14:m>
                  <m:oMath xmlns:m="http://schemas.openxmlformats.org/officeDocument/2006/math">
                    <m:r>
                      <a:rPr lang="en-IN" i="1">
                        <a:latin typeface="Cambria Math" panose="02040503050406030204" pitchFamily="18" charset="0"/>
                      </a:rPr>
                      <m:t>𝑡</m:t>
                    </m:r>
                    <m:r>
                      <a:rPr lang="en-IN">
                        <a:latin typeface="Cambria Math" panose="02040503050406030204" pitchFamily="18" charset="0"/>
                      </a:rPr>
                      <m:t>=</m:t>
                    </m:r>
                    <m:r>
                      <a:rPr lang="en-IN">
                        <a:latin typeface="Cambria Math" panose="02040503050406030204" pitchFamily="18" charset="0"/>
                      </a:rPr>
                      <m:t>2</m:t>
                    </m:r>
                  </m:oMath>
                </a14:m>
                <a:endParaRPr lang="en-IN" b="1" dirty="0"/>
              </a:p>
              <a:p>
                <a:r>
                  <a:rPr lang="en-IN" dirty="0"/>
                  <a:t>Input</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𝑢</m:t>
                      </m:r>
                      <m:d>
                        <m:dPr>
                          <m:ctrlPr>
                            <a:rPr lang="ar-AE" i="1">
                              <a:latin typeface="Cambria Math" panose="02040503050406030204" pitchFamily="18" charset="0"/>
                            </a:rPr>
                          </m:ctrlPr>
                        </m:dPr>
                        <m:e>
                          <m:r>
                            <a:rPr lang="ar-AE">
                              <a:latin typeface="Cambria Math" panose="02040503050406030204" pitchFamily="18" charset="0"/>
                            </a:rPr>
                            <m:t>2</m:t>
                          </m:r>
                        </m:e>
                      </m:d>
                      <m:r>
                        <a:rPr lang="ar-AE">
                          <a:latin typeface="Cambria Math" panose="02040503050406030204" pitchFamily="18" charset="0"/>
                        </a:rPr>
                        <m:t>=</m:t>
                      </m:r>
                      <m:r>
                        <a:rPr lang="ar-AE">
                          <a:latin typeface="Cambria Math" panose="02040503050406030204" pitchFamily="18" charset="0"/>
                        </a:rPr>
                        <m:t>2</m:t>
                      </m:r>
                    </m:oMath>
                  </m:oMathPara>
                </a14:m>
                <a:endParaRPr lang="ar-AE" dirty="0"/>
              </a:p>
              <a:p>
                <a:r>
                  <a:rPr lang="en-IN" b="1" dirty="0"/>
                  <a:t>Input contribution</a:t>
                </a:r>
              </a:p>
              <a:p>
                <a:pPr marL="0" indent="0">
                  <a:buNone/>
                </a:pPr>
                <a:endParaRPr lang="en-IN" b="1" dirty="0"/>
              </a:p>
              <a:p>
                <a:pPr marL="0" indent="0">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𝑖𝑛</m:t>
                          </m:r>
                        </m:sub>
                      </m:sSub>
                      <m:r>
                        <a:rPr lang="ar-AE" i="1">
                          <a:latin typeface="Cambria Math" panose="02040503050406030204" pitchFamily="18" charset="0"/>
                        </a:rPr>
                        <m:t>𝑢</m:t>
                      </m:r>
                      <m:d>
                        <m:dPr>
                          <m:ctrlPr>
                            <a:rPr lang="ar-AE" i="1">
                              <a:latin typeface="Cambria Math" panose="02040503050406030204" pitchFamily="18" charset="0"/>
                            </a:rPr>
                          </m:ctrlPr>
                        </m:dPr>
                        <m:e>
                          <m:r>
                            <a:rPr lang="ar-AE">
                              <a:latin typeface="Cambria Math" panose="02040503050406030204" pitchFamily="18" charset="0"/>
                            </a:rPr>
                            <m:t>2</m:t>
                          </m:r>
                        </m:e>
                      </m:d>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mr>
                            <m:m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mr>
                          </m:m>
                        </m:e>
                      </m:d>
                      <m:d>
                        <m:dPr>
                          <m:ctrlPr>
                            <a:rPr lang="ar-AE" i="1">
                              <a:latin typeface="Cambria Math" panose="02040503050406030204" pitchFamily="18" charset="0"/>
                            </a:rPr>
                          </m:ctrlPr>
                        </m:dPr>
                        <m:e>
                          <m:r>
                            <a:rPr lang="ar-AE">
                              <a:latin typeface="Cambria Math" panose="02040503050406030204" pitchFamily="18" charset="0"/>
                            </a:rPr>
                            <m:t>2</m:t>
                          </m:r>
                        </m:e>
                      </m:d>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0</m:t>
                                </m:r>
                              </m:e>
                            </m:mr>
                            <m:m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m:t>
                                </m:r>
                              </m:e>
                            </m:mr>
                          </m:m>
                        </m:e>
                      </m:d>
                    </m:oMath>
                  </m:oMathPara>
                </a14:m>
                <a:endParaRPr lang="ar-AE" dirty="0"/>
              </a:p>
              <a:p>
                <a:pPr marL="0" indent="0">
                  <a:buNone/>
                </a:pPr>
                <a:endParaRPr lang="ar-AE" dirty="0"/>
              </a:p>
              <a:p>
                <a:r>
                  <a:rPr lang="en-IN" b="1" dirty="0"/>
                  <a:t>Recurrent contribution</a:t>
                </a:r>
              </a:p>
              <a:p>
                <a:pPr marL="0" indent="0">
                  <a:buNone/>
                </a:pPr>
                <a:endParaRPr lang="en-IN" b="1" dirty="0"/>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𝑊𝑥</m:t>
                      </m:r>
                      <m:d>
                        <m:dPr>
                          <m:ctrlPr>
                            <a:rPr lang="ar-AE" i="1">
                              <a:latin typeface="Cambria Math" panose="02040503050406030204" pitchFamily="18" charset="0"/>
                            </a:rPr>
                          </m:ctrlPr>
                        </m:dPr>
                        <m:e>
                          <m:r>
                            <a:rPr lang="ar-AE">
                              <a:latin typeface="Cambria Math" panose="02040503050406030204" pitchFamily="18" charset="0"/>
                            </a:rPr>
                            <m:t>1</m:t>
                          </m:r>
                        </m:e>
                      </m:d>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2"/>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mr>
                            <m:m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mr>
                          </m:m>
                        </m:e>
                      </m:d>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462</m:t>
                                </m:r>
                              </m:e>
                            </m:mr>
                            <m:m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380</m:t>
                                </m:r>
                              </m:e>
                            </m:mr>
                          </m:m>
                        </m:e>
                      </m:d>
                    </m:oMath>
                  </m:oMathPara>
                </a14:m>
                <a:endParaRPr lang="ar-AE" dirty="0"/>
              </a:p>
              <a:p>
                <a:endParaRPr lang="en-IN" dirty="0"/>
              </a:p>
            </p:txBody>
          </p:sp>
        </mc:Choice>
        <mc:Fallback xmlns="">
          <p:sp>
            <p:nvSpPr>
              <p:cNvPr id="3" name="Content Placeholder 2">
                <a:extLst>
                  <a:ext uri="{FF2B5EF4-FFF2-40B4-BE49-F238E27FC236}">
                    <a16:creationId xmlns:a16="http://schemas.microsoft.com/office/drawing/2014/main" id="{E4B877AD-99BC-1B1B-D349-15DF0D08A8F9}"/>
                  </a:ext>
                </a:extLst>
              </p:cNvPr>
              <p:cNvSpPr>
                <a:spLocks noGrp="1" noRot="1" noChangeAspect="1" noMove="1" noResize="1" noEditPoints="1" noAdjustHandles="1" noChangeArrowheads="1" noChangeShapeType="1" noTextEdit="1"/>
              </p:cNvSpPr>
              <p:nvPr>
                <p:ph idx="1"/>
              </p:nvPr>
            </p:nvSpPr>
            <p:spPr>
              <a:xfrm>
                <a:off x="777766" y="1366345"/>
                <a:ext cx="4624551" cy="4759925"/>
              </a:xfrm>
              <a:blipFill>
                <a:blip r:embed="rId2"/>
                <a:stretch>
                  <a:fillRect l="-3826" t="-24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E33DA8E0-EC52-900F-7863-55D3EB4B3A53}"/>
                  </a:ext>
                </a:extLst>
              </p:cNvPr>
              <p:cNvSpPr txBox="1">
                <a:spLocks/>
              </p:cNvSpPr>
              <p:nvPr/>
            </p:nvSpPr>
            <p:spPr>
              <a:xfrm>
                <a:off x="6096000" y="1366344"/>
                <a:ext cx="5318233" cy="4759925"/>
              </a:xfrm>
              <a:prstGeom prst="rect">
                <a:avLst/>
              </a:prstGeom>
            </p:spPr>
            <p:txBody>
              <a:bodyPr vert="horz" lIns="0" tIns="45720" rIns="0" bIns="45720" rtlCol="0">
                <a:normAutofit/>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IN" dirty="0"/>
                  <a:t>Compute:</a:t>
                </a:r>
              </a:p>
              <a:p>
                <a:r>
                  <a:rPr lang="en-IN" dirty="0"/>
                  <a:t>First neuron</a:t>
                </a:r>
              </a:p>
              <a:p>
                <a:pPr marL="0" indent="0">
                  <a:buNone/>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3</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462</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d>
                        <m:dPr>
                          <m:ctrlPr>
                            <a:rPr lang="ar-AE" i="1">
                              <a:latin typeface="Cambria Math" panose="02040503050406030204" pitchFamily="18" charset="0"/>
                            </a:rPr>
                          </m:ctrlPr>
                        </m:dP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380</m:t>
                          </m:r>
                        </m:e>
                      </m:d>
                    </m:oMath>
                  </m:oMathPara>
                </a14:m>
                <a:endParaRPr lang="ar-AE" dirty="0"/>
              </a:p>
              <a:p>
                <a:pPr marL="0" indent="0">
                  <a:buNone/>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1386</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076</m:t>
                      </m:r>
                    </m:oMath>
                  </m:oMathPara>
                </a14:m>
                <a:endParaRPr lang="ar-AE" dirty="0"/>
              </a:p>
              <a:p>
                <a:pPr marL="0" indent="0">
                  <a:buNone/>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0626</m:t>
                      </m:r>
                    </m:oMath>
                  </m:oMathPara>
                </a14:m>
                <a:endParaRPr lang="ar-AE" dirty="0"/>
              </a:p>
              <a:p>
                <a:r>
                  <a:rPr lang="en-IN" dirty="0"/>
                  <a:t>Second neuron</a:t>
                </a:r>
              </a:p>
              <a:p>
                <a:pPr marL="0" indent="0">
                  <a:buNone/>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m:t>
                      </m:r>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1</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462</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d>
                        <m:dPr>
                          <m:ctrlPr>
                            <a:rPr lang="ar-AE" i="1">
                              <a:latin typeface="Cambria Math" panose="02040503050406030204" pitchFamily="18" charset="0"/>
                            </a:rPr>
                          </m:ctrlPr>
                        </m:dP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380</m:t>
                          </m:r>
                        </m:e>
                      </m:d>
                    </m:oMath>
                  </m:oMathPara>
                </a14:m>
                <a:endParaRPr lang="ar-AE" dirty="0"/>
              </a:p>
              <a:p>
                <a:pPr marL="0" indent="0">
                  <a:buNone/>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0462</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152</m:t>
                      </m:r>
                    </m:oMath>
                  </m:oMathPara>
                </a14:m>
                <a:endParaRPr lang="ar-AE" dirty="0"/>
              </a:p>
              <a:p>
                <a:pPr marL="0" indent="0">
                  <a:buNone/>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1982</m:t>
                      </m:r>
                    </m:oMath>
                  </m:oMathPara>
                </a14:m>
                <a:endParaRPr lang="ar-AE" dirty="0"/>
              </a:p>
              <a:p>
                <a:r>
                  <a:rPr lang="en-IN" dirty="0"/>
                  <a:t>Thus</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𝑊𝑥</m:t>
                      </m:r>
                      <m:d>
                        <m:dPr>
                          <m:ctrlPr>
                            <a:rPr lang="ar-AE" i="1">
                              <a:latin typeface="Cambria Math" panose="02040503050406030204" pitchFamily="18" charset="0"/>
                            </a:rPr>
                          </m:ctrlPr>
                        </m:dPr>
                        <m:e>
                          <m:r>
                            <a:rPr lang="ar-AE">
                              <a:latin typeface="Cambria Math" panose="02040503050406030204" pitchFamily="18" charset="0"/>
                            </a:rPr>
                            <m:t>1</m:t>
                          </m:r>
                        </m:e>
                      </m:d>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0626</m:t>
                                </m:r>
                              </m:e>
                            </m:mr>
                            <m:m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1982</m:t>
                                </m:r>
                              </m:e>
                            </m:mr>
                          </m:m>
                        </m:e>
                      </m:d>
                    </m:oMath>
                  </m:oMathPara>
                </a14:m>
                <a:endParaRPr lang="ar-AE" dirty="0"/>
              </a:p>
              <a:p>
                <a:endParaRPr lang="en-IN" dirty="0"/>
              </a:p>
            </p:txBody>
          </p:sp>
        </mc:Choice>
        <mc:Fallback xmlns="">
          <p:sp>
            <p:nvSpPr>
              <p:cNvPr id="4" name="Content Placeholder 2">
                <a:extLst>
                  <a:ext uri="{FF2B5EF4-FFF2-40B4-BE49-F238E27FC236}">
                    <a16:creationId xmlns:a16="http://schemas.microsoft.com/office/drawing/2014/main" id="{E33DA8E0-EC52-900F-7863-55D3EB4B3A53}"/>
                  </a:ext>
                </a:extLst>
              </p:cNvPr>
              <p:cNvSpPr txBox="1">
                <a:spLocks noRot="1" noChangeAspect="1" noMove="1" noResize="1" noEditPoints="1" noAdjustHandles="1" noChangeArrowheads="1" noChangeShapeType="1" noTextEdit="1"/>
              </p:cNvSpPr>
              <p:nvPr/>
            </p:nvSpPr>
            <p:spPr>
              <a:xfrm>
                <a:off x="6096000" y="1366344"/>
                <a:ext cx="5318233" cy="4759925"/>
              </a:xfrm>
              <a:prstGeom prst="rect">
                <a:avLst/>
              </a:prstGeom>
              <a:blipFill>
                <a:blip r:embed="rId3"/>
                <a:stretch>
                  <a:fillRect l="-3211" t="-1793"/>
                </a:stretch>
              </a:blipFill>
            </p:spPr>
            <p:txBody>
              <a:bodyPr/>
              <a:lstStyle/>
              <a:p>
                <a:r>
                  <a:rPr lang="en-IN">
                    <a:noFill/>
                  </a:rPr>
                  <a:t> </a:t>
                </a:r>
              </a:p>
            </p:txBody>
          </p:sp>
        </mc:Fallback>
      </mc:AlternateContent>
    </p:spTree>
    <p:extLst>
      <p:ext uri="{BB962C8B-B14F-4D97-AF65-F5344CB8AC3E}">
        <p14:creationId xmlns:p14="http://schemas.microsoft.com/office/powerpoint/2010/main" val="14048091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5C702-EF83-A70E-F22D-A154035F6433}"/>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B26763C-0823-280F-EA05-8483DC9C9E87}"/>
                  </a:ext>
                </a:extLst>
              </p:cNvPr>
              <p:cNvSpPr>
                <a:spLocks noGrp="1"/>
              </p:cNvSpPr>
              <p:nvPr>
                <p:ph idx="1"/>
              </p:nvPr>
            </p:nvSpPr>
            <p:spPr>
              <a:xfrm>
                <a:off x="1849822" y="1566041"/>
                <a:ext cx="8082454" cy="4497167"/>
              </a:xfrm>
            </p:spPr>
            <p:txBody>
              <a:bodyPr>
                <a:normAutofit/>
              </a:bodyPr>
              <a:lstStyle/>
              <a:p>
                <a:r>
                  <a:rPr lang="en-IN" b="1" dirty="0"/>
                  <a:t>Total input</a:t>
                </a:r>
              </a:p>
              <a:p>
                <a:pPr marL="0" indent="0">
                  <a:buNone/>
                </a:pPr>
                <a14:m>
                  <m:oMathPara xmlns:m="http://schemas.openxmlformats.org/officeDocument/2006/math">
                    <m:oMathParaPr>
                      <m:jc m:val="centerGroup"/>
                    </m:oMathParaPr>
                    <m:oMath xmlns:m="http://schemas.openxmlformats.org/officeDocument/2006/math">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0</m:t>
                                </m:r>
                              </m:e>
                            </m:mr>
                            <m:m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m:t>
                                </m:r>
                              </m:e>
                            </m:mr>
                          </m:m>
                        </m:e>
                      </m:d>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0626</m:t>
                                </m:r>
                              </m:e>
                            </m:mr>
                            <m:m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1982</m:t>
                                </m:r>
                              </m:e>
                            </m:mr>
                          </m:m>
                        </m:e>
                      </m:d>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0626</m:t>
                                </m:r>
                              </m:e>
                            </m:mr>
                            <m:m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9982</m:t>
                                </m:r>
                              </m:e>
                            </m:mr>
                          </m:m>
                        </m:e>
                      </m:d>
                    </m:oMath>
                  </m:oMathPara>
                </a14:m>
                <a:endParaRPr lang="ar-AE" dirty="0"/>
              </a:p>
              <a:p>
                <a:r>
                  <a:rPr lang="en-IN" dirty="0"/>
                  <a:t>Apply activation:</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𝑥</m:t>
                      </m:r>
                      <m:d>
                        <m:dPr>
                          <m:ctrlPr>
                            <a:rPr lang="ar-AE" i="1">
                              <a:latin typeface="Cambria Math" panose="02040503050406030204" pitchFamily="18" charset="0"/>
                            </a:rPr>
                          </m:ctrlPr>
                        </m:dPr>
                        <m:e>
                          <m:r>
                            <a:rPr lang="ar-AE">
                              <a:latin typeface="Cambria Math" panose="02040503050406030204" pitchFamily="18" charset="0"/>
                            </a:rPr>
                            <m:t>2</m:t>
                          </m:r>
                        </m:e>
                      </m:d>
                      <m:r>
                        <a:rPr lang="ar-AE">
                          <a:latin typeface="Cambria Math" panose="02040503050406030204" pitchFamily="18" charset="0"/>
                        </a:rPr>
                        <m:t>=</m:t>
                      </m:r>
                      <m:func>
                        <m:funcPr>
                          <m:ctrlPr>
                            <a:rPr lang="ar-AE" i="1">
                              <a:latin typeface="Cambria Math" panose="02040503050406030204" pitchFamily="18" charset="0"/>
                            </a:rPr>
                          </m:ctrlPr>
                        </m:funcPr>
                        <m:fName>
                          <m:r>
                            <m:rPr>
                              <m:sty m:val="p"/>
                            </m:rPr>
                            <a:rPr lang="en-IN">
                              <a:latin typeface="Cambria Math" panose="02040503050406030204" pitchFamily="18" charset="0"/>
                            </a:rPr>
                            <m:t>tanh</m:t>
                          </m:r>
                        </m:fName>
                        <m:e>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0626</m:t>
                                    </m:r>
                                  </m:e>
                                </m:mr>
                                <m:m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9982</m:t>
                                    </m:r>
                                  </m:e>
                                </m:mr>
                              </m:m>
                            </m:e>
                          </m:d>
                        </m:e>
                      </m:func>
                    </m:oMath>
                  </m:oMathPara>
                </a14:m>
                <a:endParaRPr lang="ar-AE" dirty="0"/>
              </a:p>
              <a:p>
                <a:r>
                  <a:rPr lang="en-IN" dirty="0"/>
                  <a:t>Approximate values:</a:t>
                </a:r>
              </a:p>
              <a:p>
                <a:pPr marL="0" indent="0">
                  <a:buNone/>
                </a:pPr>
                <a14:m>
                  <m:oMathPara xmlns:m="http://schemas.openxmlformats.org/officeDocument/2006/math">
                    <m:oMathParaPr>
                      <m:jc m:val="centerGroup"/>
                    </m:oMathParaPr>
                    <m:oMath xmlns:m="http://schemas.openxmlformats.org/officeDocument/2006/math">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0626</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786</m:t>
                      </m:r>
                    </m:oMath>
                  </m:oMathPara>
                </a14:m>
                <a:endParaRPr lang="ar-AE" dirty="0"/>
              </a:p>
              <a:p>
                <a:pPr marL="0" indent="0">
                  <a:buNone/>
                </a:pPr>
                <a14:m>
                  <m:oMathPara xmlns:m="http://schemas.openxmlformats.org/officeDocument/2006/math">
                    <m:oMathParaPr>
                      <m:jc m:val="centerGroup"/>
                    </m:oMathParaPr>
                    <m:oMath xmlns:m="http://schemas.openxmlformats.org/officeDocument/2006/math">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9982</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761</m:t>
                      </m:r>
                    </m:oMath>
                  </m:oMathPara>
                </a14:m>
                <a:endParaRPr lang="ar-AE" dirty="0"/>
              </a:p>
              <a:p>
                <a:r>
                  <a:rPr lang="en-IN" dirty="0"/>
                  <a:t>Thus</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𝑥</m:t>
                      </m:r>
                      <m:d>
                        <m:dPr>
                          <m:ctrlPr>
                            <a:rPr lang="ar-AE" i="1">
                              <a:latin typeface="Cambria Math" panose="02040503050406030204" pitchFamily="18" charset="0"/>
                            </a:rPr>
                          </m:ctrlPr>
                        </m:dPr>
                        <m:e>
                          <m:r>
                            <a:rPr lang="ar-AE">
                              <a:latin typeface="Cambria Math" panose="02040503050406030204" pitchFamily="18" charset="0"/>
                            </a:rPr>
                            <m:t>2</m:t>
                          </m:r>
                        </m:e>
                      </m:d>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786</m:t>
                                </m:r>
                              </m:e>
                            </m:mr>
                            <m:m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761</m:t>
                                </m:r>
                              </m:e>
                            </m:mr>
                          </m:m>
                        </m:e>
                      </m:d>
                    </m:oMath>
                  </m:oMathPara>
                </a14:m>
                <a:endParaRPr lang="ar-AE" dirty="0"/>
              </a:p>
              <a:p>
                <a:endParaRPr lang="en-IN" dirty="0"/>
              </a:p>
            </p:txBody>
          </p:sp>
        </mc:Choice>
        <mc:Fallback xmlns="">
          <p:sp>
            <p:nvSpPr>
              <p:cNvPr id="3" name="Content Placeholder 2">
                <a:extLst>
                  <a:ext uri="{FF2B5EF4-FFF2-40B4-BE49-F238E27FC236}">
                    <a16:creationId xmlns:a16="http://schemas.microsoft.com/office/drawing/2014/main" id="{EB26763C-0823-280F-EA05-8483DC9C9E87}"/>
                  </a:ext>
                </a:extLst>
              </p:cNvPr>
              <p:cNvSpPr>
                <a:spLocks noGrp="1" noRot="1" noChangeAspect="1" noMove="1" noResize="1" noEditPoints="1" noAdjustHandles="1" noChangeArrowheads="1" noChangeShapeType="1" noTextEdit="1"/>
              </p:cNvSpPr>
              <p:nvPr>
                <p:ph idx="1"/>
              </p:nvPr>
            </p:nvSpPr>
            <p:spPr>
              <a:xfrm>
                <a:off x="1849822" y="1566041"/>
                <a:ext cx="8082454" cy="4497167"/>
              </a:xfrm>
              <a:blipFill>
                <a:blip r:embed="rId2"/>
                <a:stretch>
                  <a:fillRect l="-2112" t="-1897"/>
                </a:stretch>
              </a:blipFill>
            </p:spPr>
            <p:txBody>
              <a:bodyPr/>
              <a:lstStyle/>
              <a:p>
                <a:r>
                  <a:rPr lang="en-IN">
                    <a:noFill/>
                  </a:rPr>
                  <a:t> </a:t>
                </a:r>
              </a:p>
            </p:txBody>
          </p:sp>
        </mc:Fallback>
      </mc:AlternateContent>
    </p:spTree>
    <p:extLst>
      <p:ext uri="{BB962C8B-B14F-4D97-AF65-F5344CB8AC3E}">
        <p14:creationId xmlns:p14="http://schemas.microsoft.com/office/powerpoint/2010/main" val="16776159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47E6C-4F53-F616-967C-6CCDCA5AF34F}"/>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52C7A5E-30AF-2437-8898-4323F20C5E0C}"/>
                  </a:ext>
                </a:extLst>
              </p:cNvPr>
              <p:cNvSpPr>
                <a:spLocks noGrp="1"/>
              </p:cNvSpPr>
              <p:nvPr>
                <p:ph idx="1"/>
              </p:nvPr>
            </p:nvSpPr>
            <p:spPr>
              <a:xfrm>
                <a:off x="830317" y="1502979"/>
                <a:ext cx="10396800" cy="4623291"/>
              </a:xfrm>
            </p:spPr>
            <p:txBody>
              <a:bodyPr>
                <a:normAutofit/>
              </a:bodyPr>
              <a:lstStyle/>
              <a:p>
                <a:r>
                  <a:rPr lang="en-IN" b="1" dirty="0"/>
                  <a:t>Step 3: Compute Output</a:t>
                </a:r>
              </a:p>
              <a:p>
                <a:r>
                  <a:rPr lang="en-IN" dirty="0"/>
                  <a:t>Output equation:</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𝑦</m:t>
                      </m:r>
                      <m:d>
                        <m:dPr>
                          <m:ctrlPr>
                            <a:rPr lang="ar-AE" i="1">
                              <a:latin typeface="Cambria Math" panose="02040503050406030204" pitchFamily="18" charset="0"/>
                            </a:rPr>
                          </m:ctrlPr>
                        </m:dPr>
                        <m:e>
                          <m:r>
                            <a:rPr lang="ar-AE" i="1">
                              <a:latin typeface="Cambria Math" panose="02040503050406030204" pitchFamily="18" charset="0"/>
                            </a:rPr>
                            <m:t>𝑡</m:t>
                          </m:r>
                        </m:e>
                      </m:d>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𝑜𝑢𝑡</m:t>
                          </m:r>
                        </m:sub>
                      </m:sSub>
                      <m:r>
                        <a:rPr lang="ar-AE" i="1">
                          <a:latin typeface="Cambria Math" panose="02040503050406030204" pitchFamily="18" charset="0"/>
                        </a:rPr>
                        <m:t>𝑥</m:t>
                      </m:r>
                      <m:d>
                        <m:dPr>
                          <m:ctrlPr>
                            <a:rPr lang="ar-AE" i="1">
                              <a:latin typeface="Cambria Math" panose="02040503050406030204" pitchFamily="18" charset="0"/>
                            </a:rPr>
                          </m:ctrlPr>
                        </m:dPr>
                        <m:e>
                          <m:r>
                            <a:rPr lang="ar-AE" i="1">
                              <a:latin typeface="Cambria Math" panose="02040503050406030204" pitchFamily="18" charset="0"/>
                            </a:rPr>
                            <m:t>𝑡</m:t>
                          </m:r>
                        </m:e>
                      </m:d>
                    </m:oMath>
                  </m:oMathPara>
                </a14:m>
                <a:endParaRPr lang="ar-AE" dirty="0"/>
              </a:p>
              <a:p>
                <a:r>
                  <a:rPr lang="en-IN" dirty="0"/>
                  <a:t>For </a:t>
                </a:r>
                <a14:m>
                  <m:oMath xmlns:m="http://schemas.openxmlformats.org/officeDocument/2006/math">
                    <m:r>
                      <a:rPr lang="en-IN" i="1">
                        <a:latin typeface="Cambria Math" panose="02040503050406030204" pitchFamily="18" charset="0"/>
                      </a:rPr>
                      <m:t>𝑡</m:t>
                    </m:r>
                    <m:r>
                      <a:rPr lang="en-IN">
                        <a:latin typeface="Cambria Math" panose="02040503050406030204" pitchFamily="18" charset="0"/>
                      </a:rPr>
                      <m:t>=</m:t>
                    </m:r>
                    <m:r>
                      <a:rPr lang="en-IN">
                        <a:latin typeface="Cambria Math" panose="02040503050406030204" pitchFamily="18" charset="0"/>
                      </a:rPr>
                      <m:t>2</m:t>
                    </m:r>
                  </m:oMath>
                </a14:m>
                <a:endParaRPr lang="en-IN" dirty="0"/>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𝑦</m:t>
                      </m:r>
                      <m:d>
                        <m:dPr>
                          <m:ctrlPr>
                            <a:rPr lang="ar-AE" i="1">
                              <a:latin typeface="Cambria Math" panose="02040503050406030204" pitchFamily="18" charset="0"/>
                            </a:rPr>
                          </m:ctrlPr>
                        </m:dPr>
                        <m:e>
                          <m:r>
                            <a:rPr lang="ar-AE">
                              <a:latin typeface="Cambria Math" panose="02040503050406030204" pitchFamily="18" charset="0"/>
                            </a:rPr>
                            <m:t>2</m:t>
                          </m:r>
                        </m:e>
                      </m:d>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2"/>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m:t>
                                </m:r>
                              </m:e>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mr>
                          </m:m>
                        </m:e>
                      </m:d>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786</m:t>
                                </m:r>
                              </m:e>
                            </m:mr>
                            <m:m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761</m:t>
                                </m:r>
                              </m:e>
                            </m:mr>
                          </m:m>
                        </m:e>
                      </m:d>
                    </m:oMath>
                  </m:oMathPara>
                </a14:m>
                <a:endParaRPr lang="ar-AE" dirty="0"/>
              </a:p>
              <a:p>
                <a:r>
                  <a:rPr lang="en-IN" dirty="0"/>
                  <a:t>Compute</a:t>
                </a:r>
              </a:p>
              <a:p>
                <a:pPr marL="0" indent="0">
                  <a:buNone/>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6</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786</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d>
                        <m:dPr>
                          <m:ctrlPr>
                            <a:rPr lang="ar-AE" i="1">
                              <a:latin typeface="Cambria Math" panose="02040503050406030204" pitchFamily="18" charset="0"/>
                            </a:rPr>
                          </m:ctrlPr>
                        </m:dP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761</m:t>
                          </m:r>
                        </m:e>
                      </m:d>
                    </m:oMath>
                  </m:oMathPara>
                </a14:m>
                <a:endParaRPr lang="ar-AE" dirty="0"/>
              </a:p>
              <a:p>
                <a:pPr marL="0" indent="0">
                  <a:buNone/>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4716</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1522</m:t>
                      </m:r>
                    </m:oMath>
                  </m:oMathPara>
                </a14:m>
                <a:endParaRPr lang="ar-AE" dirty="0"/>
              </a:p>
              <a:p>
                <a:pPr marL="0" indent="0">
                  <a:buNone/>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6238</m:t>
                      </m:r>
                    </m:oMath>
                  </m:oMathPara>
                </a14:m>
                <a:endParaRPr lang="ar-AE" dirty="0"/>
              </a:p>
              <a:p>
                <a:endParaRPr lang="en-IN" dirty="0"/>
              </a:p>
            </p:txBody>
          </p:sp>
        </mc:Choice>
        <mc:Fallback xmlns="">
          <p:sp>
            <p:nvSpPr>
              <p:cNvPr id="3" name="Content Placeholder 2">
                <a:extLst>
                  <a:ext uri="{FF2B5EF4-FFF2-40B4-BE49-F238E27FC236}">
                    <a16:creationId xmlns:a16="http://schemas.microsoft.com/office/drawing/2014/main" id="{752C7A5E-30AF-2437-8898-4323F20C5E0C}"/>
                  </a:ext>
                </a:extLst>
              </p:cNvPr>
              <p:cNvSpPr>
                <a:spLocks noGrp="1" noRot="1" noChangeAspect="1" noMove="1" noResize="1" noEditPoints="1" noAdjustHandles="1" noChangeArrowheads="1" noChangeShapeType="1" noTextEdit="1"/>
              </p:cNvSpPr>
              <p:nvPr>
                <p:ph idx="1"/>
              </p:nvPr>
            </p:nvSpPr>
            <p:spPr>
              <a:xfrm>
                <a:off x="830317" y="1502979"/>
                <a:ext cx="10396800" cy="4623291"/>
              </a:xfrm>
              <a:blipFill>
                <a:blip r:embed="rId2"/>
                <a:stretch>
                  <a:fillRect l="-1641" t="-1847"/>
                </a:stretch>
              </a:blipFill>
            </p:spPr>
            <p:txBody>
              <a:bodyPr/>
              <a:lstStyle/>
              <a:p>
                <a:r>
                  <a:rPr lang="en-IN">
                    <a:noFill/>
                  </a:rPr>
                  <a:t> </a:t>
                </a:r>
              </a:p>
            </p:txBody>
          </p:sp>
        </mc:Fallback>
      </mc:AlternateContent>
    </p:spTree>
    <p:extLst>
      <p:ext uri="{BB962C8B-B14F-4D97-AF65-F5344CB8AC3E}">
        <p14:creationId xmlns:p14="http://schemas.microsoft.com/office/powerpoint/2010/main" val="40880438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B2C79-2559-A106-7D19-442344E24555}"/>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766BEEC-7BB6-169D-1770-4CED6FFD4B0B}"/>
                  </a:ext>
                </a:extLst>
              </p:cNvPr>
              <p:cNvSpPr>
                <a:spLocks noGrp="1"/>
              </p:cNvSpPr>
              <p:nvPr>
                <p:ph idx="1"/>
              </p:nvPr>
            </p:nvSpPr>
            <p:spPr>
              <a:xfrm>
                <a:off x="1025842" y="1681655"/>
                <a:ext cx="10201275" cy="4444615"/>
              </a:xfrm>
            </p:spPr>
            <p:txBody>
              <a:bodyPr/>
              <a:lstStyle/>
              <a:p>
                <a:r>
                  <a:rPr lang="en-IN" b="1" dirty="0"/>
                  <a:t>Final Result</a:t>
                </a:r>
              </a:p>
              <a:p>
                <a:r>
                  <a:rPr lang="en-IN" dirty="0"/>
                  <a:t>Reservoir states</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𝑥</m:t>
                      </m:r>
                      <m:d>
                        <m:dPr>
                          <m:ctrlPr>
                            <a:rPr lang="ar-AE" i="1">
                              <a:latin typeface="Cambria Math" panose="02040503050406030204" pitchFamily="18" charset="0"/>
                            </a:rPr>
                          </m:ctrlPr>
                        </m:dPr>
                        <m:e>
                          <m:r>
                            <a:rPr lang="ar-AE">
                              <a:latin typeface="Cambria Math" panose="02040503050406030204" pitchFamily="18" charset="0"/>
                            </a:rPr>
                            <m:t>1</m:t>
                          </m:r>
                        </m:e>
                      </m:d>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462</m:t>
                                </m:r>
                              </m:e>
                            </m:mr>
                            <m:m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380</m:t>
                                </m:r>
                              </m:e>
                            </m:mr>
                          </m:m>
                        </m:e>
                      </m:d>
                    </m:oMath>
                  </m:oMathPara>
                </a14:m>
                <a:endParaRPr lang="ar-AE" dirty="0"/>
              </a:p>
              <a:p>
                <a:pPr marL="0" indent="0">
                  <a:buNone/>
                </a:pP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ar-AE" i="1">
                          <a:latin typeface="Cambria Math" panose="02040503050406030204" pitchFamily="18" charset="0"/>
                        </a:rPr>
                        <m:t>𝑥</m:t>
                      </m:r>
                      <m:d>
                        <m:dPr>
                          <m:ctrlPr>
                            <a:rPr lang="ar-AE" i="1">
                              <a:latin typeface="Cambria Math" panose="02040503050406030204" pitchFamily="18" charset="0"/>
                            </a:rPr>
                          </m:ctrlPr>
                        </m:dPr>
                        <m:e>
                          <m:r>
                            <a:rPr lang="ar-AE">
                              <a:latin typeface="Cambria Math" panose="02040503050406030204" pitchFamily="18" charset="0"/>
                            </a:rPr>
                            <m:t>2</m:t>
                          </m:r>
                        </m:e>
                      </m:d>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786</m:t>
                                </m:r>
                              </m:e>
                            </m:mr>
                            <m:m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761</m:t>
                                </m:r>
                              </m:e>
                            </m:mr>
                          </m:m>
                        </m:e>
                      </m:d>
                    </m:oMath>
                  </m:oMathPara>
                </a14:m>
                <a:endParaRPr lang="ar-AE" dirty="0"/>
              </a:p>
              <a:p>
                <a:endParaRPr lang="en-IN" dirty="0"/>
              </a:p>
              <a:p>
                <a:r>
                  <a:rPr lang="en-IN" dirty="0"/>
                  <a:t>Final output</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𝑦</m:t>
                      </m:r>
                      <m:d>
                        <m:dPr>
                          <m:ctrlPr>
                            <a:rPr lang="ar-AE" i="1">
                              <a:latin typeface="Cambria Math" panose="02040503050406030204" pitchFamily="18" charset="0"/>
                            </a:rPr>
                          </m:ctrlPr>
                        </m:dPr>
                        <m:e>
                          <m:r>
                            <a:rPr lang="ar-AE">
                              <a:latin typeface="Cambria Math" panose="02040503050406030204" pitchFamily="18" charset="0"/>
                            </a:rPr>
                            <m:t>2</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624</m:t>
                      </m:r>
                    </m:oMath>
                  </m:oMathPara>
                </a14:m>
                <a:endParaRPr lang="ar-AE" dirty="0"/>
              </a:p>
              <a:p>
                <a:endParaRPr lang="en-IN" dirty="0"/>
              </a:p>
            </p:txBody>
          </p:sp>
        </mc:Choice>
        <mc:Fallback xmlns="">
          <p:sp>
            <p:nvSpPr>
              <p:cNvPr id="3" name="Content Placeholder 2">
                <a:extLst>
                  <a:ext uri="{FF2B5EF4-FFF2-40B4-BE49-F238E27FC236}">
                    <a16:creationId xmlns:a16="http://schemas.microsoft.com/office/drawing/2014/main" id="{F766BEEC-7BB6-169D-1770-4CED6FFD4B0B}"/>
                  </a:ext>
                </a:extLst>
              </p:cNvPr>
              <p:cNvSpPr>
                <a:spLocks noGrp="1" noRot="1" noChangeAspect="1" noMove="1" noResize="1" noEditPoints="1" noAdjustHandles="1" noChangeArrowheads="1" noChangeShapeType="1" noTextEdit="1"/>
              </p:cNvSpPr>
              <p:nvPr>
                <p:ph idx="1"/>
              </p:nvPr>
            </p:nvSpPr>
            <p:spPr>
              <a:xfrm>
                <a:off x="1025842" y="1681655"/>
                <a:ext cx="10201275" cy="4444615"/>
              </a:xfrm>
              <a:blipFill>
                <a:blip r:embed="rId2"/>
                <a:stretch>
                  <a:fillRect l="-1673" t="-1920"/>
                </a:stretch>
              </a:blipFill>
            </p:spPr>
            <p:txBody>
              <a:bodyPr/>
              <a:lstStyle/>
              <a:p>
                <a:r>
                  <a:rPr lang="en-IN">
                    <a:noFill/>
                  </a:rPr>
                  <a:t> </a:t>
                </a:r>
              </a:p>
            </p:txBody>
          </p:sp>
        </mc:Fallback>
      </mc:AlternateContent>
    </p:spTree>
    <p:extLst>
      <p:ext uri="{BB962C8B-B14F-4D97-AF65-F5344CB8AC3E}">
        <p14:creationId xmlns:p14="http://schemas.microsoft.com/office/powerpoint/2010/main" val="23951366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B6417-74F5-3FBB-A3B4-CAB8B334CA7F}"/>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9E77D59-FD2D-8C4F-55DE-870FCA1DEB62}"/>
                  </a:ext>
                </a:extLst>
              </p:cNvPr>
              <p:cNvSpPr>
                <a:spLocks noGrp="1"/>
              </p:cNvSpPr>
              <p:nvPr>
                <p:ph idx="1"/>
              </p:nvPr>
            </p:nvSpPr>
            <p:spPr/>
            <p:txBody>
              <a:bodyPr/>
              <a:lstStyle/>
              <a:p>
                <a:r>
                  <a:rPr lang="en-IN" b="1" dirty="0"/>
                  <a:t>Interpretation</a:t>
                </a:r>
              </a:p>
              <a:p>
                <a:r>
                  <a:rPr lang="en-IN" dirty="0"/>
                  <a:t>The </a:t>
                </a:r>
                <a:r>
                  <a:rPr lang="en-IN" b="1" dirty="0"/>
                  <a:t>reservoir keeps memory of previous inputs</a:t>
                </a:r>
                <a:r>
                  <a:rPr lang="en-IN" dirty="0"/>
                  <a:t> through recurrent connections.</a:t>
                </a:r>
              </a:p>
              <a:p>
                <a:r>
                  <a:rPr lang="en-IN" dirty="0"/>
                  <a:t>Even at </a:t>
                </a:r>
                <a14:m>
                  <m:oMath xmlns:m="http://schemas.openxmlformats.org/officeDocument/2006/math">
                    <m:r>
                      <a:rPr lang="en-IN" i="1">
                        <a:latin typeface="Cambria Math" panose="02040503050406030204" pitchFamily="18" charset="0"/>
                      </a:rPr>
                      <m:t>𝑡</m:t>
                    </m:r>
                    <m:r>
                      <a:rPr lang="en-IN">
                        <a:latin typeface="Cambria Math" panose="02040503050406030204" pitchFamily="18" charset="0"/>
                      </a:rPr>
                      <m:t>=</m:t>
                    </m:r>
                    <m:r>
                      <a:rPr lang="en-IN">
                        <a:latin typeface="Cambria Math" panose="02040503050406030204" pitchFamily="18" charset="0"/>
                      </a:rPr>
                      <m:t>2</m:t>
                    </m:r>
                  </m:oMath>
                </a14:m>
                <a:r>
                  <a:rPr lang="en-IN" dirty="0"/>
                  <a:t>, the output depends on </a:t>
                </a:r>
                <a:r>
                  <a:rPr lang="en-IN" b="1" dirty="0"/>
                  <a:t>both </a:t>
                </a:r>
                <a14:m>
                  <m:oMath xmlns:m="http://schemas.openxmlformats.org/officeDocument/2006/math">
                    <m:r>
                      <a:rPr lang="en-IN" i="1">
                        <a:latin typeface="Cambria Math" panose="02040503050406030204" pitchFamily="18" charset="0"/>
                      </a:rPr>
                      <m:t>𝑢</m:t>
                    </m:r>
                    <m:d>
                      <m:dPr>
                        <m:ctrlPr>
                          <a:rPr lang="ar-AE" i="1">
                            <a:latin typeface="Cambria Math" panose="02040503050406030204" pitchFamily="18" charset="0"/>
                          </a:rPr>
                        </m:ctrlPr>
                      </m:dPr>
                      <m:e>
                        <m:r>
                          <a:rPr lang="ar-AE">
                            <a:latin typeface="Cambria Math" panose="02040503050406030204" pitchFamily="18" charset="0"/>
                          </a:rPr>
                          <m:t>1</m:t>
                        </m:r>
                      </m:e>
                    </m:d>
                  </m:oMath>
                </a14:m>
                <a:r>
                  <a:rPr lang="en-IN" b="1" dirty="0"/>
                  <a:t>and </a:t>
                </a:r>
                <a14:m>
                  <m:oMath xmlns:m="http://schemas.openxmlformats.org/officeDocument/2006/math">
                    <m:r>
                      <a:rPr lang="en-IN" i="1">
                        <a:latin typeface="Cambria Math" panose="02040503050406030204" pitchFamily="18" charset="0"/>
                      </a:rPr>
                      <m:t>𝑢</m:t>
                    </m:r>
                    <m:d>
                      <m:dPr>
                        <m:ctrlPr>
                          <a:rPr lang="ar-AE" i="1">
                            <a:latin typeface="Cambria Math" panose="02040503050406030204" pitchFamily="18" charset="0"/>
                          </a:rPr>
                        </m:ctrlPr>
                      </m:dPr>
                      <m:e>
                        <m:r>
                          <a:rPr lang="ar-AE">
                            <a:latin typeface="Cambria Math" panose="02040503050406030204" pitchFamily="18" charset="0"/>
                          </a:rPr>
                          <m:t>2</m:t>
                        </m:r>
                      </m:e>
                    </m:d>
                  </m:oMath>
                </a14:m>
                <a:r>
                  <a:rPr lang="ar-AE" dirty="0"/>
                  <a:t>.</a:t>
                </a:r>
              </a:p>
              <a:p>
                <a:r>
                  <a:rPr lang="en-IN" dirty="0"/>
                  <a:t>This demonstrates how ESN captures </a:t>
                </a:r>
                <a:r>
                  <a:rPr lang="en-IN" b="1" dirty="0"/>
                  <a:t>temporal dependencies</a:t>
                </a:r>
                <a:r>
                  <a:rPr lang="en-IN" dirty="0"/>
                  <a:t>.</a:t>
                </a:r>
              </a:p>
              <a:p>
                <a:endParaRPr lang="en-IN" dirty="0"/>
              </a:p>
            </p:txBody>
          </p:sp>
        </mc:Choice>
        <mc:Fallback xmlns="">
          <p:sp>
            <p:nvSpPr>
              <p:cNvPr id="3" name="Content Placeholder 2">
                <a:extLst>
                  <a:ext uri="{FF2B5EF4-FFF2-40B4-BE49-F238E27FC236}">
                    <a16:creationId xmlns:a16="http://schemas.microsoft.com/office/drawing/2014/main" id="{59E77D59-FD2D-8C4F-55DE-870FCA1DEB62}"/>
                  </a:ext>
                </a:extLst>
              </p:cNvPr>
              <p:cNvSpPr>
                <a:spLocks noGrp="1" noRot="1" noChangeAspect="1" noMove="1" noResize="1" noEditPoints="1" noAdjustHandles="1" noChangeArrowheads="1" noChangeShapeType="1" noTextEdit="1"/>
              </p:cNvSpPr>
              <p:nvPr>
                <p:ph idx="1"/>
              </p:nvPr>
            </p:nvSpPr>
            <p:spPr>
              <a:blipFill>
                <a:blip r:embed="rId2"/>
                <a:stretch>
                  <a:fillRect l="-1758" t="-2023"/>
                </a:stretch>
              </a:blipFill>
            </p:spPr>
            <p:txBody>
              <a:bodyPr/>
              <a:lstStyle/>
              <a:p>
                <a:r>
                  <a:rPr lang="en-IN">
                    <a:noFill/>
                  </a:rPr>
                  <a:t> </a:t>
                </a:r>
              </a:p>
            </p:txBody>
          </p:sp>
        </mc:Fallback>
      </mc:AlternateContent>
    </p:spTree>
    <p:extLst>
      <p:ext uri="{BB962C8B-B14F-4D97-AF65-F5344CB8AC3E}">
        <p14:creationId xmlns:p14="http://schemas.microsoft.com/office/powerpoint/2010/main" val="31934269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7A115-51F0-39F5-1550-DCF33B6212F9}"/>
              </a:ext>
            </a:extLst>
          </p:cNvPr>
          <p:cNvSpPr>
            <a:spLocks noGrp="1"/>
          </p:cNvSpPr>
          <p:nvPr>
            <p:ph type="title"/>
          </p:nvPr>
        </p:nvSpPr>
        <p:spPr/>
        <p:txBody>
          <a:bodyPr>
            <a:normAutofit fontScale="90000"/>
          </a:bodyPr>
          <a:lstStyle/>
          <a:p>
            <a:r>
              <a:rPr lang="en-IN" dirty="0"/>
              <a:t>Long Short-Term Memory</a:t>
            </a:r>
          </a:p>
        </p:txBody>
      </p:sp>
      <p:sp>
        <p:nvSpPr>
          <p:cNvPr id="3" name="Content Placeholder 2">
            <a:extLst>
              <a:ext uri="{FF2B5EF4-FFF2-40B4-BE49-F238E27FC236}">
                <a16:creationId xmlns:a16="http://schemas.microsoft.com/office/drawing/2014/main" id="{E792726C-6811-2ABD-4C90-60EED567A3C9}"/>
              </a:ext>
            </a:extLst>
          </p:cNvPr>
          <p:cNvSpPr>
            <a:spLocks noGrp="1"/>
          </p:cNvSpPr>
          <p:nvPr>
            <p:ph idx="1"/>
          </p:nvPr>
        </p:nvSpPr>
        <p:spPr/>
        <p:txBody>
          <a:bodyPr/>
          <a:lstStyle/>
          <a:p>
            <a:pPr algn="just"/>
            <a:r>
              <a:rPr lang="en-US" dirty="0"/>
              <a:t>Long Short-Term Memory (LSTM) is an enhanced version of the Recurrent Neural Network (RNN) designed by Hochreiter and </a:t>
            </a:r>
            <a:r>
              <a:rPr lang="en-US" dirty="0" err="1"/>
              <a:t>Schmidhuber</a:t>
            </a:r>
            <a:r>
              <a:rPr lang="en-US" dirty="0"/>
              <a:t>.</a:t>
            </a:r>
          </a:p>
          <a:p>
            <a:pPr algn="just"/>
            <a:r>
              <a:rPr lang="en-US" dirty="0"/>
              <a:t> LSTMs can capture long-term dependencies in sequential data making them ideal for tasks like language translation, speech recognition and time series forecasting.</a:t>
            </a:r>
          </a:p>
          <a:p>
            <a:pPr algn="just"/>
            <a:r>
              <a:rPr lang="en-US" dirty="0"/>
              <a:t> Unlike traditional RNNs which use a single hidden state passed through time LSTMs introduce a </a:t>
            </a:r>
            <a:r>
              <a:rPr lang="en-US" b="1" dirty="0"/>
              <a:t>memory cell</a:t>
            </a:r>
            <a:r>
              <a:rPr lang="en-US" dirty="0"/>
              <a:t> that holds information over extended periods addressing the challenge of </a:t>
            </a:r>
            <a:r>
              <a:rPr lang="en-US" b="1" dirty="0"/>
              <a:t>learning long-term dependencies.</a:t>
            </a:r>
            <a:endParaRPr lang="en-IN" b="1" dirty="0"/>
          </a:p>
        </p:txBody>
      </p:sp>
    </p:spTree>
    <p:extLst>
      <p:ext uri="{BB962C8B-B14F-4D97-AF65-F5344CB8AC3E}">
        <p14:creationId xmlns:p14="http://schemas.microsoft.com/office/powerpoint/2010/main" val="32399299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79D64-1A14-0DA5-88F3-A96AE3449C48}"/>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4DE05389-09C2-BB27-6FA6-F18F6E5E84C6}"/>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1900B61E-1A4A-4395-BE8B-74ACBAA38C80}"/>
              </a:ext>
            </a:extLst>
          </p:cNvPr>
          <p:cNvPicPr>
            <a:picLocks noChangeAspect="1"/>
          </p:cNvPicPr>
          <p:nvPr/>
        </p:nvPicPr>
        <p:blipFill>
          <a:blip r:embed="rId2"/>
          <a:stretch>
            <a:fillRect/>
          </a:stretch>
        </p:blipFill>
        <p:spPr>
          <a:xfrm>
            <a:off x="1583883" y="1908665"/>
            <a:ext cx="8632171" cy="4040189"/>
          </a:xfrm>
          <a:prstGeom prst="rect">
            <a:avLst/>
          </a:prstGeom>
        </p:spPr>
      </p:pic>
    </p:spTree>
    <p:extLst>
      <p:ext uri="{BB962C8B-B14F-4D97-AF65-F5344CB8AC3E}">
        <p14:creationId xmlns:p14="http://schemas.microsoft.com/office/powerpoint/2010/main" val="23113685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FB3DF-129B-2028-06A7-798669B3FE10}"/>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918A39FC-4AAE-25E7-81A5-93FB89913AE6}"/>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184EAD20-BC3F-2CF7-FE47-2F2E1DA84274}"/>
              </a:ext>
            </a:extLst>
          </p:cNvPr>
          <p:cNvPicPr>
            <a:picLocks noChangeAspect="1"/>
          </p:cNvPicPr>
          <p:nvPr/>
        </p:nvPicPr>
        <p:blipFill>
          <a:blip r:embed="rId2"/>
          <a:stretch>
            <a:fillRect/>
          </a:stretch>
        </p:blipFill>
        <p:spPr>
          <a:xfrm>
            <a:off x="2286000" y="1524000"/>
            <a:ext cx="7620000" cy="3810000"/>
          </a:xfrm>
          <a:prstGeom prst="rect">
            <a:avLst/>
          </a:prstGeom>
        </p:spPr>
      </p:pic>
    </p:spTree>
    <p:extLst>
      <p:ext uri="{BB962C8B-B14F-4D97-AF65-F5344CB8AC3E}">
        <p14:creationId xmlns:p14="http://schemas.microsoft.com/office/powerpoint/2010/main" val="18156895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0BA55-5D51-1034-17D4-B21039E0C175}"/>
              </a:ext>
            </a:extLst>
          </p:cNvPr>
          <p:cNvSpPr>
            <a:spLocks noGrp="1"/>
          </p:cNvSpPr>
          <p:nvPr>
            <p:ph type="title"/>
          </p:nvPr>
        </p:nvSpPr>
        <p:spPr/>
        <p:txBody>
          <a:bodyPr>
            <a:normAutofit fontScale="90000"/>
          </a:bodyPr>
          <a:lstStyle/>
          <a:p>
            <a:endParaRPr lang="en-IN"/>
          </a:p>
        </p:txBody>
      </p:sp>
      <p:pic>
        <p:nvPicPr>
          <p:cNvPr id="5" name="Content Placeholder 4">
            <a:extLst>
              <a:ext uri="{FF2B5EF4-FFF2-40B4-BE49-F238E27FC236}">
                <a16:creationId xmlns:a16="http://schemas.microsoft.com/office/drawing/2014/main" id="{D05BF4CA-6134-FD00-0C1C-106441524E1B}"/>
              </a:ext>
            </a:extLst>
          </p:cNvPr>
          <p:cNvPicPr>
            <a:picLocks noGrp="1" noChangeAspect="1"/>
          </p:cNvPicPr>
          <p:nvPr>
            <p:ph idx="1"/>
          </p:nvPr>
        </p:nvPicPr>
        <p:blipFill>
          <a:blip r:embed="rId2"/>
          <a:stretch>
            <a:fillRect/>
          </a:stretch>
        </p:blipFill>
        <p:spPr>
          <a:xfrm>
            <a:off x="2387600" y="2112169"/>
            <a:ext cx="7620000" cy="3810000"/>
          </a:xfrm>
          <a:prstGeom prst="rect">
            <a:avLst/>
          </a:prstGeom>
        </p:spPr>
      </p:pic>
    </p:spTree>
    <p:extLst>
      <p:ext uri="{BB962C8B-B14F-4D97-AF65-F5344CB8AC3E}">
        <p14:creationId xmlns:p14="http://schemas.microsoft.com/office/powerpoint/2010/main" val="31642139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1A608-0642-5B1A-5B8F-377111C82760}"/>
              </a:ext>
            </a:extLst>
          </p:cNvPr>
          <p:cNvSpPr>
            <a:spLocks noGrp="1"/>
          </p:cNvSpPr>
          <p:nvPr>
            <p:ph type="title"/>
          </p:nvPr>
        </p:nvSpPr>
        <p:spPr/>
        <p:txBody>
          <a:bodyPr>
            <a:normAutofit fontScale="90000"/>
          </a:bodyPr>
          <a:lstStyle/>
          <a:p>
            <a:r>
              <a:rPr lang="en-US" dirty="0"/>
              <a:t>LSTM Architecture</a:t>
            </a:r>
            <a:endParaRPr lang="en-IN" dirty="0"/>
          </a:p>
        </p:txBody>
      </p:sp>
      <p:sp>
        <p:nvSpPr>
          <p:cNvPr id="3" name="Content Placeholder 2">
            <a:extLst>
              <a:ext uri="{FF2B5EF4-FFF2-40B4-BE49-F238E27FC236}">
                <a16:creationId xmlns:a16="http://schemas.microsoft.com/office/drawing/2014/main" id="{4ECFF8EC-CFDF-B52B-DC75-612CCB72D235}"/>
              </a:ext>
            </a:extLst>
          </p:cNvPr>
          <p:cNvSpPr>
            <a:spLocks noGrp="1"/>
          </p:cNvSpPr>
          <p:nvPr>
            <p:ph idx="1"/>
          </p:nvPr>
        </p:nvSpPr>
        <p:spPr>
          <a:xfrm>
            <a:off x="420414" y="1471448"/>
            <a:ext cx="11267089" cy="4654822"/>
          </a:xfrm>
        </p:spPr>
        <p:txBody>
          <a:bodyPr>
            <a:noAutofit/>
          </a:bodyPr>
          <a:lstStyle/>
          <a:p>
            <a:pPr algn="just" fontAlgn="base">
              <a:lnSpc>
                <a:spcPct val="100000"/>
              </a:lnSpc>
              <a:spcBef>
                <a:spcPts val="300"/>
              </a:spcBef>
              <a:spcAft>
                <a:spcPts val="300"/>
              </a:spcAft>
            </a:pPr>
            <a:r>
              <a:rPr lang="en-US" sz="2600" dirty="0"/>
              <a:t>LSTM architectures involves the memory cell which is controlled by three gates:</a:t>
            </a:r>
          </a:p>
          <a:p>
            <a:pPr algn="just" fontAlgn="base">
              <a:lnSpc>
                <a:spcPct val="100000"/>
              </a:lnSpc>
              <a:spcBef>
                <a:spcPts val="300"/>
              </a:spcBef>
              <a:spcAft>
                <a:spcPts val="300"/>
              </a:spcAft>
            </a:pPr>
            <a:r>
              <a:rPr lang="en-US" sz="2600" b="1" dirty="0"/>
              <a:t>Input gate</a:t>
            </a:r>
            <a:r>
              <a:rPr lang="en-US" sz="2600" dirty="0"/>
              <a:t>: Controls what information is added to the memory cell.</a:t>
            </a:r>
          </a:p>
          <a:p>
            <a:pPr algn="just" fontAlgn="base">
              <a:lnSpc>
                <a:spcPct val="100000"/>
              </a:lnSpc>
              <a:spcBef>
                <a:spcPts val="300"/>
              </a:spcBef>
              <a:spcAft>
                <a:spcPts val="300"/>
              </a:spcAft>
            </a:pPr>
            <a:r>
              <a:rPr lang="en-US" sz="2600" b="1" dirty="0"/>
              <a:t>Forget gate</a:t>
            </a:r>
            <a:r>
              <a:rPr lang="en-US" sz="2600" dirty="0"/>
              <a:t>: Determines what information is removed from the memory cell.</a:t>
            </a:r>
          </a:p>
          <a:p>
            <a:pPr algn="just" fontAlgn="base">
              <a:lnSpc>
                <a:spcPct val="100000"/>
              </a:lnSpc>
              <a:spcBef>
                <a:spcPts val="300"/>
              </a:spcBef>
              <a:spcAft>
                <a:spcPts val="300"/>
              </a:spcAft>
            </a:pPr>
            <a:r>
              <a:rPr lang="en-US" sz="2600" b="1" dirty="0"/>
              <a:t>Output gate</a:t>
            </a:r>
            <a:r>
              <a:rPr lang="en-US" sz="2600" dirty="0"/>
              <a:t>: Controls what information is output from the memory cell.</a:t>
            </a:r>
          </a:p>
          <a:p>
            <a:pPr algn="just" fontAlgn="base">
              <a:lnSpc>
                <a:spcPct val="100000"/>
              </a:lnSpc>
              <a:spcBef>
                <a:spcPts val="300"/>
              </a:spcBef>
              <a:spcAft>
                <a:spcPts val="300"/>
              </a:spcAft>
            </a:pPr>
            <a:r>
              <a:rPr lang="en-US" sz="2600" dirty="0"/>
              <a:t>This allows LSTM networks to selectively retain or discard information as it flows through the network which allows them to learn long-term dependencies. </a:t>
            </a:r>
          </a:p>
          <a:p>
            <a:pPr algn="just" fontAlgn="base">
              <a:lnSpc>
                <a:spcPct val="100000"/>
              </a:lnSpc>
              <a:spcBef>
                <a:spcPts val="300"/>
              </a:spcBef>
              <a:spcAft>
                <a:spcPts val="300"/>
              </a:spcAft>
            </a:pPr>
            <a:r>
              <a:rPr lang="en-US" sz="2600" dirty="0"/>
              <a:t>The network has a </a:t>
            </a:r>
            <a:r>
              <a:rPr lang="en-US" sz="2600" b="1" dirty="0"/>
              <a:t>hidden state which is like its short-term memory</a:t>
            </a:r>
            <a:r>
              <a:rPr lang="en-US" sz="2600" dirty="0"/>
              <a:t>.</a:t>
            </a:r>
          </a:p>
          <a:p>
            <a:pPr algn="just" fontAlgn="base">
              <a:lnSpc>
                <a:spcPct val="100000"/>
              </a:lnSpc>
              <a:spcBef>
                <a:spcPts val="300"/>
              </a:spcBef>
              <a:spcAft>
                <a:spcPts val="300"/>
              </a:spcAft>
            </a:pPr>
            <a:r>
              <a:rPr lang="en-US" sz="2600" dirty="0"/>
              <a:t> This memory is updated using the </a:t>
            </a:r>
            <a:r>
              <a:rPr lang="en-US" sz="2600" b="1" dirty="0"/>
              <a:t>current input, the previous hidden state and the current state of the memory cell.</a:t>
            </a:r>
          </a:p>
          <a:p>
            <a:pPr algn="just">
              <a:lnSpc>
                <a:spcPct val="100000"/>
              </a:lnSpc>
              <a:spcBef>
                <a:spcPts val="0"/>
              </a:spcBef>
              <a:spcAft>
                <a:spcPts val="0"/>
              </a:spcAft>
            </a:pPr>
            <a:endParaRPr lang="en-IN" sz="2600" dirty="0"/>
          </a:p>
        </p:txBody>
      </p:sp>
    </p:spTree>
    <p:extLst>
      <p:ext uri="{BB962C8B-B14F-4D97-AF65-F5344CB8AC3E}">
        <p14:creationId xmlns:p14="http://schemas.microsoft.com/office/powerpoint/2010/main" val="3443947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EF707-D895-6334-8149-40CBCC4AEF00}"/>
              </a:ext>
            </a:extLst>
          </p:cNvPr>
          <p:cNvSpPr>
            <a:spLocks noGrp="1"/>
          </p:cNvSpPr>
          <p:nvPr>
            <p:ph type="title"/>
          </p:nvPr>
        </p:nvSpPr>
        <p:spPr/>
        <p:txBody>
          <a:bodyPr>
            <a:normAutofit fontScale="90000"/>
          </a:bodyPr>
          <a:lstStyle/>
          <a:p>
            <a:r>
              <a:rPr lang="en-US" dirty="0"/>
              <a:t>Working of LSTM</a:t>
            </a:r>
            <a:endParaRPr lang="en-IN" dirty="0"/>
          </a:p>
        </p:txBody>
      </p:sp>
      <p:sp>
        <p:nvSpPr>
          <p:cNvPr id="3" name="Content Placeholder 2">
            <a:extLst>
              <a:ext uri="{FF2B5EF4-FFF2-40B4-BE49-F238E27FC236}">
                <a16:creationId xmlns:a16="http://schemas.microsoft.com/office/drawing/2014/main" id="{C9386B48-24D4-6EEA-9F02-7975AFD0F393}"/>
              </a:ext>
            </a:extLst>
          </p:cNvPr>
          <p:cNvSpPr>
            <a:spLocks noGrp="1"/>
          </p:cNvSpPr>
          <p:nvPr>
            <p:ph idx="1"/>
          </p:nvPr>
        </p:nvSpPr>
        <p:spPr>
          <a:xfrm>
            <a:off x="819807" y="1566041"/>
            <a:ext cx="10407310" cy="4560229"/>
          </a:xfrm>
        </p:spPr>
        <p:txBody>
          <a:bodyPr/>
          <a:lstStyle/>
          <a:p>
            <a:pPr fontAlgn="base"/>
            <a:r>
              <a:rPr lang="en-US" dirty="0"/>
              <a:t>LSTM architecture has a chain structure that contains four neural networks and different memory blocks called </a:t>
            </a:r>
            <a:r>
              <a:rPr lang="en-US" b="1" dirty="0"/>
              <a:t>cells.</a:t>
            </a:r>
          </a:p>
          <a:p>
            <a:endParaRPr lang="en-IN" dirty="0"/>
          </a:p>
        </p:txBody>
      </p:sp>
      <p:pic>
        <p:nvPicPr>
          <p:cNvPr id="5" name="Picture 4">
            <a:extLst>
              <a:ext uri="{FF2B5EF4-FFF2-40B4-BE49-F238E27FC236}">
                <a16:creationId xmlns:a16="http://schemas.microsoft.com/office/drawing/2014/main" id="{651DBE14-EDBC-F12E-4B84-7020534E3890}"/>
              </a:ext>
            </a:extLst>
          </p:cNvPr>
          <p:cNvPicPr>
            <a:picLocks noChangeAspect="1"/>
          </p:cNvPicPr>
          <p:nvPr/>
        </p:nvPicPr>
        <p:blipFill>
          <a:blip r:embed="rId2"/>
          <a:stretch>
            <a:fillRect/>
          </a:stretch>
        </p:blipFill>
        <p:spPr>
          <a:xfrm>
            <a:off x="1839310" y="2316270"/>
            <a:ext cx="9080938" cy="3810000"/>
          </a:xfrm>
          <a:prstGeom prst="rect">
            <a:avLst/>
          </a:prstGeom>
        </p:spPr>
      </p:pic>
    </p:spTree>
    <p:extLst>
      <p:ext uri="{BB962C8B-B14F-4D97-AF65-F5344CB8AC3E}">
        <p14:creationId xmlns:p14="http://schemas.microsoft.com/office/powerpoint/2010/main" val="8393111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6E0B9-E29F-BC92-212B-FD9EBCFFF732}"/>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6B0E60E-2A48-9A38-28E7-8BAC708D38F1}"/>
                  </a:ext>
                </a:extLst>
              </p:cNvPr>
              <p:cNvSpPr>
                <a:spLocks noGrp="1"/>
              </p:cNvSpPr>
              <p:nvPr>
                <p:ph idx="1"/>
              </p:nvPr>
            </p:nvSpPr>
            <p:spPr>
              <a:xfrm>
                <a:off x="903890" y="1481959"/>
                <a:ext cx="10323227" cy="4644311"/>
              </a:xfrm>
            </p:spPr>
            <p:txBody>
              <a:bodyPr>
                <a:normAutofit lnSpcReduction="10000"/>
              </a:bodyPr>
              <a:lstStyle/>
              <a:p>
                <a:pPr fontAlgn="base"/>
                <a:r>
                  <a:rPr lang="en-IN" dirty="0"/>
                  <a:t>Information is retained by the cells and the memory manipulations are done by the</a:t>
                </a:r>
                <a:r>
                  <a:rPr lang="en-IN" b="1" dirty="0"/>
                  <a:t> </a:t>
                </a:r>
                <a:r>
                  <a:rPr lang="en-IN" dirty="0"/>
                  <a:t>gates</a:t>
                </a:r>
                <a:r>
                  <a:rPr lang="en-IN" b="1" dirty="0"/>
                  <a:t>.</a:t>
                </a:r>
                <a:r>
                  <a:rPr lang="en-IN" dirty="0"/>
                  <a:t> There are three gates - </a:t>
                </a:r>
              </a:p>
              <a:p>
                <a:pPr fontAlgn="base"/>
                <a:r>
                  <a:rPr lang="en-IN" b="1" dirty="0"/>
                  <a:t>1. Forget Gate</a:t>
                </a:r>
              </a:p>
              <a:p>
                <a:pPr fontAlgn="base"/>
                <a:r>
                  <a:rPr lang="en-IN" dirty="0"/>
                  <a:t>The information that is no longer useful in the cell state is removed with the forget gate. </a:t>
                </a:r>
                <a:r>
                  <a:rPr lang="en-IN" b="1" dirty="0"/>
                  <a:t>Two inputs </a:t>
                </a:r>
                <a14:m>
                  <m:oMath xmlns:m="http://schemas.openxmlformats.org/officeDocument/2006/math">
                    <m:sSub>
                      <m:sSubPr>
                        <m:ctrlPr>
                          <a:rPr lang="ar-AE" b="1" i="1">
                            <a:latin typeface="Cambria Math" panose="02040503050406030204" pitchFamily="18" charset="0"/>
                          </a:rPr>
                        </m:ctrlPr>
                      </m:sSubPr>
                      <m:e>
                        <m:r>
                          <a:rPr lang="ar-AE" b="1" i="1">
                            <a:latin typeface="Cambria Math" panose="02040503050406030204" pitchFamily="18" charset="0"/>
                          </a:rPr>
                          <m:t>𝒙</m:t>
                        </m:r>
                      </m:e>
                      <m:sub>
                        <m:r>
                          <a:rPr lang="ar-AE" b="1" i="1">
                            <a:latin typeface="Cambria Math" panose="02040503050406030204" pitchFamily="18" charset="0"/>
                          </a:rPr>
                          <m:t>𝒕</m:t>
                        </m:r>
                      </m:sub>
                    </m:sSub>
                  </m:oMath>
                </a14:m>
                <a:r>
                  <a:rPr lang="ar-AE" b="1" dirty="0"/>
                  <a:t> (</a:t>
                </a:r>
                <a:r>
                  <a:rPr lang="en-IN" b="1" dirty="0"/>
                  <a:t>input at the particular time and </a:t>
                </a:r>
                <a14:m>
                  <m:oMath xmlns:m="http://schemas.openxmlformats.org/officeDocument/2006/math">
                    <m:sSub>
                      <m:sSubPr>
                        <m:ctrlPr>
                          <a:rPr lang="ar-AE" b="1" i="1">
                            <a:latin typeface="Cambria Math" panose="02040503050406030204" pitchFamily="18" charset="0"/>
                          </a:rPr>
                        </m:ctrlPr>
                      </m:sSubPr>
                      <m:e>
                        <m:r>
                          <a:rPr lang="ar-AE" b="1" i="1">
                            <a:latin typeface="Cambria Math" panose="02040503050406030204" pitchFamily="18" charset="0"/>
                          </a:rPr>
                          <m:t>𝒉</m:t>
                        </m:r>
                      </m:e>
                      <m:sub>
                        <m:r>
                          <a:rPr lang="ar-AE" b="1" i="1">
                            <a:latin typeface="Cambria Math" panose="02040503050406030204" pitchFamily="18" charset="0"/>
                          </a:rPr>
                          <m:t>𝒕</m:t>
                        </m:r>
                        <m:r>
                          <a:rPr lang="ar-AE" b="1">
                            <a:latin typeface="Cambria Math" panose="02040503050406030204" pitchFamily="18" charset="0"/>
                          </a:rPr>
                          <m:t>−</m:t>
                        </m:r>
                        <m:r>
                          <a:rPr lang="ar-AE" b="1" i="1">
                            <a:latin typeface="Cambria Math" panose="02040503050406030204" pitchFamily="18" charset="0"/>
                          </a:rPr>
                          <m:t>𝟏</m:t>
                        </m:r>
                      </m:sub>
                    </m:sSub>
                  </m:oMath>
                </a14:m>
                <a:r>
                  <a:rPr lang="ar-AE" b="1" dirty="0"/>
                  <a:t> (</a:t>
                </a:r>
                <a:r>
                  <a:rPr lang="en-US" b="1" dirty="0"/>
                  <a:t>  </a:t>
                </a:r>
                <a:r>
                  <a:rPr lang="en-IN" b="1" dirty="0"/>
                  <a:t>previous cell output </a:t>
                </a:r>
                <a:r>
                  <a:rPr lang="en-IN" dirty="0"/>
                  <a:t>are fed to the gate and multiplied with weight matrices followed by the addition of bias. </a:t>
                </a:r>
              </a:p>
              <a:p>
                <a:pPr fontAlgn="base"/>
                <a:r>
                  <a:rPr lang="en-IN" dirty="0"/>
                  <a:t>The resultant is passed through </a:t>
                </a:r>
                <a:r>
                  <a:rPr lang="en-IN" b="1" dirty="0"/>
                  <a:t>sigmoid activation function </a:t>
                </a:r>
                <a:r>
                  <a:rPr lang="en-IN" dirty="0"/>
                  <a:t>which gives output in range of [0,1]. </a:t>
                </a:r>
              </a:p>
              <a:p>
                <a:pPr fontAlgn="base"/>
                <a:r>
                  <a:rPr lang="en-IN" dirty="0"/>
                  <a:t>If for a particular cell state the output is 0 or near to 0, the piece of information is forgotten and for output of 1 or near to 1, the information is retained for future use. </a:t>
                </a:r>
              </a:p>
              <a:p>
                <a:endParaRPr lang="en-IN" dirty="0"/>
              </a:p>
            </p:txBody>
          </p:sp>
        </mc:Choice>
        <mc:Fallback xmlns="">
          <p:sp>
            <p:nvSpPr>
              <p:cNvPr id="3" name="Content Placeholder 2">
                <a:extLst>
                  <a:ext uri="{FF2B5EF4-FFF2-40B4-BE49-F238E27FC236}">
                    <a16:creationId xmlns:a16="http://schemas.microsoft.com/office/drawing/2014/main" id="{E6B0E60E-2A48-9A38-28E7-8BAC708D38F1}"/>
                  </a:ext>
                </a:extLst>
              </p:cNvPr>
              <p:cNvSpPr>
                <a:spLocks noGrp="1" noRot="1" noChangeAspect="1" noMove="1" noResize="1" noEditPoints="1" noAdjustHandles="1" noChangeArrowheads="1" noChangeShapeType="1" noTextEdit="1"/>
              </p:cNvSpPr>
              <p:nvPr>
                <p:ph idx="1"/>
              </p:nvPr>
            </p:nvSpPr>
            <p:spPr>
              <a:xfrm>
                <a:off x="903890" y="1481959"/>
                <a:ext cx="10323227" cy="4644311"/>
              </a:xfrm>
              <a:blipFill>
                <a:blip r:embed="rId2"/>
                <a:stretch>
                  <a:fillRect l="-1653" t="-2493" r="-767"/>
                </a:stretch>
              </a:blipFill>
            </p:spPr>
            <p:txBody>
              <a:bodyPr/>
              <a:lstStyle/>
              <a:p>
                <a:r>
                  <a:rPr lang="en-IN">
                    <a:noFill/>
                  </a:rPr>
                  <a:t> </a:t>
                </a:r>
              </a:p>
            </p:txBody>
          </p:sp>
        </mc:Fallback>
      </mc:AlternateContent>
    </p:spTree>
    <p:extLst>
      <p:ext uri="{BB962C8B-B14F-4D97-AF65-F5344CB8AC3E}">
        <p14:creationId xmlns:p14="http://schemas.microsoft.com/office/powerpoint/2010/main" val="15521309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CCED4-E188-DF94-D0F7-CF7D5F24E6C4}"/>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E64ADB0-7850-4882-2389-8BD5A8061DD9}"/>
                  </a:ext>
                </a:extLst>
              </p:cNvPr>
              <p:cNvSpPr>
                <a:spLocks noGrp="1"/>
              </p:cNvSpPr>
              <p:nvPr>
                <p:ph idx="1"/>
              </p:nvPr>
            </p:nvSpPr>
            <p:spPr>
              <a:xfrm>
                <a:off x="756745" y="1492469"/>
                <a:ext cx="9459310" cy="4633801"/>
              </a:xfrm>
            </p:spPr>
            <p:txBody>
              <a:bodyPr/>
              <a:lstStyle/>
              <a:p>
                <a:r>
                  <a:rPr lang="en-IN" dirty="0"/>
                  <a:t>The equation for the forget gate is:</a:t>
                </a:r>
              </a:p>
              <a:p>
                <a:endParaRPr lang="en-IN" dirty="0"/>
              </a:p>
              <a:p>
                <a:pPr fontAlgn="base"/>
                <a:r>
                  <a:rPr lang="en-IN" dirty="0"/>
                  <a:t>Where:</a:t>
                </a:r>
              </a:p>
              <a:p>
                <a:pPr fontAlgn="base"/>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𝑓</m:t>
                        </m:r>
                      </m:sub>
                    </m:sSub>
                  </m:oMath>
                </a14:m>
                <a:r>
                  <a:rPr lang="en-IN" dirty="0"/>
                  <a:t>represents the weight matrix associated with the forget gate.</a:t>
                </a:r>
              </a:p>
              <a:p>
                <a:pPr fontAlgn="base"/>
                <a:r>
                  <a:rPr lang="en-US" dirty="0"/>
                  <a:t>[ℎ</a:t>
                </a:r>
                <a:r>
                  <a:rPr lang="en-US" baseline="-25000" dirty="0"/>
                  <a:t>𝑡−1 , </a:t>
                </a:r>
                <a:r>
                  <a:rPr lang="en-US" dirty="0"/>
                  <a:t>𝑥</a:t>
                </a:r>
                <a:r>
                  <a:rPr lang="en-US" baseline="-25000" dirty="0"/>
                  <a:t>𝑡</a:t>
                </a:r>
                <a:r>
                  <a:rPr lang="en-US" dirty="0"/>
                  <a:t> ] denotes the concatenation of the current input and the previous hidden state.</a:t>
                </a:r>
              </a:p>
              <a:p>
                <a:pPr fontAlgn="base"/>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𝑓</m:t>
                        </m:r>
                      </m:sub>
                    </m:sSub>
                  </m:oMath>
                </a14:m>
                <a:r>
                  <a:rPr lang="en-IN" dirty="0"/>
                  <a:t>is the bias with the forget gate.</a:t>
                </a:r>
              </a:p>
              <a:p>
                <a:pPr fontAlgn="base"/>
                <a14:m>
                  <m:oMath xmlns:m="http://schemas.openxmlformats.org/officeDocument/2006/math">
                    <m:r>
                      <a:rPr lang="en-IN" i="1">
                        <a:latin typeface="Cambria Math" panose="02040503050406030204" pitchFamily="18" charset="0"/>
                      </a:rPr>
                      <m:t>𝜎</m:t>
                    </m:r>
                  </m:oMath>
                </a14:m>
                <a:r>
                  <a:rPr lang="en-IN" dirty="0"/>
                  <a:t> is the sigmoid activation function.</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5E64ADB0-7850-4882-2389-8BD5A8061DD9}"/>
                  </a:ext>
                </a:extLst>
              </p:cNvPr>
              <p:cNvSpPr>
                <a:spLocks noGrp="1" noRot="1" noChangeAspect="1" noMove="1" noResize="1" noEditPoints="1" noAdjustHandles="1" noChangeArrowheads="1" noChangeShapeType="1" noTextEdit="1"/>
              </p:cNvSpPr>
              <p:nvPr>
                <p:ph idx="1"/>
              </p:nvPr>
            </p:nvSpPr>
            <p:spPr>
              <a:xfrm>
                <a:off x="756745" y="1492469"/>
                <a:ext cx="9459310" cy="4633801"/>
              </a:xfrm>
              <a:blipFill>
                <a:blip r:embed="rId2"/>
                <a:stretch>
                  <a:fillRect l="-1804" t="-1842"/>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91C44B8B-983C-5080-22A7-7FC5B1E2843B}"/>
              </a:ext>
            </a:extLst>
          </p:cNvPr>
          <p:cNvPicPr>
            <a:picLocks noChangeAspect="1"/>
          </p:cNvPicPr>
          <p:nvPr/>
        </p:nvPicPr>
        <p:blipFill>
          <a:blip r:embed="rId3"/>
          <a:stretch>
            <a:fillRect/>
          </a:stretch>
        </p:blipFill>
        <p:spPr>
          <a:xfrm>
            <a:off x="3792524" y="2190390"/>
            <a:ext cx="3324689" cy="438211"/>
          </a:xfrm>
          <a:prstGeom prst="rect">
            <a:avLst/>
          </a:prstGeom>
        </p:spPr>
      </p:pic>
      <p:pic>
        <p:nvPicPr>
          <p:cNvPr id="8194" name="Picture 2" descr="forget_gate">
            <a:extLst>
              <a:ext uri="{FF2B5EF4-FFF2-40B4-BE49-F238E27FC236}">
                <a16:creationId xmlns:a16="http://schemas.microsoft.com/office/drawing/2014/main" id="{A1694AB2-00F1-57AF-6F5A-623490665E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47814" y="1713187"/>
            <a:ext cx="2161544" cy="45164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96757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953B9-44C7-C69D-B69D-1B146AB7C0B1}"/>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500E222-8AA0-DC7F-C35D-E6BB56C138F4}"/>
                  </a:ext>
                </a:extLst>
              </p:cNvPr>
              <p:cNvSpPr>
                <a:spLocks noGrp="1"/>
              </p:cNvSpPr>
              <p:nvPr>
                <p:ph idx="1"/>
              </p:nvPr>
            </p:nvSpPr>
            <p:spPr>
              <a:xfrm>
                <a:off x="367862" y="1313793"/>
                <a:ext cx="11267090" cy="4812477"/>
              </a:xfrm>
            </p:spPr>
            <p:txBody>
              <a:bodyPr/>
              <a:lstStyle/>
              <a:p>
                <a:pPr fontAlgn="base"/>
                <a:r>
                  <a:rPr lang="en-IN" b="1" dirty="0"/>
                  <a:t>2. Input gate</a:t>
                </a:r>
              </a:p>
              <a:p>
                <a:pPr fontAlgn="base"/>
                <a:r>
                  <a:rPr lang="en-IN" dirty="0"/>
                  <a:t>The addition of useful information to the cell state is done by the input gate. </a:t>
                </a:r>
              </a:p>
              <a:p>
                <a:pPr fontAlgn="base"/>
                <a:r>
                  <a:rPr lang="en-IN" dirty="0"/>
                  <a:t>First the information is regulated using the </a:t>
                </a:r>
                <a:r>
                  <a:rPr lang="en-IN" b="1" dirty="0"/>
                  <a:t>sigmoid function </a:t>
                </a:r>
                <a:r>
                  <a:rPr lang="en-IN" dirty="0"/>
                  <a:t>and filter the values to be remembered similar to the forget gate using inputs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oMath>
                </a14:m>
                <a:r>
                  <a:rPr lang="en-IN" dirty="0"/>
                  <a:t>and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oMath>
                </a14:m>
                <a:r>
                  <a:rPr lang="ar-AE" dirty="0"/>
                  <a:t>. </a:t>
                </a:r>
                <a:endParaRPr lang="en-US" dirty="0"/>
              </a:p>
              <a:p>
                <a:pPr fontAlgn="base"/>
                <a:r>
                  <a:rPr lang="en-IN" dirty="0"/>
                  <a:t>Then, a vector is created using</a:t>
                </a:r>
                <a:r>
                  <a:rPr lang="en-IN" i="1" dirty="0"/>
                  <a:t> tanh </a:t>
                </a:r>
                <a:r>
                  <a:rPr lang="en-IN" dirty="0"/>
                  <a:t>function that gives an output from -1 to +1 which contains all the possible values from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oMath>
                </a14:m>
                <a:r>
                  <a:rPr lang="ar-AE" dirty="0"/>
                  <a:t> </a:t>
                </a:r>
                <a:r>
                  <a:rPr lang="en-IN" dirty="0"/>
                  <a:t>and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oMath>
                </a14:m>
                <a:r>
                  <a:rPr lang="ar-AE" dirty="0"/>
                  <a:t>. </a:t>
                </a:r>
                <a:endParaRPr lang="en-US" dirty="0"/>
              </a:p>
              <a:p>
                <a:pPr fontAlgn="base"/>
                <a:r>
                  <a:rPr lang="en-IN" dirty="0"/>
                  <a:t>At last the values of the vector and the regulated values are multiplied to obtain the useful information. The equation for the input gate is:</a:t>
                </a:r>
              </a:p>
              <a:p>
                <a:endParaRPr lang="en-IN" dirty="0"/>
              </a:p>
            </p:txBody>
          </p:sp>
        </mc:Choice>
        <mc:Fallback xmlns="">
          <p:sp>
            <p:nvSpPr>
              <p:cNvPr id="3" name="Content Placeholder 2">
                <a:extLst>
                  <a:ext uri="{FF2B5EF4-FFF2-40B4-BE49-F238E27FC236}">
                    <a16:creationId xmlns:a16="http://schemas.microsoft.com/office/drawing/2014/main" id="{C500E222-8AA0-DC7F-C35D-E6BB56C138F4}"/>
                  </a:ext>
                </a:extLst>
              </p:cNvPr>
              <p:cNvSpPr>
                <a:spLocks noGrp="1" noRot="1" noChangeAspect="1" noMove="1" noResize="1" noEditPoints="1" noAdjustHandles="1" noChangeArrowheads="1" noChangeShapeType="1" noTextEdit="1"/>
              </p:cNvSpPr>
              <p:nvPr>
                <p:ph idx="1"/>
              </p:nvPr>
            </p:nvSpPr>
            <p:spPr>
              <a:xfrm>
                <a:off x="367862" y="1313793"/>
                <a:ext cx="11267090" cy="4812477"/>
              </a:xfrm>
              <a:blipFill>
                <a:blip r:embed="rId2"/>
                <a:stretch>
                  <a:fillRect l="-1514" t="-1774" r="-162"/>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D7B68339-877F-1541-8C63-C648BD2728D9}"/>
              </a:ext>
            </a:extLst>
          </p:cNvPr>
          <p:cNvPicPr>
            <a:picLocks noChangeAspect="1"/>
          </p:cNvPicPr>
          <p:nvPr/>
        </p:nvPicPr>
        <p:blipFill>
          <a:blip r:embed="rId3"/>
          <a:stretch>
            <a:fillRect/>
          </a:stretch>
        </p:blipFill>
        <p:spPr>
          <a:xfrm>
            <a:off x="2748535" y="4993501"/>
            <a:ext cx="3562847" cy="885949"/>
          </a:xfrm>
          <a:prstGeom prst="rect">
            <a:avLst/>
          </a:prstGeom>
        </p:spPr>
      </p:pic>
    </p:spTree>
    <p:extLst>
      <p:ext uri="{BB962C8B-B14F-4D97-AF65-F5344CB8AC3E}">
        <p14:creationId xmlns:p14="http://schemas.microsoft.com/office/powerpoint/2010/main" val="5682738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70A54-5B13-EABE-280E-9A54ECA84D38}"/>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9670265-0109-30A3-F0EB-B4366420C0FB}"/>
                  </a:ext>
                </a:extLst>
              </p:cNvPr>
              <p:cNvSpPr>
                <a:spLocks noGrp="1"/>
              </p:cNvSpPr>
              <p:nvPr>
                <p:ph idx="1"/>
              </p:nvPr>
            </p:nvSpPr>
            <p:spPr>
              <a:xfrm>
                <a:off x="525517" y="1513490"/>
                <a:ext cx="8082455" cy="4656082"/>
              </a:xfrm>
            </p:spPr>
            <p:txBody>
              <a:bodyPr>
                <a:normAutofit fontScale="92500"/>
              </a:bodyPr>
              <a:lstStyle/>
              <a:p>
                <a:r>
                  <a:rPr lang="en-IN" dirty="0"/>
                  <a:t>We multiply the previous state by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𝑡</m:t>
                        </m:r>
                      </m:sub>
                    </m:sSub>
                  </m:oMath>
                </a14:m>
                <a:r>
                  <a:rPr lang="ar-AE" dirty="0"/>
                  <a:t> </a:t>
                </a:r>
                <a:r>
                  <a:rPr lang="en-IN" dirty="0"/>
                  <a:t>effectively filtering out the information we had decided to ignore earlier. </a:t>
                </a:r>
              </a:p>
              <a:p>
                <a:r>
                  <a:rPr lang="en-IN" dirty="0"/>
                  <a:t>Then we add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𝑖</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sub>
                    </m:sSub>
                  </m:oMath>
                </a14:m>
                <a:r>
                  <a:rPr lang="ar-AE" dirty="0"/>
                  <a:t> </a:t>
                </a:r>
                <a:r>
                  <a:rPr lang="en-IN" dirty="0"/>
                  <a:t>which represents the new candidate values scaled by how much we decided to update each state value.</a:t>
                </a:r>
              </a:p>
              <a:p>
                <a:endParaRPr lang="en-IN" dirty="0"/>
              </a:p>
              <a:p>
                <a:endParaRPr lang="en-IN" dirty="0"/>
              </a:p>
              <a:p>
                <a:pPr fontAlgn="base"/>
                <a:r>
                  <a:rPr lang="en-US" dirty="0"/>
                  <a:t>where</a:t>
                </a:r>
              </a:p>
              <a:p>
                <a:pPr fontAlgn="base"/>
                <a14:m>
                  <m:oMath xmlns:m="http://schemas.openxmlformats.org/officeDocument/2006/math">
                    <m:r>
                      <a:rPr lang="en-US">
                        <a:latin typeface="Cambria Math" panose="02040503050406030204" pitchFamily="18" charset="0"/>
                      </a:rPr>
                      <m:t>⊙</m:t>
                    </m:r>
                  </m:oMath>
                </a14:m>
                <a:r>
                  <a:rPr lang="en-US" dirty="0"/>
                  <a:t> denotes element-wise multiplication</a:t>
                </a:r>
              </a:p>
              <a:p>
                <a:pPr fontAlgn="base"/>
                <a:r>
                  <a:rPr lang="en-US" dirty="0"/>
                  <a:t>tanh is activation function</a:t>
                </a:r>
              </a:p>
              <a:p>
                <a:br>
                  <a:rPr lang="en-US" dirty="0"/>
                </a:br>
                <a:endParaRPr lang="en-IN" dirty="0"/>
              </a:p>
            </p:txBody>
          </p:sp>
        </mc:Choice>
        <mc:Fallback xmlns="">
          <p:sp>
            <p:nvSpPr>
              <p:cNvPr id="3" name="Content Placeholder 2">
                <a:extLst>
                  <a:ext uri="{FF2B5EF4-FFF2-40B4-BE49-F238E27FC236}">
                    <a16:creationId xmlns:a16="http://schemas.microsoft.com/office/drawing/2014/main" id="{C9670265-0109-30A3-F0EB-B4366420C0FB}"/>
                  </a:ext>
                </a:extLst>
              </p:cNvPr>
              <p:cNvSpPr>
                <a:spLocks noGrp="1" noRot="1" noChangeAspect="1" noMove="1" noResize="1" noEditPoints="1" noAdjustHandles="1" noChangeArrowheads="1" noChangeShapeType="1" noTextEdit="1"/>
              </p:cNvSpPr>
              <p:nvPr>
                <p:ph idx="1"/>
              </p:nvPr>
            </p:nvSpPr>
            <p:spPr>
              <a:xfrm>
                <a:off x="525517" y="1513490"/>
                <a:ext cx="8082455" cy="4656082"/>
              </a:xfrm>
              <a:blipFill>
                <a:blip r:embed="rId2"/>
                <a:stretch>
                  <a:fillRect l="-1961" t="-1571"/>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56B8FFCA-9B4C-5DC7-C97B-CB6CA263FD59}"/>
              </a:ext>
            </a:extLst>
          </p:cNvPr>
          <p:cNvPicPr>
            <a:picLocks noChangeAspect="1"/>
          </p:cNvPicPr>
          <p:nvPr/>
        </p:nvPicPr>
        <p:blipFill>
          <a:blip r:embed="rId3"/>
          <a:stretch>
            <a:fillRect/>
          </a:stretch>
        </p:blipFill>
        <p:spPr>
          <a:xfrm>
            <a:off x="2894737" y="3206248"/>
            <a:ext cx="2934109" cy="647790"/>
          </a:xfrm>
          <a:prstGeom prst="rect">
            <a:avLst/>
          </a:prstGeom>
        </p:spPr>
      </p:pic>
      <p:pic>
        <p:nvPicPr>
          <p:cNvPr id="9218" name="Picture 2" descr="input_gate">
            <a:extLst>
              <a:ext uri="{FF2B5EF4-FFF2-40B4-BE49-F238E27FC236}">
                <a16:creationId xmlns:a16="http://schemas.microsoft.com/office/drawing/2014/main" id="{BBB6FD63-DE04-AB87-0A37-8491B3E972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52723" y="1650125"/>
            <a:ext cx="2606905" cy="4519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21688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ABA4F-39D2-11CE-C7DF-DD2522F373E2}"/>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C846B38-3FA9-874E-D049-913540A00374}"/>
                  </a:ext>
                </a:extLst>
              </p:cNvPr>
              <p:cNvSpPr>
                <a:spLocks noGrp="1"/>
              </p:cNvSpPr>
              <p:nvPr>
                <p:ph idx="1"/>
              </p:nvPr>
            </p:nvSpPr>
            <p:spPr>
              <a:xfrm>
                <a:off x="441434" y="1471448"/>
                <a:ext cx="10785683" cy="4654822"/>
              </a:xfrm>
            </p:spPr>
            <p:txBody>
              <a:bodyPr>
                <a:normAutofit lnSpcReduction="10000"/>
              </a:bodyPr>
              <a:lstStyle/>
              <a:p>
                <a:pPr fontAlgn="base"/>
                <a:r>
                  <a:rPr lang="en-IN" b="1" dirty="0"/>
                  <a:t>3. Output gate</a:t>
                </a:r>
              </a:p>
              <a:p>
                <a:pPr fontAlgn="base"/>
                <a:r>
                  <a:rPr lang="en-IN" dirty="0"/>
                  <a:t>The output gate is responsible for deciding </a:t>
                </a:r>
                <a:r>
                  <a:rPr lang="en-IN" b="1" dirty="0"/>
                  <a:t>what part of the current cell state should be sent as the hidden state (output) </a:t>
                </a:r>
                <a:r>
                  <a:rPr lang="en-IN" dirty="0"/>
                  <a:t>for this time step.</a:t>
                </a:r>
              </a:p>
              <a:p>
                <a:pPr fontAlgn="base"/>
                <a:r>
                  <a:rPr lang="en-IN" dirty="0"/>
                  <a:t>First, the gate uses a sigmoid function to determine which information from the current cell state will be output. </a:t>
                </a:r>
              </a:p>
              <a:p>
                <a:pPr fontAlgn="base"/>
                <a:r>
                  <a:rPr lang="en-IN" dirty="0"/>
                  <a:t>This is done using the previous hidden state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oMath>
                </a14:m>
                <a:r>
                  <a:rPr lang="ar-AE" dirty="0"/>
                  <a:t>​ </a:t>
                </a:r>
                <a:r>
                  <a:rPr lang="en-IN" dirty="0"/>
                  <a:t>and the current input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oMath>
                </a14:m>
                <a:r>
                  <a:rPr lang="ar-AE" dirty="0"/>
                  <a:t>​:</a:t>
                </a:r>
                <a:endParaRPr lang="en-US" dirty="0"/>
              </a:p>
              <a:p>
                <a:pPr fontAlgn="base"/>
                <a:endParaRPr lang="en-US" dirty="0"/>
              </a:p>
              <a:p>
                <a:pPr fontAlgn="base"/>
                <a:r>
                  <a:rPr lang="en-IN" dirty="0"/>
                  <a:t>Next, the current cell state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sub>
                    </m:sSub>
                  </m:oMath>
                </a14:m>
                <a:r>
                  <a:rPr lang="ar-AE" dirty="0"/>
                  <a:t>​ </a:t>
                </a:r>
                <a:r>
                  <a:rPr lang="en-IN" dirty="0"/>
                  <a:t>is passed through a tanh activation to scale its values between </a:t>
                </a:r>
                <a14:m>
                  <m:oMath xmlns:m="http://schemas.openxmlformats.org/officeDocument/2006/math">
                    <m:r>
                      <a:rPr lang="en-IN">
                        <a:latin typeface="Cambria Math" panose="02040503050406030204" pitchFamily="18" charset="0"/>
                      </a:rPr>
                      <m:t>−</m:t>
                    </m:r>
                    <m:r>
                      <a:rPr lang="en-IN">
                        <a:latin typeface="Cambria Math" panose="02040503050406030204" pitchFamily="18" charset="0"/>
                      </a:rPr>
                      <m:t>1</m:t>
                    </m:r>
                  </m:oMath>
                </a14:m>
                <a:r>
                  <a:rPr lang="en-IN" dirty="0"/>
                  <a:t> and </a:t>
                </a:r>
                <a14:m>
                  <m:oMath xmlns:m="http://schemas.openxmlformats.org/officeDocument/2006/math">
                    <m:r>
                      <a:rPr lang="en-IN">
                        <a:latin typeface="Cambria Math" panose="02040503050406030204" pitchFamily="18" charset="0"/>
                      </a:rPr>
                      <m:t>+</m:t>
                    </m:r>
                    <m:r>
                      <a:rPr lang="en-IN">
                        <a:latin typeface="Cambria Math" panose="02040503050406030204" pitchFamily="18" charset="0"/>
                      </a:rPr>
                      <m:t>1</m:t>
                    </m:r>
                  </m:oMath>
                </a14:m>
                <a:r>
                  <a:rPr lang="en-IN" dirty="0"/>
                  <a:t>. </a:t>
                </a:r>
              </a:p>
              <a:p>
                <a:pPr fontAlgn="base"/>
                <a:r>
                  <a:rPr lang="en-IN" dirty="0"/>
                  <a:t>Finally, this transformed cell state is multiplied element-wise with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𝑜</m:t>
                        </m:r>
                      </m:e>
                      <m:sub>
                        <m:r>
                          <a:rPr lang="ar-AE" i="1">
                            <a:latin typeface="Cambria Math" panose="02040503050406030204" pitchFamily="18" charset="0"/>
                          </a:rPr>
                          <m:t>𝑡</m:t>
                        </m:r>
                      </m:sub>
                    </m:sSub>
                  </m:oMath>
                </a14:m>
                <a:r>
                  <a:rPr lang="ar-AE" dirty="0"/>
                  <a:t>​ </a:t>
                </a:r>
                <a:r>
                  <a:rPr lang="en-IN" dirty="0"/>
                  <a:t>to produce the hidden state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oMath>
                </a14:m>
                <a:r>
                  <a:rPr lang="ar-AE" dirty="0"/>
                  <a:t>:</a:t>
                </a:r>
              </a:p>
              <a:p>
                <a:endParaRPr lang="en-IN" dirty="0"/>
              </a:p>
            </p:txBody>
          </p:sp>
        </mc:Choice>
        <mc:Fallback xmlns="">
          <p:sp>
            <p:nvSpPr>
              <p:cNvPr id="3" name="Content Placeholder 2">
                <a:extLst>
                  <a:ext uri="{FF2B5EF4-FFF2-40B4-BE49-F238E27FC236}">
                    <a16:creationId xmlns:a16="http://schemas.microsoft.com/office/drawing/2014/main" id="{FC846B38-3FA9-874E-D049-913540A00374}"/>
                  </a:ext>
                </a:extLst>
              </p:cNvPr>
              <p:cNvSpPr>
                <a:spLocks noGrp="1" noRot="1" noChangeAspect="1" noMove="1" noResize="1" noEditPoints="1" noAdjustHandles="1" noChangeArrowheads="1" noChangeShapeType="1" noTextEdit="1"/>
              </p:cNvSpPr>
              <p:nvPr>
                <p:ph idx="1"/>
              </p:nvPr>
            </p:nvSpPr>
            <p:spPr>
              <a:xfrm>
                <a:off x="441434" y="1471448"/>
                <a:ext cx="10785683" cy="4654822"/>
              </a:xfrm>
              <a:blipFill>
                <a:blip r:embed="rId2"/>
                <a:stretch>
                  <a:fillRect l="-1582" t="-2487" r="-1525"/>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C2423F9E-83E0-059D-191E-C4521E0B1502}"/>
              </a:ext>
            </a:extLst>
          </p:cNvPr>
          <p:cNvPicPr>
            <a:picLocks noChangeAspect="1"/>
          </p:cNvPicPr>
          <p:nvPr/>
        </p:nvPicPr>
        <p:blipFill>
          <a:blip r:embed="rId3"/>
          <a:stretch>
            <a:fillRect/>
          </a:stretch>
        </p:blipFill>
        <p:spPr>
          <a:xfrm>
            <a:off x="2854195" y="3798859"/>
            <a:ext cx="3200847" cy="600159"/>
          </a:xfrm>
          <a:prstGeom prst="rect">
            <a:avLst/>
          </a:prstGeom>
        </p:spPr>
      </p:pic>
      <p:pic>
        <p:nvPicPr>
          <p:cNvPr id="7" name="Picture 6">
            <a:extLst>
              <a:ext uri="{FF2B5EF4-FFF2-40B4-BE49-F238E27FC236}">
                <a16:creationId xmlns:a16="http://schemas.microsoft.com/office/drawing/2014/main" id="{60C951E9-D449-DA17-93CF-135EE738F074}"/>
              </a:ext>
            </a:extLst>
          </p:cNvPr>
          <p:cNvPicPr>
            <a:picLocks noChangeAspect="1"/>
          </p:cNvPicPr>
          <p:nvPr/>
        </p:nvPicPr>
        <p:blipFill>
          <a:blip r:embed="rId4"/>
          <a:stretch>
            <a:fillRect/>
          </a:stretch>
        </p:blipFill>
        <p:spPr>
          <a:xfrm>
            <a:off x="5316096" y="5526106"/>
            <a:ext cx="2400635" cy="514422"/>
          </a:xfrm>
          <a:prstGeom prst="rect">
            <a:avLst/>
          </a:prstGeom>
        </p:spPr>
      </p:pic>
    </p:spTree>
    <p:extLst>
      <p:ext uri="{BB962C8B-B14F-4D97-AF65-F5344CB8AC3E}">
        <p14:creationId xmlns:p14="http://schemas.microsoft.com/office/powerpoint/2010/main" val="9217405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66CE2-3BD3-FDC7-BB00-F4B4CD0D27F3}"/>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84927B-6520-B38C-5236-E4160C606A0C}"/>
                  </a:ext>
                </a:extLst>
              </p:cNvPr>
              <p:cNvSpPr>
                <a:spLocks noGrp="1"/>
              </p:cNvSpPr>
              <p:nvPr>
                <p:ph idx="1"/>
              </p:nvPr>
            </p:nvSpPr>
            <p:spPr>
              <a:xfrm>
                <a:off x="746235" y="1481959"/>
                <a:ext cx="6726620" cy="4644311"/>
              </a:xfrm>
            </p:spPr>
            <p:txBody>
              <a:bodyPr>
                <a:normAutofit/>
              </a:bodyPr>
              <a:lstStyle/>
              <a:p>
                <a:pPr fontAlgn="base"/>
                <a:r>
                  <a:rPr lang="en-IN" dirty="0"/>
                  <a:t>Here:</a:t>
                </a:r>
              </a:p>
              <a:p>
                <a:pPr fontAlgn="base"/>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𝑜</m:t>
                        </m:r>
                      </m:e>
                      <m:sub>
                        <m:r>
                          <a:rPr lang="ar-AE" i="1">
                            <a:latin typeface="Cambria Math" panose="02040503050406030204" pitchFamily="18" charset="0"/>
                          </a:rPr>
                          <m:t>𝑡</m:t>
                        </m:r>
                      </m:sub>
                    </m:sSub>
                  </m:oMath>
                </a14:m>
                <a:r>
                  <a:rPr lang="ar-AE" dirty="0"/>
                  <a:t>​ </a:t>
                </a:r>
                <a:r>
                  <a:rPr lang="en-IN" dirty="0"/>
                  <a:t>is the output gate activation.</a:t>
                </a:r>
              </a:p>
              <a:p>
                <a:pPr fontAlgn="base"/>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sub>
                    </m:sSub>
                  </m:oMath>
                </a14:m>
                <a:r>
                  <a:rPr lang="ar-AE" dirty="0"/>
                  <a:t>​ </a:t>
                </a:r>
                <a:r>
                  <a:rPr lang="en-IN" dirty="0"/>
                  <a:t>is the current cell state.</a:t>
                </a:r>
              </a:p>
              <a:p>
                <a:pPr fontAlgn="base"/>
                <a14:m>
                  <m:oMath xmlns:m="http://schemas.openxmlformats.org/officeDocument/2006/math">
                    <m:r>
                      <a:rPr lang="en-IN">
                        <a:latin typeface="Cambria Math" panose="02040503050406030204" pitchFamily="18" charset="0"/>
                      </a:rPr>
                      <m:t>⊙</m:t>
                    </m:r>
                  </m:oMath>
                </a14:m>
                <a:r>
                  <a:rPr lang="en-IN" dirty="0"/>
                  <a:t> represents element-wise multiplication.</a:t>
                </a:r>
              </a:p>
              <a:p>
                <a:pPr fontAlgn="base"/>
                <a14:m>
                  <m:oMath xmlns:m="http://schemas.openxmlformats.org/officeDocument/2006/math">
                    <m:r>
                      <a:rPr lang="en-IN" i="1">
                        <a:latin typeface="Cambria Math" panose="02040503050406030204" pitchFamily="18" charset="0"/>
                      </a:rPr>
                      <m:t>𝜎</m:t>
                    </m:r>
                  </m:oMath>
                </a14:m>
                <a:r>
                  <a:rPr lang="en-IN" dirty="0"/>
                  <a:t> is the sigmoid activation function.</a:t>
                </a:r>
              </a:p>
              <a:p>
                <a:pPr fontAlgn="base"/>
                <a:r>
                  <a:rPr lang="en-IN" dirty="0"/>
                  <a:t>This hidden state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oMath>
                </a14:m>
                <a:r>
                  <a:rPr lang="ar-AE" dirty="0"/>
                  <a:t>​ </a:t>
                </a:r>
                <a:r>
                  <a:rPr lang="en-IN" dirty="0"/>
                  <a:t>is then passed to the next time step and can also be used for generating the output of the network.</a:t>
                </a:r>
              </a:p>
              <a:p>
                <a:br>
                  <a:rPr lang="en-IN" dirty="0"/>
                </a:br>
                <a:endParaRPr lang="en-IN" dirty="0"/>
              </a:p>
            </p:txBody>
          </p:sp>
        </mc:Choice>
        <mc:Fallback xmlns="">
          <p:sp>
            <p:nvSpPr>
              <p:cNvPr id="3" name="Content Placeholder 2">
                <a:extLst>
                  <a:ext uri="{FF2B5EF4-FFF2-40B4-BE49-F238E27FC236}">
                    <a16:creationId xmlns:a16="http://schemas.microsoft.com/office/drawing/2014/main" id="{F684927B-6520-B38C-5236-E4160C606A0C}"/>
                  </a:ext>
                </a:extLst>
              </p:cNvPr>
              <p:cNvSpPr>
                <a:spLocks noGrp="1" noRot="1" noChangeAspect="1" noMove="1" noResize="1" noEditPoints="1" noAdjustHandles="1" noChangeArrowheads="1" noChangeShapeType="1" noTextEdit="1"/>
              </p:cNvSpPr>
              <p:nvPr>
                <p:ph idx="1"/>
              </p:nvPr>
            </p:nvSpPr>
            <p:spPr>
              <a:xfrm>
                <a:off x="746235" y="1481959"/>
                <a:ext cx="6726620" cy="4644311"/>
              </a:xfrm>
              <a:blipFill>
                <a:blip r:embed="rId2"/>
                <a:stretch>
                  <a:fillRect l="-2536" t="-1837" r="-3623"/>
                </a:stretch>
              </a:blipFill>
            </p:spPr>
            <p:txBody>
              <a:bodyPr/>
              <a:lstStyle/>
              <a:p>
                <a:r>
                  <a:rPr lang="en-IN">
                    <a:noFill/>
                  </a:rPr>
                  <a:t> </a:t>
                </a:r>
              </a:p>
            </p:txBody>
          </p:sp>
        </mc:Fallback>
      </mc:AlternateContent>
      <p:pic>
        <p:nvPicPr>
          <p:cNvPr id="10242" name="Picture 2" descr="output_gate">
            <a:extLst>
              <a:ext uri="{FF2B5EF4-FFF2-40B4-BE49-F238E27FC236}">
                <a16:creationId xmlns:a16="http://schemas.microsoft.com/office/drawing/2014/main" id="{1BD2DF1E-F76F-7902-D312-E0B6616D19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98068" y="1354253"/>
            <a:ext cx="2670285" cy="4772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31046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3FF06-865C-CEE9-077E-E9E86D3A7352}"/>
              </a:ext>
            </a:extLst>
          </p:cNvPr>
          <p:cNvSpPr>
            <a:spLocks noGrp="1"/>
          </p:cNvSpPr>
          <p:nvPr>
            <p:ph type="title"/>
          </p:nvPr>
        </p:nvSpPr>
        <p:spPr/>
        <p:txBody>
          <a:bodyPr>
            <a:normAutofit fontScale="90000"/>
          </a:bodyPr>
          <a:lstStyle/>
          <a:p>
            <a:r>
              <a:rPr lang="en-IN" dirty="0"/>
              <a:t>Intuition of Gates</a:t>
            </a:r>
          </a:p>
        </p:txBody>
      </p:sp>
      <p:graphicFrame>
        <p:nvGraphicFramePr>
          <p:cNvPr id="4" name="Content Placeholder 3">
            <a:extLst>
              <a:ext uri="{FF2B5EF4-FFF2-40B4-BE49-F238E27FC236}">
                <a16:creationId xmlns:a16="http://schemas.microsoft.com/office/drawing/2014/main" id="{3BF0F877-91BC-094A-5CE4-C60CE36A2A3A}"/>
              </a:ext>
            </a:extLst>
          </p:cNvPr>
          <p:cNvGraphicFramePr>
            <a:graphicFrameLocks noGrp="1"/>
          </p:cNvGraphicFramePr>
          <p:nvPr>
            <p:ph idx="1"/>
            <p:extLst>
              <p:ext uri="{D42A27DB-BD31-4B8C-83A1-F6EECF244321}">
                <p14:modId xmlns:p14="http://schemas.microsoft.com/office/powerpoint/2010/main" val="1473903975"/>
              </p:ext>
            </p:extLst>
          </p:nvPr>
        </p:nvGraphicFramePr>
        <p:xfrm>
          <a:off x="2587297" y="2271266"/>
          <a:ext cx="6724870" cy="3017520"/>
        </p:xfrm>
        <a:graphic>
          <a:graphicData uri="http://schemas.openxmlformats.org/drawingml/2006/table">
            <a:tbl>
              <a:tblPr/>
              <a:tblGrid>
                <a:gridCol w="3362435">
                  <a:extLst>
                    <a:ext uri="{9D8B030D-6E8A-4147-A177-3AD203B41FA5}">
                      <a16:colId xmlns:a16="http://schemas.microsoft.com/office/drawing/2014/main" val="2593887219"/>
                    </a:ext>
                  </a:extLst>
                </a:gridCol>
                <a:gridCol w="3362435">
                  <a:extLst>
                    <a:ext uri="{9D8B030D-6E8A-4147-A177-3AD203B41FA5}">
                      <a16:colId xmlns:a16="http://schemas.microsoft.com/office/drawing/2014/main" val="238893245"/>
                    </a:ext>
                  </a:extLst>
                </a:gridCol>
              </a:tblGrid>
              <a:tr h="382133">
                <a:tc>
                  <a:txBody>
                    <a:bodyPr/>
                    <a:lstStyle/>
                    <a:p>
                      <a:pPr>
                        <a:buNone/>
                      </a:pPr>
                      <a:r>
                        <a:rPr lang="en-IN" sz="2400" b="1"/>
                        <a:t>Gate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b="1" dirty="0"/>
                        <a:t>Role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2059943"/>
                  </a:ext>
                </a:extLst>
              </a:tr>
              <a:tr h="382133">
                <a:tc>
                  <a:txBody>
                    <a:bodyPr/>
                    <a:lstStyle/>
                    <a:p>
                      <a:pPr>
                        <a:buNone/>
                      </a:pPr>
                      <a:r>
                        <a:rPr lang="en-IN" sz="2400"/>
                        <a:t>Forget Gate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Deletes unnecessary memory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6313160"/>
                  </a:ext>
                </a:extLst>
              </a:tr>
              <a:tr h="382133">
                <a:tc>
                  <a:txBody>
                    <a:bodyPr/>
                    <a:lstStyle/>
                    <a:p>
                      <a:pPr>
                        <a:buNone/>
                      </a:pPr>
                      <a:r>
                        <a:rPr lang="en-IN" sz="2400"/>
                        <a:t>Input Gate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Adds new useful information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2959"/>
                  </a:ext>
                </a:extLst>
              </a:tr>
              <a:tr h="382133">
                <a:tc>
                  <a:txBody>
                    <a:bodyPr/>
                    <a:lstStyle/>
                    <a:p>
                      <a:pPr>
                        <a:buNone/>
                      </a:pPr>
                      <a:r>
                        <a:rPr lang="en-IN" sz="2400"/>
                        <a:t>Cell State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Long-term storage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2198857"/>
                  </a:ext>
                </a:extLst>
              </a:tr>
              <a:tr h="382133">
                <a:tc>
                  <a:txBody>
                    <a:bodyPr/>
                    <a:lstStyle/>
                    <a:p>
                      <a:pPr>
                        <a:buNone/>
                      </a:pPr>
                      <a:r>
                        <a:rPr lang="en-IN" sz="2400"/>
                        <a:t>Output Gate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t>Controls what to output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5147969"/>
                  </a:ext>
                </a:extLst>
              </a:tr>
            </a:tbl>
          </a:graphicData>
        </a:graphic>
      </p:graphicFrame>
    </p:spTree>
    <p:extLst>
      <p:ext uri="{BB962C8B-B14F-4D97-AF65-F5344CB8AC3E}">
        <p14:creationId xmlns:p14="http://schemas.microsoft.com/office/powerpoint/2010/main" val="3726141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B72AF-61D7-8972-2DA5-5641A92F782D}"/>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EEC4096-14EB-5A4A-1B46-87FF1CBAE80F}"/>
                  </a:ext>
                </a:extLst>
              </p:cNvPr>
              <p:cNvSpPr>
                <a:spLocks noGrp="1"/>
              </p:cNvSpPr>
              <p:nvPr>
                <p:ph idx="1"/>
              </p:nvPr>
            </p:nvSpPr>
            <p:spPr/>
            <p:txBody>
              <a:bodyPr/>
              <a:lstStyle/>
              <a:p>
                <a:r>
                  <a:rPr lang="en-IN" b="1" dirty="0"/>
                  <a:t>LSTM Workflow</a:t>
                </a:r>
              </a:p>
              <a:p>
                <a:r>
                  <a:rPr lang="en-IN" dirty="0"/>
                  <a:t>For each time step:</a:t>
                </a:r>
              </a:p>
              <a:p>
                <a:r>
                  <a:rPr lang="en-IN" dirty="0"/>
                  <a:t>Input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oMath>
                </a14:m>
                <a:r>
                  <a:rPr lang="en-IN" dirty="0"/>
                  <a:t>arrives</a:t>
                </a:r>
              </a:p>
              <a:p>
                <a:r>
                  <a:rPr lang="en-IN" dirty="0"/>
                  <a:t>Forget gate removes old information</a:t>
                </a:r>
              </a:p>
              <a:p>
                <a:r>
                  <a:rPr lang="en-IN" dirty="0"/>
                  <a:t>Input gate selects new information</a:t>
                </a:r>
              </a:p>
              <a:p>
                <a:r>
                  <a:rPr lang="en-IN" dirty="0"/>
                  <a:t>Cell state updates memory</a:t>
                </a:r>
              </a:p>
              <a:p>
                <a:r>
                  <a:rPr lang="en-IN" dirty="0"/>
                  <a:t>Output gate produces hidden state</a:t>
                </a:r>
              </a:p>
              <a:p>
                <a:endParaRPr lang="en-IN" dirty="0"/>
              </a:p>
            </p:txBody>
          </p:sp>
        </mc:Choice>
        <mc:Fallback xmlns="">
          <p:sp>
            <p:nvSpPr>
              <p:cNvPr id="3" name="Content Placeholder 2">
                <a:extLst>
                  <a:ext uri="{FF2B5EF4-FFF2-40B4-BE49-F238E27FC236}">
                    <a16:creationId xmlns:a16="http://schemas.microsoft.com/office/drawing/2014/main" id="{CEEC4096-14EB-5A4A-1B46-87FF1CBAE80F}"/>
                  </a:ext>
                </a:extLst>
              </p:cNvPr>
              <p:cNvSpPr>
                <a:spLocks noGrp="1" noRot="1" noChangeAspect="1" noMove="1" noResize="1" noEditPoints="1" noAdjustHandles="1" noChangeArrowheads="1" noChangeShapeType="1" noTextEdit="1"/>
              </p:cNvSpPr>
              <p:nvPr>
                <p:ph idx="1"/>
              </p:nvPr>
            </p:nvSpPr>
            <p:spPr>
              <a:blipFill>
                <a:blip r:embed="rId2"/>
                <a:stretch>
                  <a:fillRect l="-1758" t="-2023"/>
                </a:stretch>
              </a:blipFill>
            </p:spPr>
            <p:txBody>
              <a:bodyPr/>
              <a:lstStyle/>
              <a:p>
                <a:r>
                  <a:rPr lang="en-IN">
                    <a:noFill/>
                  </a:rPr>
                  <a:t> </a:t>
                </a:r>
              </a:p>
            </p:txBody>
          </p:sp>
        </mc:Fallback>
      </mc:AlternateContent>
    </p:spTree>
    <p:extLst>
      <p:ext uri="{BB962C8B-B14F-4D97-AF65-F5344CB8AC3E}">
        <p14:creationId xmlns:p14="http://schemas.microsoft.com/office/powerpoint/2010/main" val="8852654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6A649-ACC2-2BB8-D2B3-D8959993B6DB}"/>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25323562-1300-21A9-55B5-73E189347286}"/>
              </a:ext>
            </a:extLst>
          </p:cNvPr>
          <p:cNvSpPr>
            <a:spLocks noGrp="1"/>
          </p:cNvSpPr>
          <p:nvPr>
            <p:ph idx="1"/>
          </p:nvPr>
        </p:nvSpPr>
        <p:spPr/>
        <p:txBody>
          <a:bodyPr/>
          <a:lstStyle/>
          <a:p>
            <a:r>
              <a:rPr lang="en-US" b="1" dirty="0"/>
              <a:t>Simple Example</a:t>
            </a:r>
          </a:p>
          <a:p>
            <a:r>
              <a:rPr lang="en-US" dirty="0"/>
              <a:t>Sentence:</a:t>
            </a:r>
          </a:p>
          <a:p>
            <a:r>
              <a:rPr lang="en-US" b="1" dirty="0"/>
              <a:t>“The movie was not good.”</a:t>
            </a:r>
            <a:endParaRPr lang="en-US" dirty="0"/>
          </a:p>
          <a:p>
            <a:r>
              <a:rPr lang="en-US" dirty="0"/>
              <a:t>Without memory → model predicts </a:t>
            </a:r>
            <a:r>
              <a:rPr lang="en-US" b="1" dirty="0"/>
              <a:t>positive</a:t>
            </a:r>
            <a:r>
              <a:rPr lang="en-US" dirty="0"/>
              <a:t> because of "good".</a:t>
            </a:r>
          </a:p>
          <a:p>
            <a:r>
              <a:rPr lang="en-US" dirty="0"/>
              <a:t>LSTM remembers </a:t>
            </a:r>
            <a:r>
              <a:rPr lang="en-US" b="1" dirty="0"/>
              <a:t>“not”</a:t>
            </a:r>
            <a:r>
              <a:rPr lang="en-US" dirty="0"/>
              <a:t>, so the final prediction becomes </a:t>
            </a:r>
            <a:r>
              <a:rPr lang="en-US" b="1" dirty="0"/>
              <a:t>negative</a:t>
            </a:r>
            <a:r>
              <a:rPr lang="en-US" dirty="0"/>
              <a:t>.</a:t>
            </a:r>
          </a:p>
          <a:p>
            <a:endParaRPr lang="en-IN" dirty="0"/>
          </a:p>
        </p:txBody>
      </p:sp>
    </p:spTree>
    <p:extLst>
      <p:ext uri="{BB962C8B-B14F-4D97-AF65-F5344CB8AC3E}">
        <p14:creationId xmlns:p14="http://schemas.microsoft.com/office/powerpoint/2010/main" val="29104500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F74C2-F6E7-AE11-F9E0-C1C0448923BF}"/>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24339F5-AD4D-903B-2C48-E9C18C7768CD}"/>
                  </a:ext>
                </a:extLst>
              </p:cNvPr>
              <p:cNvSpPr>
                <a:spLocks noGrp="1"/>
              </p:cNvSpPr>
              <p:nvPr>
                <p:ph idx="1"/>
              </p:nvPr>
            </p:nvSpPr>
            <p:spPr>
              <a:xfrm>
                <a:off x="798786" y="1261241"/>
                <a:ext cx="4624552" cy="4865029"/>
              </a:xfrm>
            </p:spPr>
            <p:txBody>
              <a:bodyPr>
                <a:normAutofit lnSpcReduction="10000"/>
              </a:bodyPr>
              <a:lstStyle/>
              <a:p>
                <a:pPr marL="0" indent="0">
                  <a:lnSpc>
                    <a:spcPct val="120000"/>
                  </a:lnSpc>
                  <a:spcBef>
                    <a:spcPts val="0"/>
                  </a:spcBef>
                  <a:spcAft>
                    <a:spcPts val="0"/>
                  </a:spcAft>
                  <a:buNone/>
                </a:pPr>
                <a:r>
                  <a:rPr lang="en-IN" b="1" dirty="0"/>
                  <a:t>Given</a:t>
                </a:r>
              </a:p>
              <a:p>
                <a:pPr marL="0" indent="0">
                  <a:lnSpc>
                    <a:spcPct val="120000"/>
                  </a:lnSpc>
                  <a:spcBef>
                    <a:spcPts val="0"/>
                  </a:spcBef>
                  <a:spcAft>
                    <a:spcPts val="0"/>
                  </a:spcAft>
                  <a:buNone/>
                </a:pPr>
                <a:r>
                  <a:rPr lang="en-IN" dirty="0"/>
                  <a:t>At time step </a:t>
                </a:r>
                <a14:m>
                  <m:oMath xmlns:m="http://schemas.openxmlformats.org/officeDocument/2006/math">
                    <m:r>
                      <a:rPr lang="en-IN" i="1">
                        <a:latin typeface="Cambria Math" panose="02040503050406030204" pitchFamily="18" charset="0"/>
                      </a:rPr>
                      <m:t>𝑡</m:t>
                    </m:r>
                  </m:oMath>
                </a14:m>
                <a:r>
                  <a:rPr lang="en-IN" dirty="0"/>
                  <a:t>:</a:t>
                </a:r>
              </a:p>
              <a:p>
                <a:pPr>
                  <a:lnSpc>
                    <a:spcPct val="120000"/>
                  </a:lnSpc>
                  <a:spcBef>
                    <a:spcPts val="0"/>
                  </a:spcBef>
                  <a:spcAft>
                    <a:spcPts val="0"/>
                  </a:spcAft>
                </a:pPr>
                <a:r>
                  <a:rPr lang="en-IN" b="1" dirty="0"/>
                  <a:t>Input</a:t>
                </a:r>
              </a:p>
              <a:p>
                <a:pPr>
                  <a:lnSpc>
                    <a:spcPct val="120000"/>
                  </a:lnSpc>
                  <a:spcBef>
                    <a:spcPts val="0"/>
                  </a:spcBef>
                  <a:spcAft>
                    <a:spcPts val="0"/>
                  </a:spcAft>
                </a:pPr>
                <a14:m>
                  <m:oMath xmlns:m="http://schemas.openxmlformats.org/officeDocument/2006/math">
                    <m:sSub>
                      <m:sSubPr>
                        <m:ctrlPr>
                          <a:rPr lang="ar-AE" i="1" smtClean="0">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m:t>
                    </m:r>
                  </m:oMath>
                </a14:m>
                <a:endParaRPr lang="ar-AE" dirty="0"/>
              </a:p>
              <a:p>
                <a:pPr>
                  <a:lnSpc>
                    <a:spcPct val="120000"/>
                  </a:lnSpc>
                  <a:spcBef>
                    <a:spcPts val="0"/>
                  </a:spcBef>
                  <a:spcAft>
                    <a:spcPts val="0"/>
                  </a:spcAft>
                </a:pPr>
                <a:r>
                  <a:rPr lang="en-IN" b="1" dirty="0"/>
                  <a:t>Previous hidden state</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oMath>
                </a14:m>
                <a:endParaRPr lang="ar-AE" dirty="0"/>
              </a:p>
              <a:p>
                <a:pPr>
                  <a:lnSpc>
                    <a:spcPct val="120000"/>
                  </a:lnSpc>
                  <a:spcBef>
                    <a:spcPts val="0"/>
                  </a:spcBef>
                  <a:spcAft>
                    <a:spcPts val="0"/>
                  </a:spcAft>
                </a:pPr>
                <a:r>
                  <a:rPr lang="en-IN" b="1" dirty="0"/>
                  <a:t>Previous cell state</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oMath>
                </a14:m>
                <a:endParaRPr lang="ar-AE" dirty="0"/>
              </a:p>
              <a:p>
                <a:pPr>
                  <a:lnSpc>
                    <a:spcPct val="120000"/>
                  </a:lnSpc>
                  <a:spcBef>
                    <a:spcPts val="0"/>
                  </a:spcBef>
                  <a:spcAft>
                    <a:spcPts val="0"/>
                  </a:spcAft>
                </a:pPr>
                <a:r>
                  <a:rPr lang="en-IN" b="1" dirty="0"/>
                  <a:t>Weights and biases:</a:t>
                </a:r>
              </a:p>
              <a:p>
                <a:pPr>
                  <a:lnSpc>
                    <a:spcPct val="120000"/>
                  </a:lnSpc>
                  <a:spcBef>
                    <a:spcPts val="0"/>
                  </a:spcBef>
                  <a:spcAft>
                    <a:spcPts val="0"/>
                  </a:spcAft>
                </a:pPr>
                <a:r>
                  <a:rPr lang="en-IN" b="1" dirty="0"/>
                  <a:t>Forget gate</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𝑓</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m:t>
                    </m:r>
                    <m:r>
                      <a:rPr lang="ar-AE">
                        <a:latin typeface="Cambria Math" panose="02040503050406030204" pitchFamily="18" charset="0"/>
                      </a:rPr>
                      <m:t>, </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𝑓</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oMath>
                </a14:m>
                <a:endParaRPr lang="ar-AE" dirty="0"/>
              </a:p>
              <a:p>
                <a:pPr>
                  <a:lnSpc>
                    <a:spcPct val="120000"/>
                  </a:lnSpc>
                  <a:spcBef>
                    <a:spcPts val="0"/>
                  </a:spcBef>
                  <a:spcAft>
                    <a:spcPts val="0"/>
                  </a:spcAft>
                </a:pPr>
                <a:endParaRPr lang="en-IN" dirty="0"/>
              </a:p>
            </p:txBody>
          </p:sp>
        </mc:Choice>
        <mc:Fallback xmlns="">
          <p:sp>
            <p:nvSpPr>
              <p:cNvPr id="3" name="Content Placeholder 2">
                <a:extLst>
                  <a:ext uri="{FF2B5EF4-FFF2-40B4-BE49-F238E27FC236}">
                    <a16:creationId xmlns:a16="http://schemas.microsoft.com/office/drawing/2014/main" id="{B24339F5-AD4D-903B-2C48-E9C18C7768CD}"/>
                  </a:ext>
                </a:extLst>
              </p:cNvPr>
              <p:cNvSpPr>
                <a:spLocks noGrp="1" noRot="1" noChangeAspect="1" noMove="1" noResize="1" noEditPoints="1" noAdjustHandles="1" noChangeArrowheads="1" noChangeShapeType="1" noTextEdit="1"/>
              </p:cNvSpPr>
              <p:nvPr>
                <p:ph idx="1"/>
              </p:nvPr>
            </p:nvSpPr>
            <p:spPr>
              <a:xfrm>
                <a:off x="798786" y="1261241"/>
                <a:ext cx="4624552" cy="4865029"/>
              </a:xfrm>
              <a:blipFill>
                <a:blip r:embed="rId2"/>
                <a:stretch>
                  <a:fillRect l="-3953" t="-62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B6AC17B2-CB34-BDA6-F613-0BB11D067F06}"/>
                  </a:ext>
                </a:extLst>
              </p:cNvPr>
              <p:cNvSpPr txBox="1">
                <a:spLocks/>
              </p:cNvSpPr>
              <p:nvPr/>
            </p:nvSpPr>
            <p:spPr>
              <a:xfrm>
                <a:off x="6096000" y="1408387"/>
                <a:ext cx="4708634" cy="4456386"/>
              </a:xfrm>
              <a:prstGeom prst="rect">
                <a:avLst/>
              </a:prstGeom>
            </p:spPr>
            <p:txBody>
              <a:bodyPr vert="horz" lIns="0" tIns="45720" rIns="0" bIns="45720" rtlCol="0">
                <a:normAutofit fontScale="92500" lnSpcReduction="20000"/>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20000"/>
                  </a:lnSpc>
                  <a:spcBef>
                    <a:spcPts val="0"/>
                  </a:spcBef>
                  <a:spcAft>
                    <a:spcPts val="0"/>
                  </a:spcAft>
                </a:pPr>
                <a:r>
                  <a:rPr lang="en-IN" b="1" dirty="0"/>
                  <a:t>Input gate</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𝑖</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m:t>
                    </m:r>
                    <m:r>
                      <a:rPr lang="ar-AE">
                        <a:latin typeface="Cambria Math" panose="02040503050406030204" pitchFamily="18" charset="0"/>
                      </a:rPr>
                      <m:t>, </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𝑖</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oMath>
                </a14:m>
                <a:endParaRPr lang="ar-AE" dirty="0"/>
              </a:p>
              <a:p>
                <a:pPr>
                  <a:lnSpc>
                    <a:spcPct val="120000"/>
                  </a:lnSpc>
                  <a:spcBef>
                    <a:spcPts val="0"/>
                  </a:spcBef>
                  <a:spcAft>
                    <a:spcPts val="0"/>
                  </a:spcAft>
                </a:pPr>
                <a:r>
                  <a:rPr lang="en-IN" dirty="0"/>
                  <a:t>Candidate cell state</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𝑐</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9</m:t>
                    </m:r>
                    <m:r>
                      <a:rPr lang="ar-AE">
                        <a:latin typeface="Cambria Math" panose="02040503050406030204" pitchFamily="18" charset="0"/>
                      </a:rPr>
                      <m:t>, </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𝑐</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m:t>
                    </m:r>
                  </m:oMath>
                </a14:m>
                <a:endParaRPr lang="ar-AE" dirty="0"/>
              </a:p>
              <a:p>
                <a:pPr>
                  <a:lnSpc>
                    <a:spcPct val="120000"/>
                  </a:lnSpc>
                  <a:spcBef>
                    <a:spcPts val="0"/>
                  </a:spcBef>
                  <a:spcAft>
                    <a:spcPts val="0"/>
                  </a:spcAft>
                </a:pPr>
                <a:r>
                  <a:rPr lang="en-IN" b="1" dirty="0"/>
                  <a:t>Output gate</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𝑜</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r>
                      <a:rPr lang="ar-AE">
                        <a:latin typeface="Cambria Math" panose="02040503050406030204" pitchFamily="18" charset="0"/>
                      </a:rPr>
                      <m:t>, </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𝑜</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oMath>
                </a14:m>
                <a:endParaRPr lang="ar-AE" dirty="0"/>
              </a:p>
              <a:p>
                <a:pPr>
                  <a:lnSpc>
                    <a:spcPct val="120000"/>
                  </a:lnSpc>
                  <a:spcBef>
                    <a:spcPts val="0"/>
                  </a:spcBef>
                  <a:spcAft>
                    <a:spcPts val="0"/>
                  </a:spcAft>
                </a:pPr>
                <a:r>
                  <a:rPr lang="en-IN" b="1" dirty="0"/>
                  <a:t>Activation functions:</a:t>
                </a:r>
              </a:p>
              <a:p>
                <a:pPr>
                  <a:lnSpc>
                    <a:spcPct val="120000"/>
                  </a:lnSpc>
                  <a:spcBef>
                    <a:spcPts val="0"/>
                  </a:spcBef>
                  <a:spcAft>
                    <a:spcPts val="0"/>
                  </a:spcAft>
                </a:pPr>
                <a:r>
                  <a:rPr lang="en-IN" dirty="0"/>
                  <a:t>Sigmoid</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𝜎</m:t>
                    </m:r>
                    <m:d>
                      <m:dPr>
                        <m:ctrlPr>
                          <a:rPr lang="ar-AE" i="1">
                            <a:latin typeface="Cambria Math" panose="02040503050406030204" pitchFamily="18" charset="0"/>
                          </a:rPr>
                        </m:ctrlPr>
                      </m:dPr>
                      <m:e>
                        <m:r>
                          <a:rPr lang="ar-AE" i="1">
                            <a:latin typeface="Cambria Math" panose="02040503050406030204" pitchFamily="18" charset="0"/>
                          </a:rPr>
                          <m:t>𝑥</m:t>
                        </m:r>
                      </m:e>
                    </m:d>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1</m:t>
                        </m:r>
                        <m:r>
                          <a:rPr lang="ar-AE">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𝑒</m:t>
                            </m:r>
                          </m:e>
                          <m:sup>
                            <m:r>
                              <a:rPr lang="ar-AE">
                                <a:latin typeface="Cambria Math" panose="02040503050406030204" pitchFamily="18" charset="0"/>
                              </a:rPr>
                              <m:t>−</m:t>
                            </m:r>
                            <m:r>
                              <a:rPr lang="ar-AE" i="1">
                                <a:latin typeface="Cambria Math" panose="02040503050406030204" pitchFamily="18" charset="0"/>
                              </a:rPr>
                              <m:t>𝑥</m:t>
                            </m:r>
                          </m:sup>
                        </m:sSup>
                      </m:den>
                    </m:f>
                  </m:oMath>
                </a14:m>
                <a:endParaRPr lang="ar-AE" dirty="0"/>
              </a:p>
              <a:p>
                <a:pPr>
                  <a:lnSpc>
                    <a:spcPct val="120000"/>
                  </a:lnSpc>
                  <a:spcBef>
                    <a:spcPts val="0"/>
                  </a:spcBef>
                  <a:spcAft>
                    <a:spcPts val="0"/>
                  </a:spcAft>
                </a:pPr>
                <a:r>
                  <a:rPr lang="en-IN" dirty="0"/>
                  <a:t>Tanh</a:t>
                </a:r>
              </a:p>
              <a:p>
                <a:pPr>
                  <a:lnSpc>
                    <a:spcPct val="120000"/>
                  </a:lnSpc>
                  <a:spcBef>
                    <a:spcPts val="0"/>
                  </a:spcBef>
                  <a:spcAft>
                    <a:spcPts val="0"/>
                  </a:spcAft>
                </a:pPr>
                <a14:m>
                  <m:oMath xmlns:m="http://schemas.openxmlformats.org/officeDocument/2006/math">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r>
                          <a:rPr lang="ar-AE" i="1">
                            <a:latin typeface="Cambria Math" panose="02040503050406030204" pitchFamily="18" charset="0"/>
                          </a:rPr>
                          <m:t>𝑥</m:t>
                        </m:r>
                      </m:e>
                    </m:d>
                  </m:oMath>
                </a14:m>
                <a:endParaRPr lang="ar-AE" dirty="0"/>
              </a:p>
              <a:p>
                <a:pPr>
                  <a:lnSpc>
                    <a:spcPct val="120000"/>
                  </a:lnSpc>
                  <a:spcBef>
                    <a:spcPts val="0"/>
                  </a:spcBef>
                  <a:spcAft>
                    <a:spcPts val="0"/>
                  </a:spcAft>
                </a:pPr>
                <a:endParaRPr lang="en-IN" dirty="0"/>
              </a:p>
            </p:txBody>
          </p:sp>
        </mc:Choice>
        <mc:Fallback xmlns="">
          <p:sp>
            <p:nvSpPr>
              <p:cNvPr id="6" name="Content Placeholder 2">
                <a:extLst>
                  <a:ext uri="{FF2B5EF4-FFF2-40B4-BE49-F238E27FC236}">
                    <a16:creationId xmlns:a16="http://schemas.microsoft.com/office/drawing/2014/main" id="{B6AC17B2-CB34-BDA6-F613-0BB11D067F06}"/>
                  </a:ext>
                </a:extLst>
              </p:cNvPr>
              <p:cNvSpPr txBox="1">
                <a:spLocks noRot="1" noChangeAspect="1" noMove="1" noResize="1" noEditPoints="1" noAdjustHandles="1" noChangeArrowheads="1" noChangeShapeType="1" noTextEdit="1"/>
              </p:cNvSpPr>
              <p:nvPr/>
            </p:nvSpPr>
            <p:spPr>
              <a:xfrm>
                <a:off x="6096000" y="1408387"/>
                <a:ext cx="4708634" cy="4456386"/>
              </a:xfrm>
              <a:prstGeom prst="rect">
                <a:avLst/>
              </a:prstGeom>
              <a:blipFill>
                <a:blip r:embed="rId3"/>
                <a:stretch>
                  <a:fillRect l="-3368" t="-958"/>
                </a:stretch>
              </a:blipFill>
            </p:spPr>
            <p:txBody>
              <a:bodyPr/>
              <a:lstStyle/>
              <a:p>
                <a:r>
                  <a:rPr lang="en-IN">
                    <a:noFill/>
                  </a:rPr>
                  <a:t> </a:t>
                </a:r>
              </a:p>
            </p:txBody>
          </p:sp>
        </mc:Fallback>
      </mc:AlternateContent>
    </p:spTree>
    <p:extLst>
      <p:ext uri="{BB962C8B-B14F-4D97-AF65-F5344CB8AC3E}">
        <p14:creationId xmlns:p14="http://schemas.microsoft.com/office/powerpoint/2010/main" val="11674980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511FE-6E58-FECC-5D8F-B8161E0B3CAB}"/>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31C7C18-523E-784C-71EE-4EA21350CCE5}"/>
                  </a:ext>
                </a:extLst>
              </p:cNvPr>
              <p:cNvSpPr>
                <a:spLocks noGrp="1"/>
              </p:cNvSpPr>
              <p:nvPr>
                <p:ph idx="1"/>
              </p:nvPr>
            </p:nvSpPr>
            <p:spPr>
              <a:xfrm>
                <a:off x="882869" y="1618593"/>
                <a:ext cx="10344248" cy="4507677"/>
              </a:xfrm>
            </p:spPr>
            <p:txBody>
              <a:bodyPr>
                <a:normAutofit lnSpcReduction="10000"/>
              </a:bodyPr>
              <a:lstStyle/>
              <a:p>
                <a:r>
                  <a:rPr lang="en-IN" b="1" dirty="0"/>
                  <a:t>Step 1: Forget Gate</a:t>
                </a:r>
              </a:p>
              <a:p>
                <a:r>
                  <a:rPr lang="en-IN" dirty="0"/>
                  <a:t>The forget gate decides how much of the </a:t>
                </a:r>
                <a:r>
                  <a:rPr lang="en-IN" b="1" dirty="0"/>
                  <a:t>previous memory to retain</a:t>
                </a:r>
                <a:r>
                  <a:rPr lang="en-IN" dirty="0"/>
                  <a:t>.</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𝑓</m:t>
                            </m:r>
                          </m:sub>
                        </m:sSub>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e>
                        </m:d>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𝑓</m:t>
                            </m:r>
                          </m:sub>
                        </m:sSub>
                      </m:e>
                    </m:d>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e>
                    </m:d>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2</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e>
                    </m:d>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84</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e>
                    </m:d>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94</m:t>
                        </m:r>
                      </m:e>
                    </m:d>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𝑡</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719</m:t>
                    </m:r>
                  </m:oMath>
                </a14:m>
                <a:endParaRPr lang="ar-AE" dirty="0"/>
              </a:p>
              <a:p>
                <a:r>
                  <a:rPr lang="en-IN" dirty="0"/>
                  <a:t>So </a:t>
                </a:r>
                <a:r>
                  <a:rPr lang="en-IN" b="1" dirty="0"/>
                  <a:t>71.9% of previous memory is retained</a:t>
                </a:r>
                <a:r>
                  <a:rPr lang="en-IN" dirty="0"/>
                  <a:t>.</a:t>
                </a:r>
              </a:p>
              <a:p>
                <a:endParaRPr lang="en-IN" dirty="0"/>
              </a:p>
            </p:txBody>
          </p:sp>
        </mc:Choice>
        <mc:Fallback xmlns="">
          <p:sp>
            <p:nvSpPr>
              <p:cNvPr id="3" name="Content Placeholder 2">
                <a:extLst>
                  <a:ext uri="{FF2B5EF4-FFF2-40B4-BE49-F238E27FC236}">
                    <a16:creationId xmlns:a16="http://schemas.microsoft.com/office/drawing/2014/main" id="{A31C7C18-523E-784C-71EE-4EA21350CCE5}"/>
                  </a:ext>
                </a:extLst>
              </p:cNvPr>
              <p:cNvSpPr>
                <a:spLocks noGrp="1" noRot="1" noChangeAspect="1" noMove="1" noResize="1" noEditPoints="1" noAdjustHandles="1" noChangeArrowheads="1" noChangeShapeType="1" noTextEdit="1"/>
              </p:cNvSpPr>
              <p:nvPr>
                <p:ph idx="1"/>
              </p:nvPr>
            </p:nvSpPr>
            <p:spPr>
              <a:xfrm>
                <a:off x="882869" y="1618593"/>
                <a:ext cx="10344248" cy="4507677"/>
              </a:xfrm>
              <a:blipFill>
                <a:blip r:embed="rId2"/>
                <a:stretch>
                  <a:fillRect l="-1709" t="-2571" b="-2030"/>
                </a:stretch>
              </a:blipFill>
            </p:spPr>
            <p:txBody>
              <a:bodyPr/>
              <a:lstStyle/>
              <a:p>
                <a:r>
                  <a:rPr lang="en-IN">
                    <a:noFill/>
                  </a:rPr>
                  <a:t> </a:t>
                </a:r>
              </a:p>
            </p:txBody>
          </p:sp>
        </mc:Fallback>
      </mc:AlternateContent>
    </p:spTree>
    <p:extLst>
      <p:ext uri="{BB962C8B-B14F-4D97-AF65-F5344CB8AC3E}">
        <p14:creationId xmlns:p14="http://schemas.microsoft.com/office/powerpoint/2010/main" val="27336908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535EE-B39E-B020-83B9-6322F451599B}"/>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8CD045-2A7B-6937-434B-FD5D9C063449}"/>
                  </a:ext>
                </a:extLst>
              </p:cNvPr>
              <p:cNvSpPr>
                <a:spLocks noGrp="1"/>
              </p:cNvSpPr>
              <p:nvPr>
                <p:ph idx="1"/>
              </p:nvPr>
            </p:nvSpPr>
            <p:spPr/>
            <p:txBody>
              <a:bodyPr/>
              <a:lstStyle/>
              <a:p>
                <a:r>
                  <a:rPr lang="en-IN" b="1" dirty="0"/>
                  <a:t>Step 2: Input Gate</a:t>
                </a:r>
              </a:p>
              <a:p>
                <a:r>
                  <a:rPr lang="en-IN" dirty="0"/>
                  <a:t>The input gate determines how much </a:t>
                </a:r>
                <a:r>
                  <a:rPr lang="en-IN" b="1" dirty="0"/>
                  <a:t>new information enters the memory</a:t>
                </a:r>
                <a:r>
                  <a:rPr lang="en-IN" dirty="0"/>
                  <a:t>.</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𝑖</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𝑖</m:t>
                            </m:r>
                          </m:sub>
                        </m:sSub>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e>
                        </m:d>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𝑖</m:t>
                            </m:r>
                          </m:sub>
                        </m:sSub>
                      </m:e>
                    </m:d>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𝑖</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2</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d>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𝑖</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72</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d>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𝑖</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92</m:t>
                        </m:r>
                      </m:e>
                    </m:d>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𝑖</m:t>
                        </m:r>
                      </m:e>
                      <m:sub>
                        <m:r>
                          <a:rPr lang="ar-AE" i="1">
                            <a:latin typeface="Cambria Math" panose="02040503050406030204" pitchFamily="18" charset="0"/>
                          </a:rPr>
                          <m:t>𝑡</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715</m:t>
                    </m:r>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128CD045-2A7B-6937-434B-FD5D9C063449}"/>
                  </a:ext>
                </a:extLst>
              </p:cNvPr>
              <p:cNvSpPr>
                <a:spLocks noGrp="1" noRot="1" noChangeAspect="1" noMove="1" noResize="1" noEditPoints="1" noAdjustHandles="1" noChangeArrowheads="1" noChangeShapeType="1" noTextEdit="1"/>
              </p:cNvSpPr>
              <p:nvPr>
                <p:ph idx="1"/>
              </p:nvPr>
            </p:nvSpPr>
            <p:spPr>
              <a:blipFill>
                <a:blip r:embed="rId2"/>
                <a:stretch>
                  <a:fillRect l="-1758" t="-2023"/>
                </a:stretch>
              </a:blipFill>
            </p:spPr>
            <p:txBody>
              <a:bodyPr/>
              <a:lstStyle/>
              <a:p>
                <a:r>
                  <a:rPr lang="en-IN">
                    <a:noFill/>
                  </a:rPr>
                  <a:t> </a:t>
                </a:r>
              </a:p>
            </p:txBody>
          </p:sp>
        </mc:Fallback>
      </mc:AlternateContent>
    </p:spTree>
    <p:extLst>
      <p:ext uri="{BB962C8B-B14F-4D97-AF65-F5344CB8AC3E}">
        <p14:creationId xmlns:p14="http://schemas.microsoft.com/office/powerpoint/2010/main" val="5143746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3D3C6-A2CE-C14F-9044-EE25D9F66316}"/>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13B9E62-5B92-5DCB-A90A-99E616E61939}"/>
                  </a:ext>
                </a:extLst>
              </p:cNvPr>
              <p:cNvSpPr>
                <a:spLocks noGrp="1"/>
              </p:cNvSpPr>
              <p:nvPr>
                <p:ph idx="1"/>
              </p:nvPr>
            </p:nvSpPr>
            <p:spPr/>
            <p:txBody>
              <a:bodyPr/>
              <a:lstStyle/>
              <a:p>
                <a:r>
                  <a:rPr lang="en-IN" b="1" dirty="0"/>
                  <a:t>Step 3: Candidate Memory</a:t>
                </a:r>
              </a:p>
              <a:p>
                <a:r>
                  <a:rPr lang="en-IN" dirty="0"/>
                  <a:t>This produces </a:t>
                </a:r>
                <a:r>
                  <a:rPr lang="en-IN" b="1" dirty="0"/>
                  <a:t>new candidate values for the memory cell</a:t>
                </a:r>
                <a:r>
                  <a:rPr lang="en-IN" dirty="0"/>
                  <a:t>.</a:t>
                </a:r>
              </a:p>
              <a:p>
                <a14:m>
                  <m:oMath xmlns:m="http://schemas.openxmlformats.org/officeDocument/2006/math">
                    <m:acc>
                      <m:accPr>
                        <m:chr m:val="̃"/>
                        <m:ctrlPr>
                          <a:rPr lang="ar-AE" i="1">
                            <a:latin typeface="Cambria Math" panose="02040503050406030204" pitchFamily="18" charset="0"/>
                          </a:rPr>
                        </m:ctrlPr>
                      </m:accPr>
                      <m:e>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sub>
                        </m:sSub>
                      </m:e>
                    </m:acc>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𝑐</m:t>
                            </m:r>
                          </m:sub>
                        </m:sSub>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e>
                        </m:d>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𝑐</m:t>
                            </m:r>
                          </m:sub>
                        </m:sSub>
                      </m:e>
                    </m:d>
                  </m:oMath>
                </a14:m>
                <a:endParaRPr lang="ar-AE" dirty="0"/>
              </a:p>
              <a:p>
                <a14:m>
                  <m:oMath xmlns:m="http://schemas.openxmlformats.org/officeDocument/2006/math">
                    <m:acc>
                      <m:accPr>
                        <m:chr m:val="̃"/>
                        <m:ctrlPr>
                          <a:rPr lang="ar-AE" i="1">
                            <a:latin typeface="Cambria Math" panose="02040503050406030204" pitchFamily="18" charset="0"/>
                          </a:rPr>
                        </m:ctrlPr>
                      </m:accPr>
                      <m:e>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sub>
                        </m:sSub>
                      </m:e>
                    </m:acc>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9</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2</m:t>
                            </m:r>
                          </m:e>
                        </m:d>
                      </m:e>
                    </m:d>
                  </m:oMath>
                </a14:m>
                <a:endParaRPr lang="ar-AE" dirty="0"/>
              </a:p>
              <a:p>
                <a14:m>
                  <m:oMath xmlns:m="http://schemas.openxmlformats.org/officeDocument/2006/math">
                    <m:acc>
                      <m:accPr>
                        <m:chr m:val="̃"/>
                        <m:ctrlPr>
                          <a:rPr lang="ar-AE" i="1">
                            <a:latin typeface="Cambria Math" panose="02040503050406030204" pitchFamily="18" charset="0"/>
                          </a:rPr>
                        </m:ctrlPr>
                      </m:accPr>
                      <m:e>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sub>
                        </m:sSub>
                      </m:e>
                    </m:acc>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08</m:t>
                        </m:r>
                      </m:e>
                    </m:d>
                  </m:oMath>
                </a14:m>
                <a:endParaRPr lang="ar-AE" dirty="0"/>
              </a:p>
              <a:p>
                <a14:m>
                  <m:oMath xmlns:m="http://schemas.openxmlformats.org/officeDocument/2006/math">
                    <m:acc>
                      <m:accPr>
                        <m:chr m:val="̃"/>
                        <m:ctrlPr>
                          <a:rPr lang="ar-AE" i="1">
                            <a:latin typeface="Cambria Math" panose="02040503050406030204" pitchFamily="18" charset="0"/>
                          </a:rPr>
                        </m:ctrlPr>
                      </m:accPr>
                      <m:e>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sub>
                        </m:sSub>
                      </m:e>
                    </m:acc>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793</m:t>
                    </m:r>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B13B9E62-5B92-5DCB-A90A-99E616E61939}"/>
                  </a:ext>
                </a:extLst>
              </p:cNvPr>
              <p:cNvSpPr>
                <a:spLocks noGrp="1" noRot="1" noChangeAspect="1" noMove="1" noResize="1" noEditPoints="1" noAdjustHandles="1" noChangeArrowheads="1" noChangeShapeType="1" noTextEdit="1"/>
              </p:cNvSpPr>
              <p:nvPr>
                <p:ph idx="1"/>
              </p:nvPr>
            </p:nvSpPr>
            <p:spPr>
              <a:blipFill>
                <a:blip r:embed="rId2"/>
                <a:stretch>
                  <a:fillRect l="-1758" t="-2023"/>
                </a:stretch>
              </a:blipFill>
            </p:spPr>
            <p:txBody>
              <a:bodyPr/>
              <a:lstStyle/>
              <a:p>
                <a:r>
                  <a:rPr lang="en-IN">
                    <a:noFill/>
                  </a:rPr>
                  <a:t> </a:t>
                </a:r>
              </a:p>
            </p:txBody>
          </p:sp>
        </mc:Fallback>
      </mc:AlternateContent>
    </p:spTree>
    <p:extLst>
      <p:ext uri="{BB962C8B-B14F-4D97-AF65-F5344CB8AC3E}">
        <p14:creationId xmlns:p14="http://schemas.microsoft.com/office/powerpoint/2010/main" val="31223750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66AA0-85CC-F9C6-0960-A49C7F0CD3F8}"/>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A379E6B-3513-AA49-E495-94EBF011FC31}"/>
                  </a:ext>
                </a:extLst>
              </p:cNvPr>
              <p:cNvSpPr>
                <a:spLocks noGrp="1"/>
              </p:cNvSpPr>
              <p:nvPr>
                <p:ph idx="1"/>
              </p:nvPr>
            </p:nvSpPr>
            <p:spPr>
              <a:xfrm>
                <a:off x="1025842" y="1692166"/>
                <a:ext cx="10201275" cy="4434104"/>
              </a:xfrm>
            </p:spPr>
            <p:txBody>
              <a:bodyPr>
                <a:normAutofit fontScale="92500" lnSpcReduction="20000"/>
              </a:bodyPr>
              <a:lstStyle/>
              <a:p>
                <a:r>
                  <a:rPr lang="en-IN" b="1" dirty="0"/>
                  <a:t>Step 4: Update Cell State</a:t>
                </a:r>
              </a:p>
              <a:p>
                <a:r>
                  <a:rPr lang="en-IN" dirty="0"/>
                  <a:t>The new cell state combines:</a:t>
                </a:r>
              </a:p>
              <a:p>
                <a:r>
                  <a:rPr lang="en-IN" dirty="0"/>
                  <a:t>retained old memory</a:t>
                </a:r>
              </a:p>
              <a:p>
                <a:r>
                  <a:rPr lang="en-IN" dirty="0"/>
                  <a:t>new candidate memory</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𝑡</m:t>
                        </m:r>
                      </m:sub>
                    </m:sSub>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𝑖</m:t>
                        </m:r>
                      </m:e>
                      <m:sub>
                        <m:r>
                          <a:rPr lang="ar-AE" i="1">
                            <a:latin typeface="Cambria Math" panose="02040503050406030204" pitchFamily="18" charset="0"/>
                          </a:rPr>
                          <m:t>𝑡</m:t>
                        </m:r>
                      </m:sub>
                    </m:sSub>
                    <m:acc>
                      <m:accPr>
                        <m:chr m:val="̃"/>
                        <m:ctrlPr>
                          <a:rPr lang="ar-AE" i="1">
                            <a:latin typeface="Cambria Math" panose="02040503050406030204" pitchFamily="18" charset="0"/>
                          </a:rPr>
                        </m:ctrlPr>
                      </m:accPr>
                      <m:e>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sub>
                        </m:sSub>
                      </m:e>
                    </m:acc>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sub>
                    </m:sSub>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719</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d>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715</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793</m:t>
                        </m:r>
                      </m:e>
                    </m:d>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3595</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567</m:t>
                    </m:r>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9265</m:t>
                    </m:r>
                  </m:oMath>
                </a14:m>
                <a:endParaRPr lang="ar-AE" dirty="0"/>
              </a:p>
              <a:p>
                <a:r>
                  <a:rPr lang="en-IN" dirty="0"/>
                  <a:t>New memory:</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927</m:t>
                    </m:r>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BA379E6B-3513-AA49-E495-94EBF011FC31}"/>
                  </a:ext>
                </a:extLst>
              </p:cNvPr>
              <p:cNvSpPr>
                <a:spLocks noGrp="1" noRot="1" noChangeAspect="1" noMove="1" noResize="1" noEditPoints="1" noAdjustHandles="1" noChangeArrowheads="1" noChangeShapeType="1" noTextEdit="1"/>
              </p:cNvSpPr>
              <p:nvPr>
                <p:ph idx="1"/>
              </p:nvPr>
            </p:nvSpPr>
            <p:spPr>
              <a:xfrm>
                <a:off x="1025842" y="1692166"/>
                <a:ext cx="10201275" cy="4434104"/>
              </a:xfrm>
              <a:blipFill>
                <a:blip r:embed="rId2"/>
                <a:stretch>
                  <a:fillRect l="-1553" t="-2889" b="-1513"/>
                </a:stretch>
              </a:blipFill>
            </p:spPr>
            <p:txBody>
              <a:bodyPr/>
              <a:lstStyle/>
              <a:p>
                <a:r>
                  <a:rPr lang="en-IN">
                    <a:noFill/>
                  </a:rPr>
                  <a:t> </a:t>
                </a:r>
              </a:p>
            </p:txBody>
          </p:sp>
        </mc:Fallback>
      </mc:AlternateContent>
    </p:spTree>
    <p:extLst>
      <p:ext uri="{BB962C8B-B14F-4D97-AF65-F5344CB8AC3E}">
        <p14:creationId xmlns:p14="http://schemas.microsoft.com/office/powerpoint/2010/main" val="40504110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8F0B6-0D1C-1DEF-827C-B35A0EBAED0C}"/>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089FC73-8394-44FB-DADB-84A33439FC27}"/>
                  </a:ext>
                </a:extLst>
              </p:cNvPr>
              <p:cNvSpPr>
                <a:spLocks noGrp="1"/>
              </p:cNvSpPr>
              <p:nvPr>
                <p:ph idx="1"/>
              </p:nvPr>
            </p:nvSpPr>
            <p:spPr>
              <a:xfrm>
                <a:off x="935421" y="1587062"/>
                <a:ext cx="10291696" cy="4539208"/>
              </a:xfrm>
            </p:spPr>
            <p:txBody>
              <a:bodyPr/>
              <a:lstStyle/>
              <a:p>
                <a:r>
                  <a:rPr lang="en-IN" b="1" dirty="0"/>
                  <a:t>Step 5: Output Gate</a:t>
                </a:r>
              </a:p>
              <a:p>
                <a:r>
                  <a:rPr lang="en-IN" dirty="0"/>
                  <a:t>The output gate controls the hidden state.</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𝑜</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𝑜</m:t>
                            </m:r>
                          </m:sub>
                        </m:sSub>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e>
                        </m:d>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𝑜</m:t>
                            </m:r>
                          </m:sub>
                        </m:sSub>
                      </m:e>
                    </m:d>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𝑜</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2</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e>
                    </m:d>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𝑜</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e>
                    </m:d>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𝑜</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m:t>
                        </m:r>
                      </m:e>
                    </m:d>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𝑜</m:t>
                        </m:r>
                      </m:e>
                      <m:sub>
                        <m:r>
                          <a:rPr lang="ar-AE" i="1">
                            <a:latin typeface="Cambria Math" panose="02040503050406030204" pitchFamily="18" charset="0"/>
                          </a:rPr>
                          <m:t>𝑡</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668</m:t>
                    </m:r>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1089FC73-8394-44FB-DADB-84A33439FC27}"/>
                  </a:ext>
                </a:extLst>
              </p:cNvPr>
              <p:cNvSpPr>
                <a:spLocks noGrp="1" noRot="1" noChangeAspect="1" noMove="1" noResize="1" noEditPoints="1" noAdjustHandles="1" noChangeArrowheads="1" noChangeShapeType="1" noTextEdit="1"/>
              </p:cNvSpPr>
              <p:nvPr>
                <p:ph idx="1"/>
              </p:nvPr>
            </p:nvSpPr>
            <p:spPr>
              <a:xfrm>
                <a:off x="935421" y="1587062"/>
                <a:ext cx="10291696" cy="4539208"/>
              </a:xfrm>
              <a:blipFill>
                <a:blip r:embed="rId2"/>
                <a:stretch>
                  <a:fillRect l="-1658" t="-1879"/>
                </a:stretch>
              </a:blipFill>
            </p:spPr>
            <p:txBody>
              <a:bodyPr/>
              <a:lstStyle/>
              <a:p>
                <a:r>
                  <a:rPr lang="en-IN">
                    <a:noFill/>
                  </a:rPr>
                  <a:t> </a:t>
                </a:r>
              </a:p>
            </p:txBody>
          </p:sp>
        </mc:Fallback>
      </mc:AlternateContent>
    </p:spTree>
    <p:extLst>
      <p:ext uri="{BB962C8B-B14F-4D97-AF65-F5344CB8AC3E}">
        <p14:creationId xmlns:p14="http://schemas.microsoft.com/office/powerpoint/2010/main" val="27018114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682B1-3EC9-268B-56FA-2198F9C822D8}"/>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889F74C-47F4-0453-0ED0-DCB29512E0C5}"/>
                  </a:ext>
                </a:extLst>
              </p:cNvPr>
              <p:cNvSpPr>
                <a:spLocks noGrp="1"/>
              </p:cNvSpPr>
              <p:nvPr>
                <p:ph idx="1"/>
              </p:nvPr>
            </p:nvSpPr>
            <p:spPr/>
            <p:txBody>
              <a:bodyPr/>
              <a:lstStyle/>
              <a:p>
                <a:r>
                  <a:rPr lang="en-IN" b="1" dirty="0"/>
                  <a:t>Step 6: Hidden State Output</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𝑜</m:t>
                        </m:r>
                      </m:e>
                      <m:sub>
                        <m:r>
                          <a:rPr lang="ar-AE" i="1">
                            <a:latin typeface="Cambria Math" panose="02040503050406030204" pitchFamily="18" charset="0"/>
                          </a:rPr>
                          <m:t>𝑡</m:t>
                        </m:r>
                      </m:sub>
                    </m:sSub>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sub>
                        </m:sSub>
                      </m:e>
                    </m:d>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668</m:t>
                    </m:r>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927</m:t>
                        </m:r>
                      </m:e>
                    </m:d>
                  </m:oMath>
                </a14:m>
                <a:endParaRPr lang="ar-AE" dirty="0"/>
              </a:p>
              <a:p>
                <a14:m>
                  <m:oMath xmlns:m="http://schemas.openxmlformats.org/officeDocument/2006/math">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927</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729</m:t>
                    </m:r>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668</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729</m:t>
                    </m:r>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487</m:t>
                    </m:r>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2889F74C-47F4-0453-0ED0-DCB29512E0C5}"/>
                  </a:ext>
                </a:extLst>
              </p:cNvPr>
              <p:cNvSpPr>
                <a:spLocks noGrp="1" noRot="1" noChangeAspect="1" noMove="1" noResize="1" noEditPoints="1" noAdjustHandles="1" noChangeArrowheads="1" noChangeShapeType="1" noTextEdit="1"/>
              </p:cNvSpPr>
              <p:nvPr>
                <p:ph idx="1"/>
              </p:nvPr>
            </p:nvSpPr>
            <p:spPr>
              <a:blipFill>
                <a:blip r:embed="rId2"/>
                <a:stretch>
                  <a:fillRect l="-1758" t="-2023"/>
                </a:stretch>
              </a:blipFill>
            </p:spPr>
            <p:txBody>
              <a:bodyPr/>
              <a:lstStyle/>
              <a:p>
                <a:r>
                  <a:rPr lang="en-IN">
                    <a:noFill/>
                  </a:rPr>
                  <a:t> </a:t>
                </a:r>
              </a:p>
            </p:txBody>
          </p:sp>
        </mc:Fallback>
      </mc:AlternateContent>
    </p:spTree>
    <p:extLst>
      <p:ext uri="{BB962C8B-B14F-4D97-AF65-F5344CB8AC3E}">
        <p14:creationId xmlns:p14="http://schemas.microsoft.com/office/powerpoint/2010/main" val="26852741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30EA2-1074-F364-2D7A-C49B85C294B8}"/>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76935D1A-DF25-C42D-8D16-1C73BF8EDCFA}"/>
              </a:ext>
            </a:extLst>
          </p:cNvPr>
          <p:cNvSpPr>
            <a:spLocks noGrp="1"/>
          </p:cNvSpPr>
          <p:nvPr>
            <p:ph idx="1"/>
          </p:nvPr>
        </p:nvSpPr>
        <p:spPr/>
        <p:txBody>
          <a:bodyPr/>
          <a:lstStyle/>
          <a:p>
            <a:r>
              <a:rPr lang="en-US" b="1" dirty="0"/>
              <a:t>Interpretation</a:t>
            </a:r>
          </a:p>
          <a:p>
            <a:r>
              <a:rPr lang="en-US" b="1" dirty="0"/>
              <a:t>Forget gate retained most of the previous memory.</a:t>
            </a:r>
            <a:endParaRPr lang="en-US" dirty="0"/>
          </a:p>
          <a:p>
            <a:r>
              <a:rPr lang="en-US" b="1" dirty="0"/>
              <a:t>Input gate allowed new information to enter.</a:t>
            </a:r>
            <a:endParaRPr lang="en-US" dirty="0"/>
          </a:p>
          <a:p>
            <a:r>
              <a:rPr lang="en-US" b="1" dirty="0"/>
              <a:t>Cell state increased from 0.5 → 0.927</a:t>
            </a:r>
            <a:r>
              <a:rPr lang="en-US" dirty="0"/>
              <a:t>, showing updated memory.</a:t>
            </a:r>
          </a:p>
          <a:p>
            <a:r>
              <a:rPr lang="en-US" dirty="0"/>
              <a:t>Final hidden state </a:t>
            </a:r>
            <a:r>
              <a:rPr lang="en-US" b="1" dirty="0"/>
              <a:t>0.487</a:t>
            </a:r>
            <a:r>
              <a:rPr lang="en-US" dirty="0"/>
              <a:t> becomes input for the next time step.</a:t>
            </a:r>
          </a:p>
          <a:p>
            <a:endParaRPr lang="en-IN" dirty="0"/>
          </a:p>
        </p:txBody>
      </p:sp>
    </p:spTree>
    <p:extLst>
      <p:ext uri="{BB962C8B-B14F-4D97-AF65-F5344CB8AC3E}">
        <p14:creationId xmlns:p14="http://schemas.microsoft.com/office/powerpoint/2010/main" val="3153242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43353-4476-8602-F8CF-F23A5153128D}"/>
              </a:ext>
            </a:extLst>
          </p:cNvPr>
          <p:cNvSpPr>
            <a:spLocks noGrp="1"/>
          </p:cNvSpPr>
          <p:nvPr>
            <p:ph type="title"/>
          </p:nvPr>
        </p:nvSpPr>
        <p:spPr/>
        <p:txBody>
          <a:bodyPr>
            <a:normAutofit fontScale="90000"/>
          </a:bodyPr>
          <a:lstStyle/>
          <a:p>
            <a:r>
              <a:rPr lang="en-IN" dirty="0"/>
              <a:t>Gated Recurrent Unit Networks</a:t>
            </a:r>
          </a:p>
        </p:txBody>
      </p:sp>
      <p:sp>
        <p:nvSpPr>
          <p:cNvPr id="3" name="Content Placeholder 2">
            <a:extLst>
              <a:ext uri="{FF2B5EF4-FFF2-40B4-BE49-F238E27FC236}">
                <a16:creationId xmlns:a16="http://schemas.microsoft.com/office/drawing/2014/main" id="{88A8C8CC-3EB3-9667-87AD-46DDFBD520FC}"/>
              </a:ext>
            </a:extLst>
          </p:cNvPr>
          <p:cNvSpPr>
            <a:spLocks noGrp="1"/>
          </p:cNvSpPr>
          <p:nvPr>
            <p:ph idx="1"/>
          </p:nvPr>
        </p:nvSpPr>
        <p:spPr>
          <a:xfrm>
            <a:off x="914400" y="1439917"/>
            <a:ext cx="10312717" cy="4686353"/>
          </a:xfrm>
        </p:spPr>
        <p:txBody>
          <a:bodyPr/>
          <a:lstStyle/>
          <a:p>
            <a:pPr fontAlgn="base"/>
            <a:r>
              <a:rPr lang="en-US" dirty="0"/>
              <a:t>Gated Recurrent Unit (GRU) networks are a type of recurrent neural network designed to handle sequential data while reducing the complexity of traditional RNNs. </a:t>
            </a:r>
          </a:p>
          <a:p>
            <a:pPr fontAlgn="base"/>
            <a:r>
              <a:rPr lang="en-US" dirty="0"/>
              <a:t>GRUs are a simplified advancement of LSTM, where they merge multiple gates into update and reset gates, hence learning long-term dependencies with faster training and fewer parameters.</a:t>
            </a:r>
          </a:p>
          <a:p>
            <a:pPr fontAlgn="base"/>
            <a:r>
              <a:rPr lang="en-US" dirty="0"/>
              <a:t>Simplified alternative to LSTM</a:t>
            </a:r>
          </a:p>
          <a:p>
            <a:pPr fontAlgn="base"/>
            <a:r>
              <a:rPr lang="en-US" dirty="0"/>
              <a:t>Handles sequence and time‑series data effectively</a:t>
            </a:r>
          </a:p>
          <a:p>
            <a:pPr fontAlgn="base"/>
            <a:r>
              <a:rPr lang="en-US" dirty="0"/>
              <a:t>Widely used in NLP, speech and forecasting tasks</a:t>
            </a:r>
          </a:p>
          <a:p>
            <a:endParaRPr lang="en-IN" dirty="0"/>
          </a:p>
        </p:txBody>
      </p:sp>
    </p:spTree>
    <p:extLst>
      <p:ext uri="{BB962C8B-B14F-4D97-AF65-F5344CB8AC3E}">
        <p14:creationId xmlns:p14="http://schemas.microsoft.com/office/powerpoint/2010/main" val="38592379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8D075-85DC-84AE-0F49-773BA323CA63}"/>
              </a:ext>
            </a:extLst>
          </p:cNvPr>
          <p:cNvSpPr>
            <a:spLocks noGrp="1"/>
          </p:cNvSpPr>
          <p:nvPr>
            <p:ph type="title"/>
          </p:nvPr>
        </p:nvSpPr>
        <p:spPr/>
        <p:txBody>
          <a:bodyPr>
            <a:normAutofit fontScale="90000"/>
          </a:bodyPr>
          <a:lstStyle/>
          <a:p>
            <a:r>
              <a:rPr lang="en-US"/>
              <a:t>`</a:t>
            </a:r>
            <a:endParaRPr lang="en-IN" dirty="0"/>
          </a:p>
        </p:txBody>
      </p:sp>
      <p:sp>
        <p:nvSpPr>
          <p:cNvPr id="3" name="Content Placeholder 2">
            <a:extLst>
              <a:ext uri="{FF2B5EF4-FFF2-40B4-BE49-F238E27FC236}">
                <a16:creationId xmlns:a16="http://schemas.microsoft.com/office/drawing/2014/main" id="{30064FC9-471E-CB6C-3D63-3E3CE846524D}"/>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5144A02-EC78-1B9E-D470-AE85647CEB4B}"/>
              </a:ext>
            </a:extLst>
          </p:cNvPr>
          <p:cNvPicPr>
            <a:picLocks noChangeAspect="1"/>
          </p:cNvPicPr>
          <p:nvPr/>
        </p:nvPicPr>
        <p:blipFill>
          <a:blip r:embed="rId2"/>
          <a:stretch>
            <a:fillRect/>
          </a:stretch>
        </p:blipFill>
        <p:spPr>
          <a:xfrm>
            <a:off x="2286000" y="1524000"/>
            <a:ext cx="7620000" cy="3810000"/>
          </a:xfrm>
          <a:prstGeom prst="rect">
            <a:avLst/>
          </a:prstGeom>
        </p:spPr>
      </p:pic>
    </p:spTree>
    <p:extLst>
      <p:ext uri="{BB962C8B-B14F-4D97-AF65-F5344CB8AC3E}">
        <p14:creationId xmlns:p14="http://schemas.microsoft.com/office/powerpoint/2010/main" val="21156283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65E6B-4EC8-CB56-D8B8-BB4FC6271A34}"/>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72FFB6AD-3BBB-4BA5-9EBE-D4026002CB99}"/>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CA0DBA36-6B9F-8391-D2FF-1EAE341E057B}"/>
              </a:ext>
            </a:extLst>
          </p:cNvPr>
          <p:cNvPicPr>
            <a:picLocks noChangeAspect="1"/>
          </p:cNvPicPr>
          <p:nvPr/>
        </p:nvPicPr>
        <p:blipFill>
          <a:blip r:embed="rId2"/>
          <a:stretch>
            <a:fillRect/>
          </a:stretch>
        </p:blipFill>
        <p:spPr>
          <a:xfrm>
            <a:off x="2286000" y="1524000"/>
            <a:ext cx="7620000" cy="3810000"/>
          </a:xfrm>
          <a:prstGeom prst="rect">
            <a:avLst/>
          </a:prstGeom>
        </p:spPr>
      </p:pic>
    </p:spTree>
    <p:extLst>
      <p:ext uri="{BB962C8B-B14F-4D97-AF65-F5344CB8AC3E}">
        <p14:creationId xmlns:p14="http://schemas.microsoft.com/office/powerpoint/2010/main" val="35327030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89ECC-21D2-A627-F341-ADA2350BD5AC}"/>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F8CE3B23-DE66-3A88-DDBE-805E7BD665E8}"/>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897AE8B8-D7E4-284F-965F-744CABD03C2D}"/>
              </a:ext>
            </a:extLst>
          </p:cNvPr>
          <p:cNvPicPr>
            <a:picLocks noChangeAspect="1"/>
          </p:cNvPicPr>
          <p:nvPr/>
        </p:nvPicPr>
        <p:blipFill>
          <a:blip r:embed="rId2"/>
          <a:stretch>
            <a:fillRect/>
          </a:stretch>
        </p:blipFill>
        <p:spPr>
          <a:xfrm>
            <a:off x="2286000" y="1524000"/>
            <a:ext cx="7620000" cy="3810000"/>
          </a:xfrm>
          <a:prstGeom prst="rect">
            <a:avLst/>
          </a:prstGeom>
        </p:spPr>
      </p:pic>
    </p:spTree>
    <p:extLst>
      <p:ext uri="{BB962C8B-B14F-4D97-AF65-F5344CB8AC3E}">
        <p14:creationId xmlns:p14="http://schemas.microsoft.com/office/powerpoint/2010/main" val="13351568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5F1AE-EA9F-8C20-7ACE-CF051CD9D5C2}"/>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F96E7984-CE9E-488D-3D8A-CECA481697A4}"/>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9C0B6206-C40F-30AF-C0A7-FD67DD1180AB}"/>
              </a:ext>
            </a:extLst>
          </p:cNvPr>
          <p:cNvPicPr>
            <a:picLocks noChangeAspect="1"/>
          </p:cNvPicPr>
          <p:nvPr/>
        </p:nvPicPr>
        <p:blipFill>
          <a:blip r:embed="rId2"/>
          <a:stretch>
            <a:fillRect/>
          </a:stretch>
        </p:blipFill>
        <p:spPr>
          <a:xfrm>
            <a:off x="2286000" y="1519237"/>
            <a:ext cx="7620000" cy="3819525"/>
          </a:xfrm>
          <a:prstGeom prst="rect">
            <a:avLst/>
          </a:prstGeom>
        </p:spPr>
      </p:pic>
    </p:spTree>
    <p:extLst>
      <p:ext uri="{BB962C8B-B14F-4D97-AF65-F5344CB8AC3E}">
        <p14:creationId xmlns:p14="http://schemas.microsoft.com/office/powerpoint/2010/main" val="41206817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BF307-8E9D-14C9-9B50-C4BACED51790}"/>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B4070A77-9F11-F2D1-2221-E43D862CF8D1}"/>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9FA00B9A-A664-68B5-5933-793737113B69}"/>
              </a:ext>
            </a:extLst>
          </p:cNvPr>
          <p:cNvPicPr>
            <a:picLocks noChangeAspect="1"/>
          </p:cNvPicPr>
          <p:nvPr/>
        </p:nvPicPr>
        <p:blipFill>
          <a:blip r:embed="rId2"/>
          <a:stretch>
            <a:fillRect/>
          </a:stretch>
        </p:blipFill>
        <p:spPr>
          <a:xfrm>
            <a:off x="2086303" y="1687403"/>
            <a:ext cx="7620000" cy="3819525"/>
          </a:xfrm>
          <a:prstGeom prst="rect">
            <a:avLst/>
          </a:prstGeom>
        </p:spPr>
      </p:pic>
    </p:spTree>
    <p:extLst>
      <p:ext uri="{BB962C8B-B14F-4D97-AF65-F5344CB8AC3E}">
        <p14:creationId xmlns:p14="http://schemas.microsoft.com/office/powerpoint/2010/main" val="8534565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CCE71-A381-3E7C-D1A4-D236E98036A7}"/>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16367FEE-A625-E0C3-A221-E65F79B2B42B}"/>
              </a:ext>
            </a:extLst>
          </p:cNvPr>
          <p:cNvSpPr>
            <a:spLocks noGrp="1"/>
          </p:cNvSpPr>
          <p:nvPr>
            <p:ph idx="1"/>
          </p:nvPr>
        </p:nvSpPr>
        <p:spPr>
          <a:xfrm>
            <a:off x="399393" y="1324303"/>
            <a:ext cx="10827724" cy="4801967"/>
          </a:xfrm>
        </p:spPr>
        <p:txBody>
          <a:bodyPr>
            <a:normAutofit/>
          </a:bodyPr>
          <a:lstStyle/>
          <a:p>
            <a:pPr algn="just" fontAlgn="base"/>
            <a:r>
              <a:rPr lang="en-US" sz="2800" b="1" dirty="0"/>
              <a:t>What are Gated Recurrent Units (GRU)?</a:t>
            </a:r>
          </a:p>
          <a:p>
            <a:pPr algn="just" fontAlgn="base"/>
            <a:r>
              <a:rPr lang="en-US" sz="2800" dirty="0"/>
              <a:t>Gated Recurrent Units (GRUs) are a type of RNN introduced by Cho et al. in 2014. </a:t>
            </a:r>
          </a:p>
          <a:p>
            <a:pPr algn="just" fontAlgn="base"/>
            <a:r>
              <a:rPr lang="en-US" sz="2800" dirty="0"/>
              <a:t>The core idea behind GRUs is to use gating mechanisms to selectively update the hidden state at each time step allowing them to remember important information while discarding irrelevant details. </a:t>
            </a:r>
          </a:p>
          <a:p>
            <a:pPr algn="just" fontAlgn="base"/>
            <a:r>
              <a:rPr lang="en-US" sz="2800" dirty="0"/>
              <a:t>GRUs aim to simplify the LSTM architecture by merging some of its components and focusing on just two main gates: the update gate and the reset gate.</a:t>
            </a:r>
          </a:p>
          <a:p>
            <a:pPr algn="just"/>
            <a:endParaRPr lang="en-IN" sz="2800" dirty="0"/>
          </a:p>
        </p:txBody>
      </p:sp>
    </p:spTree>
    <p:extLst>
      <p:ext uri="{BB962C8B-B14F-4D97-AF65-F5344CB8AC3E}">
        <p14:creationId xmlns:p14="http://schemas.microsoft.com/office/powerpoint/2010/main" val="3379478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6C2AE-0E93-E0D7-E0A5-EFAAF4976B43}"/>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52DE5680-4296-594E-49D7-0854F2FBDBCA}"/>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694CB94C-7A13-F366-0A96-0FDFA5E54CA8}"/>
              </a:ext>
            </a:extLst>
          </p:cNvPr>
          <p:cNvPicPr>
            <a:picLocks noChangeAspect="1"/>
          </p:cNvPicPr>
          <p:nvPr/>
        </p:nvPicPr>
        <p:blipFill>
          <a:blip r:embed="rId2"/>
          <a:stretch>
            <a:fillRect/>
          </a:stretch>
        </p:blipFill>
        <p:spPr>
          <a:xfrm>
            <a:off x="2286000" y="1734207"/>
            <a:ext cx="7620000" cy="3810000"/>
          </a:xfrm>
          <a:prstGeom prst="rect">
            <a:avLst/>
          </a:prstGeom>
        </p:spPr>
      </p:pic>
    </p:spTree>
    <p:extLst>
      <p:ext uri="{BB962C8B-B14F-4D97-AF65-F5344CB8AC3E}">
        <p14:creationId xmlns:p14="http://schemas.microsoft.com/office/powerpoint/2010/main" val="5895057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24956-EBDF-CB47-C175-5CD26D039D5C}"/>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48E57C8-351F-8C56-1F36-6A15719F0189}"/>
                  </a:ext>
                </a:extLst>
              </p:cNvPr>
              <p:cNvSpPr>
                <a:spLocks noGrp="1"/>
              </p:cNvSpPr>
              <p:nvPr>
                <p:ph idx="1"/>
              </p:nvPr>
            </p:nvSpPr>
            <p:spPr>
              <a:xfrm>
                <a:off x="924877" y="1451466"/>
                <a:ext cx="10058400" cy="4217604"/>
              </a:xfrm>
            </p:spPr>
            <p:txBody>
              <a:bodyPr>
                <a:normAutofit/>
              </a:bodyPr>
              <a:lstStyle/>
              <a:p>
                <a:pPr fontAlgn="base"/>
                <a:r>
                  <a:rPr lang="en-IN" sz="2800" dirty="0"/>
                  <a:t>The GRU consists of two main gates:</a:t>
                </a:r>
              </a:p>
              <a:p>
                <a:pPr fontAlgn="base"/>
                <a:r>
                  <a:rPr lang="en-IN" sz="2800" b="1" dirty="0"/>
                  <a:t>Update Gate </a:t>
                </a:r>
                <a14:m>
                  <m:oMath xmlns:m="http://schemas.openxmlformats.org/officeDocument/2006/math">
                    <m:sSub>
                      <m:sSubPr>
                        <m:ctrlPr>
                          <a:rPr lang="ar-AE" sz="2800" i="1">
                            <a:latin typeface="Cambria Math" panose="02040503050406030204" pitchFamily="18" charset="0"/>
                          </a:rPr>
                        </m:ctrlPr>
                      </m:sSubPr>
                      <m:e>
                        <m:r>
                          <a:rPr lang="ar-AE" sz="2800" i="1">
                            <a:latin typeface="Cambria Math" panose="02040503050406030204" pitchFamily="18" charset="0"/>
                          </a:rPr>
                          <m:t>𝑧</m:t>
                        </m:r>
                      </m:e>
                      <m:sub>
                        <m:r>
                          <a:rPr lang="ar-AE" sz="2800" i="1">
                            <a:latin typeface="Cambria Math" panose="02040503050406030204" pitchFamily="18" charset="0"/>
                          </a:rPr>
                          <m:t>𝑡</m:t>
                        </m:r>
                      </m:sub>
                    </m:sSub>
                  </m:oMath>
                </a14:m>
                <a:r>
                  <a:rPr lang="ar-AE" sz="2800" dirty="0"/>
                  <a:t>​):</a:t>
                </a:r>
                <a:r>
                  <a:rPr lang="en-IN" sz="2800" dirty="0"/>
                  <a:t>This gate decides how much information from previous hidden state should be retained for the next time step.</a:t>
                </a:r>
              </a:p>
              <a:p>
                <a:pPr fontAlgn="base"/>
                <a:r>
                  <a:rPr lang="en-IN" sz="2800" b="1" dirty="0"/>
                  <a:t>Reset Gate</a:t>
                </a:r>
                <a:r>
                  <a:rPr lang="en-IN" sz="2800" dirty="0"/>
                  <a:t> (</a:t>
                </a:r>
                <a14:m>
                  <m:oMath xmlns:m="http://schemas.openxmlformats.org/officeDocument/2006/math">
                    <m:sSub>
                      <m:sSubPr>
                        <m:ctrlPr>
                          <a:rPr lang="ar-AE" sz="2800" i="1">
                            <a:latin typeface="Cambria Math" panose="02040503050406030204" pitchFamily="18" charset="0"/>
                          </a:rPr>
                        </m:ctrlPr>
                      </m:sSubPr>
                      <m:e>
                        <m:r>
                          <a:rPr lang="ar-AE" sz="2800" i="1">
                            <a:latin typeface="Cambria Math" panose="02040503050406030204" pitchFamily="18" charset="0"/>
                          </a:rPr>
                          <m:t>𝑟</m:t>
                        </m:r>
                      </m:e>
                      <m:sub>
                        <m:r>
                          <a:rPr lang="ar-AE" sz="2800" i="1">
                            <a:latin typeface="Cambria Math" panose="02040503050406030204" pitchFamily="18" charset="0"/>
                          </a:rPr>
                          <m:t>𝑡</m:t>
                        </m:r>
                      </m:sub>
                    </m:sSub>
                  </m:oMath>
                </a14:m>
                <a:r>
                  <a:rPr lang="ar-AE" sz="2800" dirty="0"/>
                  <a:t>​): </a:t>
                </a:r>
                <a:r>
                  <a:rPr lang="en-IN" sz="2800" dirty="0"/>
                  <a:t>This gate determines how much of the past hidden state should be forgotten.</a:t>
                </a:r>
              </a:p>
              <a:p>
                <a:pPr fontAlgn="base"/>
                <a:r>
                  <a:rPr lang="en-IN" sz="2800" dirty="0"/>
                  <a:t>These gates allow GRU to control the flow of information in a more efficient manner compared to traditional RNNs which solely rely on hidden state.</a:t>
                </a:r>
              </a:p>
              <a:p>
                <a:endParaRPr lang="en-IN" sz="2800" dirty="0"/>
              </a:p>
            </p:txBody>
          </p:sp>
        </mc:Choice>
        <mc:Fallback xmlns="">
          <p:sp>
            <p:nvSpPr>
              <p:cNvPr id="3" name="Content Placeholder 2">
                <a:extLst>
                  <a:ext uri="{FF2B5EF4-FFF2-40B4-BE49-F238E27FC236}">
                    <a16:creationId xmlns:a16="http://schemas.microsoft.com/office/drawing/2014/main" id="{F48E57C8-351F-8C56-1F36-6A15719F0189}"/>
                  </a:ext>
                </a:extLst>
              </p:cNvPr>
              <p:cNvSpPr>
                <a:spLocks noGrp="1" noRot="1" noChangeAspect="1" noMove="1" noResize="1" noEditPoints="1" noAdjustHandles="1" noChangeArrowheads="1" noChangeShapeType="1" noTextEdit="1"/>
              </p:cNvSpPr>
              <p:nvPr>
                <p:ph idx="1"/>
              </p:nvPr>
            </p:nvSpPr>
            <p:spPr>
              <a:xfrm>
                <a:off x="924877" y="1451466"/>
                <a:ext cx="10058400" cy="4217604"/>
              </a:xfrm>
              <a:blipFill>
                <a:blip r:embed="rId2"/>
                <a:stretch>
                  <a:fillRect l="-2000" t="-2312" r="-2909"/>
                </a:stretch>
              </a:blipFill>
            </p:spPr>
            <p:txBody>
              <a:bodyPr/>
              <a:lstStyle/>
              <a:p>
                <a:r>
                  <a:rPr lang="en-IN">
                    <a:noFill/>
                  </a:rPr>
                  <a:t> </a:t>
                </a:r>
              </a:p>
            </p:txBody>
          </p:sp>
        </mc:Fallback>
      </mc:AlternateContent>
    </p:spTree>
    <p:extLst>
      <p:ext uri="{BB962C8B-B14F-4D97-AF65-F5344CB8AC3E}">
        <p14:creationId xmlns:p14="http://schemas.microsoft.com/office/powerpoint/2010/main" val="47971793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5AA67-5864-26F2-5A4F-C965EFEF0DF1}"/>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BB5A6B0-5678-6F41-2707-4C4032D84F62}"/>
                  </a:ext>
                </a:extLst>
              </p:cNvPr>
              <p:cNvSpPr>
                <a:spLocks noGrp="1"/>
              </p:cNvSpPr>
              <p:nvPr>
                <p:ph idx="1"/>
              </p:nvPr>
            </p:nvSpPr>
            <p:spPr>
              <a:xfrm>
                <a:off x="1025842" y="1261241"/>
                <a:ext cx="10201275" cy="4865029"/>
              </a:xfrm>
            </p:spPr>
            <p:txBody>
              <a:bodyPr>
                <a:normAutofit/>
              </a:bodyPr>
              <a:lstStyle/>
              <a:p>
                <a:pPr fontAlgn="base"/>
                <a:r>
                  <a:rPr lang="en-IN" b="1" dirty="0"/>
                  <a:t>Equations for GRU Operations</a:t>
                </a:r>
              </a:p>
              <a:p>
                <a:pPr fontAlgn="base"/>
                <a:r>
                  <a:rPr lang="en-IN" dirty="0"/>
                  <a:t>The internal workings of a GRU can be described using following equations:</a:t>
                </a:r>
              </a:p>
              <a:p>
                <a:pPr fontAlgn="base"/>
                <a:r>
                  <a:rPr lang="en-IN" b="1" dirty="0"/>
                  <a:t>1. Reset gate:</a:t>
                </a:r>
              </a:p>
              <a:p>
                <a:pPr fontAlgn="base"/>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𝑟</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𝑟</m:t>
                            </m:r>
                          </m:sub>
                        </m:sSub>
                        <m:r>
                          <a:rPr lang="ar-AE">
                            <a:latin typeface="Cambria Math" panose="02040503050406030204" pitchFamily="18" charset="0"/>
                          </a:rPr>
                          <m:t>⋅</m:t>
                        </m:r>
                        <m:d>
                          <m:dPr>
                            <m:begChr m:val="["/>
                            <m:endChr m:val="]"/>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e>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e>
                        </m:d>
                      </m:e>
                    </m:d>
                  </m:oMath>
                </a14:m>
                <a:endParaRPr lang="ar-AE" i="1" dirty="0"/>
              </a:p>
              <a:p>
                <a:pPr fontAlgn="base"/>
                <a:r>
                  <a:rPr lang="en-IN" dirty="0"/>
                  <a:t>The reset gate determines how much of the previous hidden state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oMath>
                </a14:m>
                <a:r>
                  <a:rPr lang="ar-AE" dirty="0"/>
                  <a:t> </a:t>
                </a:r>
                <a:r>
                  <a:rPr lang="en-IN" dirty="0"/>
                  <a:t>should be forgotten.</a:t>
                </a:r>
              </a:p>
              <a:p>
                <a:pPr fontAlgn="base"/>
                <a:r>
                  <a:rPr lang="en-IN" b="1" dirty="0"/>
                  <a:t>2. Update gate:</a:t>
                </a:r>
              </a:p>
              <a:p>
                <a:pPr fontAlgn="base"/>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𝑧</m:t>
                            </m:r>
                          </m:sub>
                        </m:sSub>
                        <m:r>
                          <a:rPr lang="ar-AE">
                            <a:latin typeface="Cambria Math" panose="02040503050406030204" pitchFamily="18" charset="0"/>
                          </a:rPr>
                          <m:t>⋅</m:t>
                        </m:r>
                        <m:d>
                          <m:dPr>
                            <m:begChr m:val="["/>
                            <m:endChr m:val="]"/>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e>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e>
                        </m:d>
                      </m:e>
                    </m:d>
                  </m:oMath>
                </a14:m>
                <a:endParaRPr lang="ar-AE" i="1" dirty="0"/>
              </a:p>
              <a:p>
                <a:pPr fontAlgn="base"/>
                <a:r>
                  <a:rPr lang="en-IN" dirty="0"/>
                  <a:t>The update gate controls how much of the new information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oMath>
                </a14:m>
                <a:r>
                  <a:rPr lang="ar-AE" dirty="0"/>
                  <a:t>​ </a:t>
                </a:r>
                <a:r>
                  <a:rPr lang="en-IN" dirty="0"/>
                  <a:t>should be used to update the hidden state.</a:t>
                </a:r>
              </a:p>
              <a:p>
                <a:endParaRPr lang="en-IN" dirty="0"/>
              </a:p>
            </p:txBody>
          </p:sp>
        </mc:Choice>
        <mc:Fallback xmlns="">
          <p:sp>
            <p:nvSpPr>
              <p:cNvPr id="3" name="Content Placeholder 2">
                <a:extLst>
                  <a:ext uri="{FF2B5EF4-FFF2-40B4-BE49-F238E27FC236}">
                    <a16:creationId xmlns:a16="http://schemas.microsoft.com/office/drawing/2014/main" id="{0BB5A6B0-5678-6F41-2707-4C4032D84F62}"/>
                  </a:ext>
                </a:extLst>
              </p:cNvPr>
              <p:cNvSpPr>
                <a:spLocks noGrp="1" noRot="1" noChangeAspect="1" noMove="1" noResize="1" noEditPoints="1" noAdjustHandles="1" noChangeArrowheads="1" noChangeShapeType="1" noTextEdit="1"/>
              </p:cNvSpPr>
              <p:nvPr>
                <p:ph idx="1"/>
              </p:nvPr>
            </p:nvSpPr>
            <p:spPr>
              <a:xfrm>
                <a:off x="1025842" y="1261241"/>
                <a:ext cx="10201275" cy="4865029"/>
              </a:xfrm>
              <a:blipFill>
                <a:blip r:embed="rId2"/>
                <a:stretch>
                  <a:fillRect l="-1673" t="-1754" r="-1135"/>
                </a:stretch>
              </a:blipFill>
            </p:spPr>
            <p:txBody>
              <a:bodyPr/>
              <a:lstStyle/>
              <a:p>
                <a:r>
                  <a:rPr lang="en-IN">
                    <a:noFill/>
                  </a:rPr>
                  <a:t> </a:t>
                </a:r>
              </a:p>
            </p:txBody>
          </p:sp>
        </mc:Fallback>
      </mc:AlternateContent>
    </p:spTree>
    <p:extLst>
      <p:ext uri="{BB962C8B-B14F-4D97-AF65-F5344CB8AC3E}">
        <p14:creationId xmlns:p14="http://schemas.microsoft.com/office/powerpoint/2010/main" val="32961991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0DBE3-8ADD-9982-6CB1-C4EBAB3C7405}"/>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C3F5A132-0D80-E95D-1000-2B15D152A03F}"/>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35627AA1-5033-1656-C0E0-0577C027E257}"/>
              </a:ext>
            </a:extLst>
          </p:cNvPr>
          <p:cNvPicPr>
            <a:picLocks noChangeAspect="1"/>
          </p:cNvPicPr>
          <p:nvPr/>
        </p:nvPicPr>
        <p:blipFill>
          <a:blip r:embed="rId2"/>
          <a:stretch>
            <a:fillRect/>
          </a:stretch>
        </p:blipFill>
        <p:spPr>
          <a:xfrm>
            <a:off x="1306470" y="1408386"/>
            <a:ext cx="9716813" cy="4858407"/>
          </a:xfrm>
          <a:prstGeom prst="rect">
            <a:avLst/>
          </a:prstGeom>
        </p:spPr>
      </p:pic>
    </p:spTree>
    <p:extLst>
      <p:ext uri="{BB962C8B-B14F-4D97-AF65-F5344CB8AC3E}">
        <p14:creationId xmlns:p14="http://schemas.microsoft.com/office/powerpoint/2010/main" val="33851055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ABCEC-59CB-63E4-9814-C616620C9A02}"/>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E13164A-3D2E-B30A-8BE5-741CB15573C0}"/>
                  </a:ext>
                </a:extLst>
              </p:cNvPr>
              <p:cNvSpPr>
                <a:spLocks noGrp="1"/>
              </p:cNvSpPr>
              <p:nvPr>
                <p:ph idx="1"/>
              </p:nvPr>
            </p:nvSpPr>
            <p:spPr>
              <a:xfrm>
                <a:off x="893379" y="1471448"/>
                <a:ext cx="10333738" cy="4654822"/>
              </a:xfrm>
            </p:spPr>
            <p:txBody>
              <a:bodyPr/>
              <a:lstStyle/>
              <a:p>
                <a:pPr fontAlgn="base"/>
                <a:r>
                  <a:rPr lang="en-IN" b="1" dirty="0"/>
                  <a:t>3. Candidate hidden state:</a:t>
                </a:r>
              </a:p>
              <a:p>
                <a:pPr fontAlgn="base"/>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h</m:t>
                        </m:r>
                      </m:e>
                      <m:sub>
                        <m:r>
                          <a:rPr lang="ar-AE" i="1">
                            <a:latin typeface="Cambria Math" panose="02040503050406030204" pitchFamily="18" charset="0"/>
                          </a:rPr>
                          <m:t>𝑡</m:t>
                        </m:r>
                      </m:sub>
                      <m:sup>
                        <m:r>
                          <a:rPr lang="ar-AE">
                            <a:latin typeface="Cambria Math" panose="02040503050406030204" pitchFamily="18" charset="0"/>
                          </a:rPr>
                          <m:t>′</m:t>
                        </m:r>
                      </m:sup>
                    </m:sSubSup>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h</m:t>
                            </m:r>
                          </m:sub>
                        </m:sSub>
                        <m:r>
                          <a:rPr lang="ar-AE">
                            <a:latin typeface="Cambria Math" panose="02040503050406030204" pitchFamily="18" charset="0"/>
                          </a:rPr>
                          <m:t>⋅</m:t>
                        </m:r>
                        <m:d>
                          <m:dPr>
                            <m:begChr m:val="["/>
                            <m:endChr m:val="]"/>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𝑟</m:t>
                                </m:r>
                              </m:e>
                              <m:sub>
                                <m:r>
                                  <a:rPr lang="ar-AE" i="1">
                                    <a:latin typeface="Cambria Math" panose="02040503050406030204" pitchFamily="18" charset="0"/>
                                  </a:rPr>
                                  <m:t>𝑡</m:t>
                                </m:r>
                              </m:sub>
                            </m:sSub>
                          </m:e>
                          <m:e>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e>
                        </m:d>
                      </m:e>
                    </m:d>
                  </m:oMath>
                </a14:m>
                <a:endParaRPr lang="ar-AE" i="1" dirty="0"/>
              </a:p>
              <a:p>
                <a:pPr fontAlgn="base"/>
                <a:r>
                  <a:rPr lang="en-IN" dirty="0"/>
                  <a:t>This is the potential new hidden state calculated based on the current input and the previous hidden state.</a:t>
                </a:r>
              </a:p>
              <a:p>
                <a:pPr fontAlgn="base"/>
                <a:r>
                  <a:rPr lang="en-IN" b="1" dirty="0"/>
                  <a:t>4. Hidden state:</a:t>
                </a:r>
              </a:p>
              <a:p>
                <a:pPr fontAlgn="base"/>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𝑡</m:t>
                            </m:r>
                          </m:sub>
                        </m:sSub>
                      </m:e>
                    </m:d>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𝑡</m:t>
                        </m:r>
                      </m:sub>
                    </m:sSub>
                    <m:r>
                      <a:rPr lang="ar-AE">
                        <a:latin typeface="Cambria Math" panose="02040503050406030204" pitchFamily="18" charset="0"/>
                      </a:rPr>
                      <m:t>⋅</m:t>
                    </m:r>
                    <m:sSubSup>
                      <m:sSubSupPr>
                        <m:ctrlPr>
                          <a:rPr lang="ar-AE" i="1">
                            <a:latin typeface="Cambria Math" panose="02040503050406030204" pitchFamily="18" charset="0"/>
                          </a:rPr>
                        </m:ctrlPr>
                      </m:sSubSupPr>
                      <m:e>
                        <m:r>
                          <a:rPr lang="ar-AE" i="1">
                            <a:latin typeface="Cambria Math" panose="02040503050406030204" pitchFamily="18" charset="0"/>
                          </a:rPr>
                          <m:t>h</m:t>
                        </m:r>
                      </m:e>
                      <m:sub>
                        <m:r>
                          <a:rPr lang="ar-AE" i="1">
                            <a:latin typeface="Cambria Math" panose="02040503050406030204" pitchFamily="18" charset="0"/>
                          </a:rPr>
                          <m:t>𝑡</m:t>
                        </m:r>
                      </m:sub>
                      <m:sup>
                        <m:r>
                          <a:rPr lang="ar-AE">
                            <a:latin typeface="Cambria Math" panose="02040503050406030204" pitchFamily="18" charset="0"/>
                          </a:rPr>
                          <m:t>′</m:t>
                        </m:r>
                      </m:sup>
                    </m:sSubSup>
                  </m:oMath>
                </a14:m>
                <a:endParaRPr lang="ar-AE" i="1" dirty="0"/>
              </a:p>
              <a:p>
                <a:pPr fontAlgn="base"/>
                <a:r>
                  <a:rPr lang="en-IN" dirty="0"/>
                  <a:t>The final hidden state is a weighted average of the previous hidden state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oMath>
                </a14:m>
                <a:r>
                  <a:rPr lang="ar-AE" dirty="0"/>
                  <a:t> </a:t>
                </a:r>
                <a:r>
                  <a:rPr lang="en-IN" dirty="0"/>
                  <a:t>and the candidate hidden state </a:t>
                </a:r>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h</m:t>
                        </m:r>
                      </m:e>
                      <m:sub>
                        <m:r>
                          <a:rPr lang="ar-AE" i="1">
                            <a:latin typeface="Cambria Math" panose="02040503050406030204" pitchFamily="18" charset="0"/>
                          </a:rPr>
                          <m:t>𝑡</m:t>
                        </m:r>
                      </m:sub>
                      <m:sup>
                        <m:r>
                          <a:rPr lang="ar-AE">
                            <a:latin typeface="Cambria Math" panose="02040503050406030204" pitchFamily="18" charset="0"/>
                          </a:rPr>
                          <m:t>′</m:t>
                        </m:r>
                      </m:sup>
                    </m:sSubSup>
                  </m:oMath>
                </a14:m>
                <a:r>
                  <a:rPr lang="ar-AE" dirty="0"/>
                  <a:t> </a:t>
                </a:r>
                <a:r>
                  <a:rPr lang="en-IN" dirty="0"/>
                  <a:t>based on the update gate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𝑡</m:t>
                        </m:r>
                      </m:sub>
                    </m:sSub>
                  </m:oMath>
                </a14:m>
                <a:r>
                  <a:rPr lang="ar-AE" dirty="0"/>
                  <a:t>.</a:t>
                </a:r>
              </a:p>
              <a:p>
                <a:endParaRPr lang="en-IN" dirty="0"/>
              </a:p>
            </p:txBody>
          </p:sp>
        </mc:Choice>
        <mc:Fallback xmlns="">
          <p:sp>
            <p:nvSpPr>
              <p:cNvPr id="3" name="Content Placeholder 2">
                <a:extLst>
                  <a:ext uri="{FF2B5EF4-FFF2-40B4-BE49-F238E27FC236}">
                    <a16:creationId xmlns:a16="http://schemas.microsoft.com/office/drawing/2014/main" id="{9E13164A-3D2E-B30A-8BE5-741CB15573C0}"/>
                  </a:ext>
                </a:extLst>
              </p:cNvPr>
              <p:cNvSpPr>
                <a:spLocks noGrp="1" noRot="1" noChangeAspect="1" noMove="1" noResize="1" noEditPoints="1" noAdjustHandles="1" noChangeArrowheads="1" noChangeShapeType="1" noTextEdit="1"/>
              </p:cNvSpPr>
              <p:nvPr>
                <p:ph idx="1"/>
              </p:nvPr>
            </p:nvSpPr>
            <p:spPr>
              <a:xfrm>
                <a:off x="893379" y="1471448"/>
                <a:ext cx="10333738" cy="4654822"/>
              </a:xfrm>
              <a:blipFill>
                <a:blip r:embed="rId2"/>
                <a:stretch>
                  <a:fillRect l="-1711" t="-1832" r="-1357"/>
                </a:stretch>
              </a:blipFill>
            </p:spPr>
            <p:txBody>
              <a:bodyPr/>
              <a:lstStyle/>
              <a:p>
                <a:r>
                  <a:rPr lang="en-IN">
                    <a:noFill/>
                  </a:rPr>
                  <a:t> </a:t>
                </a:r>
              </a:p>
            </p:txBody>
          </p:sp>
        </mc:Fallback>
      </mc:AlternateContent>
    </p:spTree>
    <p:extLst>
      <p:ext uri="{BB962C8B-B14F-4D97-AF65-F5344CB8AC3E}">
        <p14:creationId xmlns:p14="http://schemas.microsoft.com/office/powerpoint/2010/main" val="93316926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55640-201C-0650-DE44-0620ED5D00F1}"/>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4981D7FA-16F5-99F4-62D7-BD12F2C89122}"/>
              </a:ext>
            </a:extLst>
          </p:cNvPr>
          <p:cNvSpPr>
            <a:spLocks noGrp="1"/>
          </p:cNvSpPr>
          <p:nvPr>
            <p:ph idx="1"/>
          </p:nvPr>
        </p:nvSpPr>
        <p:spPr>
          <a:xfrm>
            <a:off x="1025842" y="1366345"/>
            <a:ext cx="10201275" cy="4759925"/>
          </a:xfrm>
        </p:spPr>
        <p:txBody>
          <a:bodyPr>
            <a:normAutofit/>
          </a:bodyPr>
          <a:lstStyle/>
          <a:p>
            <a:pPr algn="just" fontAlgn="base"/>
            <a:r>
              <a:rPr lang="en-US" sz="2800" b="1" dirty="0"/>
              <a:t>How GRUs Solve the Vanishing Gradient Problem</a:t>
            </a:r>
          </a:p>
          <a:p>
            <a:pPr algn="just" fontAlgn="base"/>
            <a:r>
              <a:rPr lang="en-US" sz="2800" dirty="0"/>
              <a:t>Like LSTMs, GRUs were designed to address the vanishing gradient problem which is common in traditional RNNs. </a:t>
            </a:r>
          </a:p>
          <a:p>
            <a:pPr algn="just" fontAlgn="base"/>
            <a:r>
              <a:rPr lang="en-US" sz="2800" dirty="0"/>
              <a:t>GRUs help mitigate this issue by using gates that regulate the flow of gradients during training ensuring that important information is preserved and that gradients do not shrink excessively over time.</a:t>
            </a:r>
          </a:p>
          <a:p>
            <a:pPr algn="just" fontAlgn="base"/>
            <a:r>
              <a:rPr lang="en-US" sz="2800" dirty="0"/>
              <a:t>By using these gates, GRUs maintain a balance between remembering important past information and learning new, relevant data.</a:t>
            </a:r>
          </a:p>
          <a:p>
            <a:pPr algn="just"/>
            <a:endParaRPr lang="en-IN" sz="2800" dirty="0"/>
          </a:p>
        </p:txBody>
      </p:sp>
    </p:spTree>
    <p:extLst>
      <p:ext uri="{BB962C8B-B14F-4D97-AF65-F5344CB8AC3E}">
        <p14:creationId xmlns:p14="http://schemas.microsoft.com/office/powerpoint/2010/main" val="26264918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CA8A4-6699-1A18-62FE-54AF387842AE}"/>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95D4F021-1A69-BF39-6555-8734F35E6CB7}"/>
              </a:ext>
            </a:extLst>
          </p:cNvPr>
          <p:cNvSpPr>
            <a:spLocks noGrp="1"/>
          </p:cNvSpPr>
          <p:nvPr>
            <p:ph idx="1"/>
          </p:nvPr>
        </p:nvSpPr>
        <p:spPr>
          <a:xfrm>
            <a:off x="401494" y="1261241"/>
            <a:ext cx="11590809" cy="4865029"/>
          </a:xfrm>
        </p:spPr>
        <p:txBody>
          <a:bodyPr/>
          <a:lstStyle/>
          <a:p>
            <a:pPr fontAlgn="base"/>
            <a:r>
              <a:rPr lang="en-US" b="1" dirty="0"/>
              <a:t>GRU vs LSTM</a:t>
            </a:r>
          </a:p>
          <a:p>
            <a:pPr fontAlgn="base"/>
            <a:r>
              <a:rPr lang="en-US" dirty="0"/>
              <a:t>GRUs are more computationally efficient because they combine the forget and input gates into a single update gate. GRUs do not maintain an internal cell state as LSTMs do, instead they store information directly in the hidden state making them simpler and faster.</a:t>
            </a:r>
          </a:p>
          <a:p>
            <a:endParaRPr lang="en-IN" dirty="0"/>
          </a:p>
        </p:txBody>
      </p:sp>
      <p:graphicFrame>
        <p:nvGraphicFramePr>
          <p:cNvPr id="4" name="Table 3">
            <a:extLst>
              <a:ext uri="{FF2B5EF4-FFF2-40B4-BE49-F238E27FC236}">
                <a16:creationId xmlns:a16="http://schemas.microsoft.com/office/drawing/2014/main" id="{C734616E-BADD-7F87-B0DA-1F02632F70A1}"/>
              </a:ext>
            </a:extLst>
          </p:cNvPr>
          <p:cNvGraphicFramePr>
            <a:graphicFrameLocks noGrp="1"/>
          </p:cNvGraphicFramePr>
          <p:nvPr>
            <p:extLst>
              <p:ext uri="{D42A27DB-BD31-4B8C-83A1-F6EECF244321}">
                <p14:modId xmlns:p14="http://schemas.microsoft.com/office/powerpoint/2010/main" val="2434481206"/>
              </p:ext>
            </p:extLst>
          </p:nvPr>
        </p:nvGraphicFramePr>
        <p:xfrm>
          <a:off x="575966" y="2977827"/>
          <a:ext cx="11241864" cy="3148443"/>
        </p:xfrm>
        <a:graphic>
          <a:graphicData uri="http://schemas.openxmlformats.org/drawingml/2006/table">
            <a:tbl>
              <a:tblPr/>
              <a:tblGrid>
                <a:gridCol w="2498192">
                  <a:extLst>
                    <a:ext uri="{9D8B030D-6E8A-4147-A177-3AD203B41FA5}">
                      <a16:colId xmlns:a16="http://schemas.microsoft.com/office/drawing/2014/main" val="1668962870"/>
                    </a:ext>
                  </a:extLst>
                </a:gridCol>
                <a:gridCol w="4371836">
                  <a:extLst>
                    <a:ext uri="{9D8B030D-6E8A-4147-A177-3AD203B41FA5}">
                      <a16:colId xmlns:a16="http://schemas.microsoft.com/office/drawing/2014/main" val="2789358035"/>
                    </a:ext>
                  </a:extLst>
                </a:gridCol>
                <a:gridCol w="4371836">
                  <a:extLst>
                    <a:ext uri="{9D8B030D-6E8A-4147-A177-3AD203B41FA5}">
                      <a16:colId xmlns:a16="http://schemas.microsoft.com/office/drawing/2014/main" val="2767884616"/>
                    </a:ext>
                  </a:extLst>
                </a:gridCol>
              </a:tblGrid>
              <a:tr h="366819">
                <a:tc>
                  <a:txBody>
                    <a:bodyPr/>
                    <a:lstStyle/>
                    <a:p>
                      <a:pPr algn="ctr" fontAlgn="base">
                        <a:buNone/>
                      </a:pPr>
                      <a:r>
                        <a:rPr lang="en-IN" sz="1600" b="1">
                          <a:effectLst/>
                          <a:latin typeface="Nunito" pitchFamily="2" charset="0"/>
                        </a:rPr>
                        <a:t>Feature</a:t>
                      </a:r>
                    </a:p>
                  </a:txBody>
                  <a:tcPr marL="38100" marR="381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buNone/>
                      </a:pPr>
                      <a:r>
                        <a:rPr lang="en-IN" sz="1600" b="1">
                          <a:effectLst/>
                          <a:latin typeface="Nunito" pitchFamily="2" charset="0"/>
                        </a:rPr>
                        <a:t>LSTM (Long Short-Term Memory)</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buNone/>
                      </a:pPr>
                      <a:r>
                        <a:rPr lang="en-IN" sz="1600" b="1">
                          <a:effectLst/>
                          <a:latin typeface="Nunito" pitchFamily="2" charset="0"/>
                        </a:rPr>
                        <a:t>GRU (Gated Recurrent Unit)</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a16="http://schemas.microsoft.com/office/drawing/2014/main" val="1789934512"/>
                  </a:ext>
                </a:extLst>
              </a:tr>
              <a:tr h="405030">
                <a:tc>
                  <a:txBody>
                    <a:bodyPr/>
                    <a:lstStyle/>
                    <a:p>
                      <a:pPr algn="ctr" fontAlgn="base">
                        <a:buNone/>
                      </a:pPr>
                      <a:r>
                        <a:rPr lang="en-IN" sz="1600" b="1">
                          <a:effectLst/>
                          <a:latin typeface="Nunito" pitchFamily="2" charset="0"/>
                        </a:rPr>
                        <a:t>Gates</a:t>
                      </a:r>
                    </a:p>
                  </a:txBody>
                  <a:tcPr marL="38100" marR="38100" marT="64480" marB="64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ctr">
                        <a:buNone/>
                      </a:pPr>
                      <a:r>
                        <a:rPr lang="en-IN" sz="1600" b="0" dirty="0">
                          <a:effectLst/>
                          <a:latin typeface="Nunito" pitchFamily="2" charset="0"/>
                        </a:rPr>
                        <a:t>3 (Input, Forget, Output)</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600" b="0">
                          <a:effectLst/>
                          <a:latin typeface="Nunito" pitchFamily="2" charset="0"/>
                        </a:rPr>
                        <a:t>2 (Update, Reset)</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352532500"/>
                  </a:ext>
                </a:extLst>
              </a:tr>
              <a:tr h="405030">
                <a:tc>
                  <a:txBody>
                    <a:bodyPr/>
                    <a:lstStyle/>
                    <a:p>
                      <a:pPr algn="ctr" fontAlgn="base">
                        <a:buNone/>
                      </a:pPr>
                      <a:r>
                        <a:rPr lang="en-IN" sz="1600" b="1">
                          <a:effectLst/>
                          <a:latin typeface="Nunito" pitchFamily="2" charset="0"/>
                        </a:rPr>
                        <a:t>Cell State</a:t>
                      </a:r>
                    </a:p>
                  </a:txBody>
                  <a:tcPr marL="38100" marR="38100" marT="64480" marB="64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ctr">
                        <a:buNone/>
                      </a:pPr>
                      <a:r>
                        <a:rPr lang="en-US" sz="1600" b="0" dirty="0">
                          <a:effectLst/>
                          <a:latin typeface="Nunito" pitchFamily="2" charset="0"/>
                        </a:rPr>
                        <a:t>Yes it has cell state</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600" b="0" dirty="0">
                          <a:effectLst/>
                          <a:latin typeface="Nunito" pitchFamily="2" charset="0"/>
                        </a:rPr>
                        <a:t>No (Hidden state only)</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37830577"/>
                  </a:ext>
                </a:extLst>
              </a:tr>
              <a:tr h="405030">
                <a:tc>
                  <a:txBody>
                    <a:bodyPr/>
                    <a:lstStyle/>
                    <a:p>
                      <a:pPr algn="ctr" fontAlgn="base">
                        <a:buNone/>
                      </a:pPr>
                      <a:r>
                        <a:rPr lang="en-IN" sz="1600" b="1">
                          <a:effectLst/>
                          <a:latin typeface="Nunito" pitchFamily="2" charset="0"/>
                        </a:rPr>
                        <a:t>Training Speed</a:t>
                      </a:r>
                    </a:p>
                  </a:txBody>
                  <a:tcPr marL="38100" marR="38100" marT="64480" marB="64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ctr">
                        <a:buNone/>
                      </a:pPr>
                      <a:r>
                        <a:rPr lang="en-IN" sz="1600" b="0">
                          <a:effectLst/>
                          <a:latin typeface="Nunito" pitchFamily="2" charset="0"/>
                        </a:rPr>
                        <a:t>Slower due to complexity</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600" b="0">
                          <a:effectLst/>
                          <a:latin typeface="Nunito" pitchFamily="2" charset="0"/>
                        </a:rPr>
                        <a:t>Faster due to simpler architecture</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215171317"/>
                  </a:ext>
                </a:extLst>
              </a:tr>
              <a:tr h="679563">
                <a:tc>
                  <a:txBody>
                    <a:bodyPr/>
                    <a:lstStyle/>
                    <a:p>
                      <a:pPr algn="ctr" fontAlgn="base">
                        <a:buNone/>
                      </a:pPr>
                      <a:r>
                        <a:rPr lang="en-IN" sz="1600" b="1">
                          <a:effectLst/>
                          <a:latin typeface="Nunito" pitchFamily="2" charset="0"/>
                        </a:rPr>
                        <a:t>Computational Load</a:t>
                      </a:r>
                    </a:p>
                  </a:txBody>
                  <a:tcPr marL="38100" marR="38100" marT="64480" marB="64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ctr">
                        <a:buNone/>
                      </a:pPr>
                      <a:r>
                        <a:rPr lang="en-US" sz="1600" b="0">
                          <a:effectLst/>
                          <a:latin typeface="Nunito" pitchFamily="2" charset="0"/>
                        </a:rPr>
                        <a:t>Higher due to more gates and parameters</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600" b="0">
                          <a:effectLst/>
                          <a:latin typeface="Nunito" pitchFamily="2" charset="0"/>
                        </a:rPr>
                        <a:t>Lower due to fewer gates and parameters</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017926640"/>
                  </a:ext>
                </a:extLst>
              </a:tr>
              <a:tr h="596082">
                <a:tc>
                  <a:txBody>
                    <a:bodyPr/>
                    <a:lstStyle/>
                    <a:p>
                      <a:pPr algn="ctr" fontAlgn="base">
                        <a:buNone/>
                      </a:pPr>
                      <a:r>
                        <a:rPr lang="en-IN" sz="1600" b="1" dirty="0">
                          <a:effectLst/>
                          <a:latin typeface="Nunito" pitchFamily="2" charset="0"/>
                        </a:rPr>
                        <a:t>Performance</a:t>
                      </a:r>
                    </a:p>
                  </a:txBody>
                  <a:tcPr marL="38100" marR="38100" marT="64480" marB="64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ctr">
                        <a:buNone/>
                      </a:pPr>
                      <a:r>
                        <a:rPr lang="en-US" sz="1600" b="0">
                          <a:effectLst/>
                          <a:latin typeface="Nunito" pitchFamily="2" charset="0"/>
                        </a:rPr>
                        <a:t>Often better in tasks requiring long-term memory</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600" b="0" dirty="0">
                          <a:effectLst/>
                          <a:latin typeface="Nunito" pitchFamily="2" charset="0"/>
                        </a:rPr>
                        <a:t>Performs similarly in many tasks with less complexity</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329061541"/>
                  </a:ext>
                </a:extLst>
              </a:tr>
            </a:tbl>
          </a:graphicData>
        </a:graphic>
      </p:graphicFrame>
    </p:spTree>
    <p:extLst>
      <p:ext uri="{BB962C8B-B14F-4D97-AF65-F5344CB8AC3E}">
        <p14:creationId xmlns:p14="http://schemas.microsoft.com/office/powerpoint/2010/main" val="37083154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205DC-F98C-CA93-C344-BA889CB3AEC8}"/>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91BCB85E-F1C2-A890-E1C1-5CF260E8FD88}"/>
              </a:ext>
            </a:extLst>
          </p:cNvPr>
          <p:cNvSpPr>
            <a:spLocks noGrp="1"/>
          </p:cNvSpPr>
          <p:nvPr>
            <p:ph idx="1"/>
          </p:nvPr>
        </p:nvSpPr>
        <p:spPr>
          <a:xfrm>
            <a:off x="903890" y="1513490"/>
            <a:ext cx="10323227" cy="4612780"/>
          </a:xfrm>
        </p:spPr>
        <p:txBody>
          <a:bodyPr/>
          <a:lstStyle/>
          <a:p>
            <a:r>
              <a:rPr lang="en-US" b="1" dirty="0"/>
              <a:t>Working of GRU</a:t>
            </a:r>
          </a:p>
          <a:p>
            <a:r>
              <a:rPr lang="en-US" dirty="0"/>
              <a:t>At each time step:</a:t>
            </a:r>
          </a:p>
          <a:p>
            <a:r>
              <a:rPr lang="en-US" b="1" dirty="0"/>
              <a:t>Reset gate</a:t>
            </a:r>
            <a:r>
              <a:rPr lang="en-US" dirty="0"/>
              <a:t> removes irrelevant past information.</a:t>
            </a:r>
          </a:p>
          <a:p>
            <a:r>
              <a:rPr lang="en-US" b="1" dirty="0"/>
              <a:t>Candidate state</a:t>
            </a:r>
            <a:r>
              <a:rPr lang="en-US" dirty="0"/>
              <a:t> generates new memory.</a:t>
            </a:r>
          </a:p>
          <a:p>
            <a:r>
              <a:rPr lang="en-US" b="1" dirty="0"/>
              <a:t>Update gate</a:t>
            </a:r>
            <a:r>
              <a:rPr lang="en-US" dirty="0"/>
              <a:t> decides the final memory update.</a:t>
            </a:r>
          </a:p>
          <a:p>
            <a:r>
              <a:rPr lang="en-US" dirty="0"/>
              <a:t>Thus GRU </a:t>
            </a:r>
            <a:r>
              <a:rPr lang="en-US" b="1" dirty="0"/>
              <a:t>balances past and new information efficiently</a:t>
            </a:r>
            <a:r>
              <a:rPr lang="en-US" dirty="0"/>
              <a:t>.</a:t>
            </a:r>
          </a:p>
          <a:p>
            <a:endParaRPr lang="en-IN" dirty="0"/>
          </a:p>
        </p:txBody>
      </p:sp>
    </p:spTree>
    <p:extLst>
      <p:ext uri="{BB962C8B-B14F-4D97-AF65-F5344CB8AC3E}">
        <p14:creationId xmlns:p14="http://schemas.microsoft.com/office/powerpoint/2010/main" val="399237208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40658-3CD0-4BC6-9000-2BF5771C9C6B}"/>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CE7AC3-20CB-806C-859F-FBEADE5B06D6}"/>
                  </a:ext>
                </a:extLst>
              </p:cNvPr>
              <p:cNvSpPr>
                <a:spLocks noGrp="1"/>
              </p:cNvSpPr>
              <p:nvPr>
                <p:ph idx="1"/>
              </p:nvPr>
            </p:nvSpPr>
            <p:spPr/>
            <p:txBody>
              <a:bodyPr/>
              <a:lstStyle/>
              <a:p>
                <a:r>
                  <a:rPr lang="en-IN" b="1" dirty="0"/>
                  <a:t>GRU Algorithm </a:t>
                </a:r>
              </a:p>
              <a:p>
                <a:r>
                  <a:rPr lang="en-IN" dirty="0"/>
                  <a:t>Input sequence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oMath>
                </a14:m>
                <a:endParaRPr lang="ar-AE" dirty="0"/>
              </a:p>
              <a:p>
                <a:r>
                  <a:rPr lang="en-IN" dirty="0"/>
                  <a:t>Compute </a:t>
                </a:r>
                <a:r>
                  <a:rPr lang="en-IN" b="1" dirty="0"/>
                  <a:t>update gate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𝑡</m:t>
                        </m:r>
                      </m:sub>
                    </m:sSub>
                  </m:oMath>
                </a14:m>
                <a:endParaRPr lang="ar-AE" dirty="0"/>
              </a:p>
              <a:p>
                <a:r>
                  <a:rPr lang="en-IN" dirty="0"/>
                  <a:t>Compute </a:t>
                </a:r>
                <a:r>
                  <a:rPr lang="en-IN" b="1" dirty="0"/>
                  <a:t>reset gate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𝑟</m:t>
                        </m:r>
                      </m:e>
                      <m:sub>
                        <m:r>
                          <a:rPr lang="ar-AE" i="1">
                            <a:latin typeface="Cambria Math" panose="02040503050406030204" pitchFamily="18" charset="0"/>
                          </a:rPr>
                          <m:t>𝑡</m:t>
                        </m:r>
                      </m:sub>
                    </m:sSub>
                  </m:oMath>
                </a14:m>
                <a:endParaRPr lang="ar-AE" dirty="0"/>
              </a:p>
              <a:p>
                <a:r>
                  <a:rPr lang="en-IN" dirty="0"/>
                  <a:t>Generate </a:t>
                </a:r>
                <a:r>
                  <a:rPr lang="en-IN" b="1" dirty="0"/>
                  <a:t>candidate hidden state</a:t>
                </a:r>
                <a:endParaRPr lang="en-IN" dirty="0"/>
              </a:p>
              <a:p>
                <a:r>
                  <a:rPr lang="en-IN" dirty="0"/>
                  <a:t>Combine past and candidate memory</a:t>
                </a:r>
              </a:p>
              <a:p>
                <a:r>
                  <a:rPr lang="en-IN" dirty="0"/>
                  <a:t>Produce </a:t>
                </a:r>
                <a:r>
                  <a:rPr lang="en-IN" b="1" dirty="0"/>
                  <a:t>final hidden state</a:t>
                </a:r>
                <a:endParaRPr lang="en-IN" dirty="0"/>
              </a:p>
              <a:p>
                <a:endParaRPr lang="en-IN" dirty="0"/>
              </a:p>
            </p:txBody>
          </p:sp>
        </mc:Choice>
        <mc:Fallback xmlns="">
          <p:sp>
            <p:nvSpPr>
              <p:cNvPr id="3" name="Content Placeholder 2">
                <a:extLst>
                  <a:ext uri="{FF2B5EF4-FFF2-40B4-BE49-F238E27FC236}">
                    <a16:creationId xmlns:a16="http://schemas.microsoft.com/office/drawing/2014/main" id="{D9CE7AC3-20CB-806C-859F-FBEADE5B06D6}"/>
                  </a:ext>
                </a:extLst>
              </p:cNvPr>
              <p:cNvSpPr>
                <a:spLocks noGrp="1" noRot="1" noChangeAspect="1" noMove="1" noResize="1" noEditPoints="1" noAdjustHandles="1" noChangeArrowheads="1" noChangeShapeType="1" noTextEdit="1"/>
              </p:cNvSpPr>
              <p:nvPr>
                <p:ph idx="1"/>
              </p:nvPr>
            </p:nvSpPr>
            <p:spPr>
              <a:blipFill>
                <a:blip r:embed="rId2"/>
                <a:stretch>
                  <a:fillRect l="-1758" t="-2023"/>
                </a:stretch>
              </a:blipFill>
            </p:spPr>
            <p:txBody>
              <a:bodyPr/>
              <a:lstStyle/>
              <a:p>
                <a:r>
                  <a:rPr lang="en-IN">
                    <a:noFill/>
                  </a:rPr>
                  <a:t> </a:t>
                </a:r>
              </a:p>
            </p:txBody>
          </p:sp>
        </mc:Fallback>
      </mc:AlternateContent>
    </p:spTree>
    <p:extLst>
      <p:ext uri="{BB962C8B-B14F-4D97-AF65-F5344CB8AC3E}">
        <p14:creationId xmlns:p14="http://schemas.microsoft.com/office/powerpoint/2010/main" val="12528883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38BBA-F78A-B2E2-1D1A-6967C00CE9C6}"/>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C9DB9E-0BD7-FE7E-BA8E-6C88CD5EC211}"/>
                  </a:ext>
                </a:extLst>
              </p:cNvPr>
              <p:cNvSpPr>
                <a:spLocks noGrp="1"/>
              </p:cNvSpPr>
              <p:nvPr>
                <p:ph idx="1"/>
              </p:nvPr>
            </p:nvSpPr>
            <p:spPr>
              <a:xfrm>
                <a:off x="1025842" y="1513490"/>
                <a:ext cx="10201275" cy="4612780"/>
              </a:xfrm>
            </p:spPr>
            <p:txBody>
              <a:bodyPr>
                <a:normAutofit fontScale="92500" lnSpcReduction="20000"/>
              </a:bodyPr>
              <a:lstStyle/>
              <a:p>
                <a:pPr>
                  <a:lnSpc>
                    <a:spcPct val="100000"/>
                  </a:lnSpc>
                  <a:spcBef>
                    <a:spcPts val="0"/>
                  </a:spcBef>
                  <a:spcAft>
                    <a:spcPts val="0"/>
                  </a:spcAft>
                </a:pPr>
                <a:r>
                  <a:rPr lang="en-IN" b="1" dirty="0"/>
                  <a:t>Given</a:t>
                </a:r>
              </a:p>
              <a:p>
                <a:pPr>
                  <a:lnSpc>
                    <a:spcPct val="100000"/>
                  </a:lnSpc>
                  <a:spcBef>
                    <a:spcPts val="0"/>
                  </a:spcBef>
                  <a:spcAft>
                    <a:spcPts val="0"/>
                  </a:spcAft>
                </a:pPr>
                <a:r>
                  <a:rPr lang="en-IN" dirty="0"/>
                  <a:t>Input</a:t>
                </a:r>
              </a:p>
              <a:p>
                <a:pPr>
                  <a:lnSpc>
                    <a:spcPct val="10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m:t>
                    </m:r>
                  </m:oMath>
                </a14:m>
                <a:endParaRPr lang="ar-AE" dirty="0"/>
              </a:p>
              <a:p>
                <a:pPr>
                  <a:lnSpc>
                    <a:spcPct val="100000"/>
                  </a:lnSpc>
                  <a:spcBef>
                    <a:spcPts val="0"/>
                  </a:spcBef>
                  <a:spcAft>
                    <a:spcPts val="0"/>
                  </a:spcAft>
                </a:pPr>
                <a:r>
                  <a:rPr lang="en-IN" b="1" dirty="0"/>
                  <a:t>Previous hidden state</a:t>
                </a:r>
              </a:p>
              <a:p>
                <a:pPr>
                  <a:lnSpc>
                    <a:spcPct val="10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oMath>
                </a14:m>
                <a:endParaRPr lang="ar-AE" dirty="0"/>
              </a:p>
              <a:p>
                <a:pPr>
                  <a:lnSpc>
                    <a:spcPct val="100000"/>
                  </a:lnSpc>
                  <a:spcBef>
                    <a:spcPts val="0"/>
                  </a:spcBef>
                  <a:spcAft>
                    <a:spcPts val="0"/>
                  </a:spcAft>
                </a:pPr>
                <a:r>
                  <a:rPr lang="en-IN" dirty="0"/>
                  <a:t>Weights</a:t>
                </a:r>
              </a:p>
              <a:p>
                <a:r>
                  <a:rPr lang="en-IN" dirty="0"/>
                  <a:t>Biases = 0</a:t>
                </a:r>
              </a:p>
              <a:p>
                <a:r>
                  <a:rPr lang="en-IN" b="1" dirty="0"/>
                  <a:t>Activation functions</a:t>
                </a:r>
              </a:p>
              <a:p>
                <a:r>
                  <a:rPr lang="en-IN" dirty="0"/>
                  <a:t>Sigmoid</a:t>
                </a:r>
              </a:p>
              <a:p>
                <a14:m>
                  <m:oMath xmlns:m="http://schemas.openxmlformats.org/officeDocument/2006/math">
                    <m:r>
                      <a:rPr lang="en-IN" i="1">
                        <a:latin typeface="Cambria Math" panose="02040503050406030204" pitchFamily="18" charset="0"/>
                      </a:rPr>
                      <m:t>𝜎</m:t>
                    </m:r>
                    <m:d>
                      <m:dPr>
                        <m:ctrlPr>
                          <a:rPr lang="ar-AE" i="1">
                            <a:latin typeface="Cambria Math" panose="02040503050406030204" pitchFamily="18" charset="0"/>
                          </a:rPr>
                        </m:ctrlPr>
                      </m:dPr>
                      <m:e>
                        <m:r>
                          <a:rPr lang="ar-AE" i="1">
                            <a:latin typeface="Cambria Math" panose="02040503050406030204" pitchFamily="18" charset="0"/>
                          </a:rPr>
                          <m:t>𝑥</m:t>
                        </m:r>
                      </m:e>
                    </m:d>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1</m:t>
                        </m:r>
                        <m:r>
                          <a:rPr lang="ar-AE">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𝑒</m:t>
                            </m:r>
                          </m:e>
                          <m:sup>
                            <m:r>
                              <a:rPr lang="ar-AE">
                                <a:latin typeface="Cambria Math" panose="02040503050406030204" pitchFamily="18" charset="0"/>
                              </a:rPr>
                              <m:t>−</m:t>
                            </m:r>
                            <m:r>
                              <a:rPr lang="ar-AE" i="1">
                                <a:latin typeface="Cambria Math" panose="02040503050406030204" pitchFamily="18" charset="0"/>
                              </a:rPr>
                              <m:t>𝑥</m:t>
                            </m:r>
                          </m:sup>
                        </m:sSup>
                      </m:den>
                    </m:f>
                  </m:oMath>
                </a14:m>
                <a:endParaRPr lang="ar-AE" dirty="0"/>
              </a:p>
              <a:p>
                <a:r>
                  <a:rPr lang="en-IN" dirty="0"/>
                  <a:t>Tanh</a:t>
                </a:r>
              </a:p>
              <a:p>
                <a14:m>
                  <m:oMath xmlns:m="http://schemas.openxmlformats.org/officeDocument/2006/math">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r>
                          <a:rPr lang="ar-AE" i="1">
                            <a:latin typeface="Cambria Math" panose="02040503050406030204" pitchFamily="18" charset="0"/>
                          </a:rPr>
                          <m:t>𝑥</m:t>
                        </m:r>
                      </m:e>
                    </m:d>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1FC9DB9E-0BD7-FE7E-BA8E-6C88CD5EC211}"/>
                  </a:ext>
                </a:extLst>
              </p:cNvPr>
              <p:cNvSpPr>
                <a:spLocks noGrp="1" noRot="1" noChangeAspect="1" noMove="1" noResize="1" noEditPoints="1" noAdjustHandles="1" noChangeArrowheads="1" noChangeShapeType="1" noTextEdit="1"/>
              </p:cNvSpPr>
              <p:nvPr>
                <p:ph idx="1"/>
              </p:nvPr>
            </p:nvSpPr>
            <p:spPr>
              <a:xfrm>
                <a:off x="1025842" y="1513490"/>
                <a:ext cx="10201275" cy="4612780"/>
              </a:xfrm>
              <a:blipFill>
                <a:blip r:embed="rId2"/>
                <a:stretch>
                  <a:fillRect l="-1553" t="-2114" b="-925"/>
                </a:stretch>
              </a:blipFill>
            </p:spPr>
            <p:txBody>
              <a:bodyPr/>
              <a:lstStyle/>
              <a:p>
                <a:r>
                  <a:rPr lang="en-IN">
                    <a:noFill/>
                  </a:rPr>
                  <a:t> </a:t>
                </a:r>
              </a:p>
            </p:txBody>
          </p:sp>
        </mc:Fallback>
      </mc:AlternateContent>
      <p:graphicFrame>
        <p:nvGraphicFramePr>
          <p:cNvPr id="4" name="Table 3">
            <a:extLst>
              <a:ext uri="{FF2B5EF4-FFF2-40B4-BE49-F238E27FC236}">
                <a16:creationId xmlns:a16="http://schemas.microsoft.com/office/drawing/2014/main" id="{D2F533C2-43C5-1CEF-7A08-80BA4ADBF02D}"/>
              </a:ext>
            </a:extLst>
          </p:cNvPr>
          <p:cNvGraphicFramePr>
            <a:graphicFrameLocks noGrp="1"/>
          </p:cNvGraphicFramePr>
          <p:nvPr>
            <p:extLst>
              <p:ext uri="{D42A27DB-BD31-4B8C-83A1-F6EECF244321}">
                <p14:modId xmlns:p14="http://schemas.microsoft.com/office/powerpoint/2010/main" val="2648126745"/>
              </p:ext>
            </p:extLst>
          </p:nvPr>
        </p:nvGraphicFramePr>
        <p:xfrm>
          <a:off x="5686097" y="2041437"/>
          <a:ext cx="5206508" cy="2560320"/>
        </p:xfrm>
        <a:graphic>
          <a:graphicData uri="http://schemas.openxmlformats.org/drawingml/2006/table">
            <a:tbl>
              <a:tblPr/>
              <a:tblGrid>
                <a:gridCol w="2603254">
                  <a:extLst>
                    <a:ext uri="{9D8B030D-6E8A-4147-A177-3AD203B41FA5}">
                      <a16:colId xmlns:a16="http://schemas.microsoft.com/office/drawing/2014/main" val="2305099129"/>
                    </a:ext>
                  </a:extLst>
                </a:gridCol>
                <a:gridCol w="2603254">
                  <a:extLst>
                    <a:ext uri="{9D8B030D-6E8A-4147-A177-3AD203B41FA5}">
                      <a16:colId xmlns:a16="http://schemas.microsoft.com/office/drawing/2014/main" val="3331937582"/>
                    </a:ext>
                  </a:extLst>
                </a:gridCol>
              </a:tblGrid>
              <a:tr h="346494">
                <a:tc>
                  <a:txBody>
                    <a:bodyPr/>
                    <a:lstStyle/>
                    <a:p>
                      <a:pPr>
                        <a:buNone/>
                      </a:pPr>
                      <a:r>
                        <a:rPr lang="en-IN"/>
                        <a:t>Parameter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5592826"/>
                  </a:ext>
                </a:extLst>
              </a:tr>
              <a:tr h="346494">
                <a:tc>
                  <a:txBody>
                    <a:bodyPr/>
                    <a:lstStyle/>
                    <a:p>
                      <a:pPr>
                        <a:buNone/>
                      </a:pPr>
                      <a:r>
                        <a:rPr lang="en-IN"/>
                        <a:t>(W_z)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67172624"/>
                  </a:ext>
                </a:extLst>
              </a:tr>
              <a:tr h="346494">
                <a:tc>
                  <a:txBody>
                    <a:bodyPr/>
                    <a:lstStyle/>
                    <a:p>
                      <a:pPr>
                        <a:buNone/>
                      </a:pPr>
                      <a:r>
                        <a:rPr lang="en-IN"/>
                        <a:t>(U_z)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5910849"/>
                  </a:ext>
                </a:extLst>
              </a:tr>
              <a:tr h="346494">
                <a:tc>
                  <a:txBody>
                    <a:bodyPr/>
                    <a:lstStyle/>
                    <a:p>
                      <a:pPr>
                        <a:buNone/>
                      </a:pPr>
                      <a:r>
                        <a:rPr lang="en-IN"/>
                        <a:t>(W_r)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4665869"/>
                  </a:ext>
                </a:extLst>
              </a:tr>
              <a:tr h="346494">
                <a:tc>
                  <a:txBody>
                    <a:bodyPr/>
                    <a:lstStyle/>
                    <a:p>
                      <a:pPr>
                        <a:buNone/>
                      </a:pPr>
                      <a:r>
                        <a:rPr lang="en-IN"/>
                        <a:t>(U_r)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2619481"/>
                  </a:ext>
                </a:extLst>
              </a:tr>
              <a:tr h="346494">
                <a:tc>
                  <a:txBody>
                    <a:bodyPr/>
                    <a:lstStyle/>
                    <a:p>
                      <a:pPr>
                        <a:buNone/>
                      </a:pPr>
                      <a:r>
                        <a:rPr lang="en-IN"/>
                        <a:t>(W_h)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1041307"/>
                  </a:ext>
                </a:extLst>
              </a:tr>
              <a:tr h="346494">
                <a:tc>
                  <a:txBody>
                    <a:bodyPr/>
                    <a:lstStyle/>
                    <a:p>
                      <a:pPr>
                        <a:buNone/>
                      </a:pPr>
                      <a:r>
                        <a:rPr lang="en-IN"/>
                        <a:t>(U_h)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418511"/>
                  </a:ext>
                </a:extLst>
              </a:tr>
            </a:tbl>
          </a:graphicData>
        </a:graphic>
      </p:graphicFrame>
    </p:spTree>
    <p:extLst>
      <p:ext uri="{BB962C8B-B14F-4D97-AF65-F5344CB8AC3E}">
        <p14:creationId xmlns:p14="http://schemas.microsoft.com/office/powerpoint/2010/main" val="284920005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B6517-ACA9-6053-035D-94B7985A05DE}"/>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E9A8A3-A216-B773-ECB5-DD6F2B85B356}"/>
                  </a:ext>
                </a:extLst>
              </p:cNvPr>
              <p:cNvSpPr>
                <a:spLocks noGrp="1"/>
              </p:cNvSpPr>
              <p:nvPr>
                <p:ph idx="1"/>
              </p:nvPr>
            </p:nvSpPr>
            <p:spPr>
              <a:xfrm>
                <a:off x="924910" y="1408386"/>
                <a:ext cx="10302207" cy="4717884"/>
              </a:xfrm>
            </p:spPr>
            <p:txBody>
              <a:bodyPr>
                <a:normAutofit fontScale="92500" lnSpcReduction="10000"/>
              </a:bodyPr>
              <a:lstStyle/>
              <a:p>
                <a:r>
                  <a:rPr lang="en-IN" b="1" dirty="0"/>
                  <a:t>Step 1: Update Gate</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d>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30</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12</m:t>
                        </m:r>
                      </m:e>
                    </m:d>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42</m:t>
                        </m:r>
                      </m:e>
                    </m:d>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𝑡</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603</m:t>
                    </m:r>
                  </m:oMath>
                </a14:m>
                <a:endParaRPr lang="ar-AE" dirty="0"/>
              </a:p>
              <a:p>
                <a:r>
                  <a:rPr lang="en-IN" b="1" dirty="0"/>
                  <a:t>Step 2: Reset Gate</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𝑟</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d>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𝑟</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24</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08</m:t>
                        </m:r>
                      </m:e>
                    </m:d>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𝑟</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32</m:t>
                        </m:r>
                      </m:e>
                    </m:d>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𝑟</m:t>
                        </m:r>
                      </m:e>
                      <m:sub>
                        <m:r>
                          <a:rPr lang="ar-AE" i="1">
                            <a:latin typeface="Cambria Math" panose="02040503050406030204" pitchFamily="18" charset="0"/>
                          </a:rPr>
                          <m:t>𝑡</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579</m:t>
                    </m:r>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7CE9A8A3-A216-B773-ECB5-DD6F2B85B356}"/>
                  </a:ext>
                </a:extLst>
              </p:cNvPr>
              <p:cNvSpPr>
                <a:spLocks noGrp="1" noRot="1" noChangeAspect="1" noMove="1" noResize="1" noEditPoints="1" noAdjustHandles="1" noChangeArrowheads="1" noChangeShapeType="1" noTextEdit="1"/>
              </p:cNvSpPr>
              <p:nvPr>
                <p:ph idx="1"/>
              </p:nvPr>
            </p:nvSpPr>
            <p:spPr>
              <a:xfrm>
                <a:off x="924910" y="1408386"/>
                <a:ext cx="10302207" cy="4717884"/>
              </a:xfrm>
              <a:blipFill>
                <a:blip r:embed="rId2"/>
                <a:stretch>
                  <a:fillRect l="-1598" t="-2196" b="-775"/>
                </a:stretch>
              </a:blipFill>
            </p:spPr>
            <p:txBody>
              <a:bodyPr/>
              <a:lstStyle/>
              <a:p>
                <a:r>
                  <a:rPr lang="en-IN">
                    <a:noFill/>
                  </a:rPr>
                  <a:t> </a:t>
                </a:r>
              </a:p>
            </p:txBody>
          </p:sp>
        </mc:Fallback>
      </mc:AlternateContent>
    </p:spTree>
    <p:extLst>
      <p:ext uri="{BB962C8B-B14F-4D97-AF65-F5344CB8AC3E}">
        <p14:creationId xmlns:p14="http://schemas.microsoft.com/office/powerpoint/2010/main" val="9604542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B29CC-C4D0-2025-6048-7D7B19D86F36}"/>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C3572E-E92B-84EB-9D91-3691B6037F06}"/>
                  </a:ext>
                </a:extLst>
              </p:cNvPr>
              <p:cNvSpPr>
                <a:spLocks noGrp="1"/>
              </p:cNvSpPr>
              <p:nvPr>
                <p:ph idx="1"/>
              </p:nvPr>
            </p:nvSpPr>
            <p:spPr>
              <a:xfrm>
                <a:off x="515007" y="1545021"/>
                <a:ext cx="5055476" cy="4603531"/>
              </a:xfrm>
            </p:spPr>
            <p:txBody>
              <a:bodyPr>
                <a:normAutofit/>
              </a:bodyPr>
              <a:lstStyle/>
              <a:p>
                <a:pPr>
                  <a:lnSpc>
                    <a:spcPct val="120000"/>
                  </a:lnSpc>
                  <a:spcBef>
                    <a:spcPts val="0"/>
                  </a:spcBef>
                  <a:spcAft>
                    <a:spcPts val="0"/>
                  </a:spcAft>
                </a:pPr>
                <a:r>
                  <a:rPr lang="en-IN" b="1" dirty="0"/>
                  <a:t>Step 3: Candidate Hidden State</a:t>
                </a:r>
              </a:p>
              <a:p>
                <a:pPr>
                  <a:lnSpc>
                    <a:spcPct val="120000"/>
                  </a:lnSpc>
                  <a:spcBef>
                    <a:spcPts val="0"/>
                  </a:spcBef>
                  <a:spcAft>
                    <a:spcPts val="0"/>
                  </a:spcAft>
                </a:pPr>
                <a:r>
                  <a:rPr lang="en-IN" dirty="0"/>
                  <a:t>First compute </a:t>
                </a:r>
                <a14:m>
                  <m:oMath xmlns:m="http://schemas.openxmlformats.org/officeDocument/2006/math">
                    <m:r>
                      <a:rPr lang="en-US" b="0" i="0" smtClean="0">
                        <a:latin typeface="Cambria Math" panose="02040503050406030204" pitchFamily="18" charset="0"/>
                      </a:rPr>
                      <m:t> </m:t>
                    </m:r>
                    <m:sSub>
                      <m:sSubPr>
                        <m:ctrlPr>
                          <a:rPr lang="ar-AE" i="1">
                            <a:latin typeface="Cambria Math" panose="02040503050406030204" pitchFamily="18" charset="0"/>
                          </a:rPr>
                        </m:ctrlPr>
                      </m:sSubPr>
                      <m:e>
                        <m:r>
                          <a:rPr lang="ar-AE" i="1">
                            <a:latin typeface="Cambria Math" panose="02040503050406030204" pitchFamily="18" charset="0"/>
                          </a:rPr>
                          <m:t>𝑟</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579</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2316</m:t>
                    </m:r>
                  </m:oMath>
                </a14:m>
                <a:endParaRPr lang="ar-AE" dirty="0"/>
              </a:p>
              <a:p>
                <a:pPr>
                  <a:lnSpc>
                    <a:spcPct val="120000"/>
                  </a:lnSpc>
                  <a:spcBef>
                    <a:spcPts val="0"/>
                  </a:spcBef>
                  <a:spcAft>
                    <a:spcPts val="0"/>
                  </a:spcAft>
                </a:pPr>
                <a:r>
                  <a:rPr lang="en-IN" dirty="0"/>
                  <a:t>Now compute candidate state</a:t>
                </a:r>
              </a:p>
              <a:p>
                <a:pPr>
                  <a:lnSpc>
                    <a:spcPct val="120000"/>
                  </a:lnSpc>
                  <a:spcBef>
                    <a:spcPts val="0"/>
                  </a:spcBef>
                  <a:spcAft>
                    <a:spcPts val="0"/>
                  </a:spcAft>
                </a:pPr>
                <a14:m>
                  <m:oMath xmlns:m="http://schemas.openxmlformats.org/officeDocument/2006/math">
                    <m:acc>
                      <m:accPr>
                        <m:chr m:val="̃"/>
                        <m:ctrlPr>
                          <a:rPr lang="ar-AE" i="1">
                            <a:latin typeface="Cambria Math" panose="02040503050406030204" pitchFamily="18" charset="0"/>
                          </a:rPr>
                        </m:ctrlPr>
                      </m:accPr>
                      <m:e>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e>
                    </m:acc>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2316</m:t>
                        </m:r>
                      </m:e>
                    </m:d>
                  </m:oMath>
                </a14:m>
                <a:endParaRPr lang="ar-AE" dirty="0"/>
              </a:p>
              <a:p>
                <a:pPr>
                  <a:lnSpc>
                    <a:spcPct val="120000"/>
                  </a:lnSpc>
                  <a:spcBef>
                    <a:spcPts val="0"/>
                  </a:spcBef>
                  <a:spcAft>
                    <a:spcPts val="0"/>
                  </a:spcAft>
                </a:pPr>
                <a14:m>
                  <m:oMath xmlns:m="http://schemas.openxmlformats.org/officeDocument/2006/math">
                    <m:acc>
                      <m:accPr>
                        <m:chr m:val="̃"/>
                        <m:ctrlPr>
                          <a:rPr lang="ar-AE" i="1">
                            <a:latin typeface="Cambria Math" panose="02040503050406030204" pitchFamily="18" charset="0"/>
                          </a:rPr>
                        </m:ctrlPr>
                      </m:accPr>
                      <m:e>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e>
                    </m:acc>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36</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162</m:t>
                        </m:r>
                      </m:e>
                    </m:d>
                  </m:oMath>
                </a14:m>
                <a:endParaRPr lang="ar-AE" dirty="0"/>
              </a:p>
              <a:p>
                <a:pPr>
                  <a:lnSpc>
                    <a:spcPct val="120000"/>
                  </a:lnSpc>
                  <a:spcBef>
                    <a:spcPts val="0"/>
                  </a:spcBef>
                  <a:spcAft>
                    <a:spcPts val="0"/>
                  </a:spcAft>
                </a:pPr>
                <a14:m>
                  <m:oMath xmlns:m="http://schemas.openxmlformats.org/officeDocument/2006/math">
                    <m:acc>
                      <m:accPr>
                        <m:chr m:val="̃"/>
                        <m:ctrlPr>
                          <a:rPr lang="ar-AE" i="1">
                            <a:latin typeface="Cambria Math" panose="02040503050406030204" pitchFamily="18" charset="0"/>
                          </a:rPr>
                        </m:ctrlPr>
                      </m:accPr>
                      <m:e>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e>
                    </m:acc>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522</m:t>
                        </m:r>
                      </m:e>
                    </m:d>
                  </m:oMath>
                </a14:m>
                <a:endParaRPr lang="ar-AE" dirty="0"/>
              </a:p>
              <a:p>
                <a:pPr>
                  <a:lnSpc>
                    <a:spcPct val="120000"/>
                  </a:lnSpc>
                  <a:spcBef>
                    <a:spcPts val="0"/>
                  </a:spcBef>
                  <a:spcAft>
                    <a:spcPts val="0"/>
                  </a:spcAft>
                </a:pPr>
                <a14:m>
                  <m:oMath xmlns:m="http://schemas.openxmlformats.org/officeDocument/2006/math">
                    <m:acc>
                      <m:accPr>
                        <m:chr m:val="̃"/>
                        <m:ctrlPr>
                          <a:rPr lang="ar-AE" i="1">
                            <a:latin typeface="Cambria Math" panose="02040503050406030204" pitchFamily="18" charset="0"/>
                          </a:rPr>
                        </m:ctrlPr>
                      </m:accPr>
                      <m:e>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e>
                    </m:acc>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479</m:t>
                    </m:r>
                  </m:oMath>
                </a14:m>
                <a:endParaRPr lang="en-IN" dirty="0"/>
              </a:p>
            </p:txBody>
          </p:sp>
        </mc:Choice>
        <mc:Fallback xmlns="">
          <p:sp>
            <p:nvSpPr>
              <p:cNvPr id="3" name="Content Placeholder 2">
                <a:extLst>
                  <a:ext uri="{FF2B5EF4-FFF2-40B4-BE49-F238E27FC236}">
                    <a16:creationId xmlns:a16="http://schemas.microsoft.com/office/drawing/2014/main" id="{12C3572E-E92B-84EB-9D91-3691B6037F06}"/>
                  </a:ext>
                </a:extLst>
              </p:cNvPr>
              <p:cNvSpPr>
                <a:spLocks noGrp="1" noRot="1" noChangeAspect="1" noMove="1" noResize="1" noEditPoints="1" noAdjustHandles="1" noChangeArrowheads="1" noChangeShapeType="1" noTextEdit="1"/>
              </p:cNvSpPr>
              <p:nvPr>
                <p:ph idx="1"/>
              </p:nvPr>
            </p:nvSpPr>
            <p:spPr>
              <a:xfrm>
                <a:off x="515007" y="1545021"/>
                <a:ext cx="5055476" cy="4603531"/>
              </a:xfrm>
              <a:blipFill>
                <a:blip r:embed="rId2"/>
                <a:stretch>
                  <a:fillRect l="-3373" t="-13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658060A7-575F-ACC0-0EC4-E0227CF0D539}"/>
                  </a:ext>
                </a:extLst>
              </p:cNvPr>
              <p:cNvSpPr txBox="1">
                <a:spLocks/>
              </p:cNvSpPr>
              <p:nvPr/>
            </p:nvSpPr>
            <p:spPr>
              <a:xfrm>
                <a:off x="6716111" y="1819328"/>
                <a:ext cx="4876800" cy="4217604"/>
              </a:xfrm>
              <a:prstGeom prst="rect">
                <a:avLst/>
              </a:prstGeom>
            </p:spPr>
            <p:txBody>
              <a:bodyPr vert="horz" lIns="0" tIns="45720" rIns="0" bIns="45720" rtlCol="0">
                <a:normAutofit/>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20000"/>
                  </a:lnSpc>
                  <a:spcBef>
                    <a:spcPts val="0"/>
                  </a:spcBef>
                  <a:spcAft>
                    <a:spcPts val="0"/>
                  </a:spcAft>
                </a:pPr>
                <a:r>
                  <a:rPr lang="en-IN" b="1" dirty="0"/>
                  <a:t>Step 4: Final Hidden State</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𝑡</m:t>
                            </m:r>
                          </m:sub>
                        </m:sSub>
                      </m:e>
                    </m:d>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𝑡</m:t>
                        </m:r>
                      </m:sub>
                    </m:sSub>
                    <m:acc>
                      <m:accPr>
                        <m:chr m:val="̃"/>
                        <m:ctrlPr>
                          <a:rPr lang="ar-AE" i="1">
                            <a:latin typeface="Cambria Math" panose="02040503050406030204" pitchFamily="18" charset="0"/>
                          </a:rPr>
                        </m:ctrlPr>
                      </m:accPr>
                      <m:e>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e>
                    </m:acc>
                  </m:oMath>
                </a14:m>
                <a:endParaRPr lang="ar-AE" dirty="0"/>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603</m:t>
                        </m:r>
                      </m:e>
                    </m:d>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603</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479</m:t>
                        </m:r>
                      </m:e>
                    </m:d>
                  </m:oMath>
                </a14:m>
                <a:endParaRPr lang="ar-AE" dirty="0"/>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397</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603</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479</m:t>
                    </m:r>
                  </m:oMath>
                </a14:m>
                <a:endParaRPr lang="ar-AE" dirty="0"/>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1588</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289</m:t>
                    </m:r>
                  </m:oMath>
                </a14:m>
                <a:endParaRPr lang="ar-AE" dirty="0"/>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448</m:t>
                    </m:r>
                  </m:oMath>
                </a14:m>
                <a:endParaRPr lang="ar-AE" dirty="0"/>
              </a:p>
              <a:p>
                <a:pPr>
                  <a:lnSpc>
                    <a:spcPct val="120000"/>
                  </a:lnSpc>
                  <a:spcBef>
                    <a:spcPts val="0"/>
                  </a:spcBef>
                  <a:spcAft>
                    <a:spcPts val="0"/>
                  </a:spcAft>
                </a:pPr>
                <a:endParaRPr lang="en-IN" dirty="0"/>
              </a:p>
            </p:txBody>
          </p:sp>
        </mc:Choice>
        <mc:Fallback xmlns="">
          <p:sp>
            <p:nvSpPr>
              <p:cNvPr id="4" name="Content Placeholder 2">
                <a:extLst>
                  <a:ext uri="{FF2B5EF4-FFF2-40B4-BE49-F238E27FC236}">
                    <a16:creationId xmlns:a16="http://schemas.microsoft.com/office/drawing/2014/main" id="{658060A7-575F-ACC0-0EC4-E0227CF0D539}"/>
                  </a:ext>
                </a:extLst>
              </p:cNvPr>
              <p:cNvSpPr txBox="1">
                <a:spLocks noRot="1" noChangeAspect="1" noMove="1" noResize="1" noEditPoints="1" noAdjustHandles="1" noChangeArrowheads="1" noChangeShapeType="1" noTextEdit="1"/>
              </p:cNvSpPr>
              <p:nvPr/>
            </p:nvSpPr>
            <p:spPr>
              <a:xfrm>
                <a:off x="6716111" y="1819328"/>
                <a:ext cx="4876800" cy="4217604"/>
              </a:xfrm>
              <a:prstGeom prst="rect">
                <a:avLst/>
              </a:prstGeom>
              <a:blipFill>
                <a:blip r:embed="rId3"/>
                <a:stretch>
                  <a:fillRect l="-3625" t="-145"/>
                </a:stretch>
              </a:blipFill>
            </p:spPr>
            <p:txBody>
              <a:bodyPr/>
              <a:lstStyle/>
              <a:p>
                <a:r>
                  <a:rPr lang="en-IN">
                    <a:noFill/>
                  </a:rPr>
                  <a:t> </a:t>
                </a:r>
              </a:p>
            </p:txBody>
          </p:sp>
        </mc:Fallback>
      </mc:AlternateContent>
    </p:spTree>
    <p:extLst>
      <p:ext uri="{BB962C8B-B14F-4D97-AF65-F5344CB8AC3E}">
        <p14:creationId xmlns:p14="http://schemas.microsoft.com/office/powerpoint/2010/main" val="57926705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E03EC-673B-27B6-F14D-F936CD5D491A}"/>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BD099F0F-F122-90B8-2167-0FA960FF8BC6}"/>
              </a:ext>
            </a:extLst>
          </p:cNvPr>
          <p:cNvSpPr>
            <a:spLocks noGrp="1"/>
          </p:cNvSpPr>
          <p:nvPr>
            <p:ph idx="1"/>
          </p:nvPr>
        </p:nvSpPr>
        <p:spPr/>
        <p:txBody>
          <a:bodyPr/>
          <a:lstStyle/>
          <a:p>
            <a:r>
              <a:rPr lang="en-US" b="1" dirty="0"/>
              <a:t>Interpretation</a:t>
            </a:r>
          </a:p>
          <a:p>
            <a:r>
              <a:rPr lang="en-US" b="1" dirty="0"/>
              <a:t>Reset gate</a:t>
            </a:r>
            <a:r>
              <a:rPr lang="en-US" dirty="0"/>
              <a:t> decides how much past memory is used.</a:t>
            </a:r>
          </a:p>
          <a:p>
            <a:r>
              <a:rPr lang="en-US" b="1" dirty="0"/>
              <a:t>Update gate</a:t>
            </a:r>
            <a:r>
              <a:rPr lang="en-US" dirty="0"/>
              <a:t> balances old memory and new information.</a:t>
            </a:r>
          </a:p>
          <a:p>
            <a:r>
              <a:rPr lang="en-US" dirty="0"/>
              <a:t>Final hidden state </a:t>
            </a:r>
            <a:r>
              <a:rPr lang="en-US" b="1" dirty="0"/>
              <a:t>0.448</a:t>
            </a:r>
            <a:r>
              <a:rPr lang="en-US" dirty="0"/>
              <a:t> becomes input for the next time step.</a:t>
            </a:r>
          </a:p>
          <a:p>
            <a:endParaRPr lang="en-IN" dirty="0"/>
          </a:p>
        </p:txBody>
      </p:sp>
    </p:spTree>
    <p:extLst>
      <p:ext uri="{BB962C8B-B14F-4D97-AF65-F5344CB8AC3E}">
        <p14:creationId xmlns:p14="http://schemas.microsoft.com/office/powerpoint/2010/main" val="13783930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F1941-AB9E-7F6E-2544-FF257803B4BF}"/>
              </a:ext>
            </a:extLst>
          </p:cNvPr>
          <p:cNvSpPr>
            <a:spLocks noGrp="1"/>
          </p:cNvSpPr>
          <p:nvPr>
            <p:ph type="title"/>
          </p:nvPr>
        </p:nvSpPr>
        <p:spPr/>
        <p:txBody>
          <a:bodyPr>
            <a:normAutofit fontScale="90000"/>
          </a:bodyPr>
          <a:lstStyle/>
          <a:p>
            <a:r>
              <a:rPr lang="en-US" dirty="0"/>
              <a:t>Other Gated RNNS</a:t>
            </a:r>
            <a:endParaRPr lang="en-IN" dirty="0"/>
          </a:p>
        </p:txBody>
      </p:sp>
      <p:sp>
        <p:nvSpPr>
          <p:cNvPr id="3" name="Content Placeholder 2">
            <a:extLst>
              <a:ext uri="{FF2B5EF4-FFF2-40B4-BE49-F238E27FC236}">
                <a16:creationId xmlns:a16="http://schemas.microsoft.com/office/drawing/2014/main" id="{71F4B566-E354-CDDC-1AA5-4FD11DA9D753}"/>
              </a:ext>
            </a:extLst>
          </p:cNvPr>
          <p:cNvSpPr>
            <a:spLocks noGrp="1"/>
          </p:cNvSpPr>
          <p:nvPr>
            <p:ph idx="1"/>
          </p:nvPr>
        </p:nvSpPr>
        <p:spPr>
          <a:xfrm>
            <a:off x="1168717" y="1534510"/>
            <a:ext cx="10058400" cy="4591760"/>
          </a:xfrm>
        </p:spPr>
        <p:txBody>
          <a:bodyPr/>
          <a:lstStyle/>
          <a:p>
            <a:r>
              <a:rPr lang="en-IN" dirty="0"/>
              <a:t>Peephole LSTM</a:t>
            </a:r>
          </a:p>
          <a:p>
            <a:r>
              <a:rPr lang="en-IN" dirty="0"/>
              <a:t>Minimal Gated Unit (MGU)</a:t>
            </a:r>
          </a:p>
          <a:p>
            <a:r>
              <a:rPr lang="en-IN" dirty="0"/>
              <a:t>Update Gate RNN (UGRNN)</a:t>
            </a:r>
          </a:p>
          <a:p>
            <a:r>
              <a:rPr lang="en-IN" dirty="0"/>
              <a:t>Delta-RNN</a:t>
            </a:r>
          </a:p>
        </p:txBody>
      </p:sp>
    </p:spTree>
    <p:extLst>
      <p:ext uri="{BB962C8B-B14F-4D97-AF65-F5344CB8AC3E}">
        <p14:creationId xmlns:p14="http://schemas.microsoft.com/office/powerpoint/2010/main" val="333412202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5EFC9-74C3-248F-1A92-463E89BEBCA8}"/>
              </a:ext>
            </a:extLst>
          </p:cNvPr>
          <p:cNvSpPr>
            <a:spLocks noGrp="1"/>
          </p:cNvSpPr>
          <p:nvPr>
            <p:ph type="title"/>
          </p:nvPr>
        </p:nvSpPr>
        <p:spPr/>
        <p:txBody>
          <a:bodyPr>
            <a:normAutofit fontScale="90000"/>
          </a:bodyPr>
          <a:lstStyle/>
          <a:p>
            <a:r>
              <a:rPr lang="en-US" dirty="0"/>
              <a:t>Peephole Architecture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2F6CA8-E44F-1AAF-AF77-7A6F79CD55D0}"/>
                  </a:ext>
                </a:extLst>
              </p:cNvPr>
              <p:cNvSpPr>
                <a:spLocks noGrp="1"/>
              </p:cNvSpPr>
              <p:nvPr>
                <p:ph idx="1"/>
              </p:nvPr>
            </p:nvSpPr>
            <p:spPr>
              <a:xfrm>
                <a:off x="1025842" y="1429407"/>
                <a:ext cx="10201275" cy="4696863"/>
              </a:xfrm>
            </p:spPr>
            <p:txBody>
              <a:bodyPr>
                <a:normAutofit fontScale="85000" lnSpcReduction="20000"/>
              </a:bodyPr>
              <a:lstStyle/>
              <a:p>
                <a:r>
                  <a:rPr lang="en-US" dirty="0"/>
                  <a:t>Until now we have seen simple LSTM network but this architecture is modified along with time in each and every research paper. </a:t>
                </a:r>
              </a:p>
              <a:p>
                <a:r>
                  <a:rPr lang="en-US" dirty="0"/>
                  <a:t>One popular LSTM variant, introduced by Gers &amp; </a:t>
                </a:r>
                <a:r>
                  <a:rPr lang="en-US" dirty="0" err="1"/>
                  <a:t>Schmidhuber</a:t>
                </a:r>
                <a:r>
                  <a:rPr lang="en-US" dirty="0"/>
                  <a:t> (2000), is adding “peephole connections.” This means that we let the gate layers look at the cell state.</a:t>
                </a:r>
              </a:p>
              <a:p>
                <a:r>
                  <a:rPr lang="en-IN" b="1" dirty="0"/>
                  <a:t>Peephole LSTM</a:t>
                </a:r>
                <a:r>
                  <a:rPr lang="en-IN" dirty="0"/>
                  <a:t> is an advanced version of the standard LSTM network where </a:t>
                </a:r>
                <a:r>
                  <a:rPr lang="en-IN" b="1" dirty="0"/>
                  <a:t>gates (input, forget, output)</a:t>
                </a:r>
                <a:r>
                  <a:rPr lang="en-IN" dirty="0"/>
                  <a:t> can directly access the </a:t>
                </a:r>
                <a:r>
                  <a:rPr lang="en-IN" b="1" dirty="0"/>
                  <a:t>cell state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sub>
                    </m:sSub>
                  </m:oMath>
                </a14:m>
                <a:r>
                  <a:rPr lang="ar-AE" dirty="0"/>
                  <a:t>.</a:t>
                </a:r>
              </a:p>
              <a:p>
                <a:r>
                  <a:rPr lang="en-IN" dirty="0"/>
                  <a:t> In standard LSTM:</a:t>
                </a:r>
              </a:p>
              <a:p>
                <a:r>
                  <a:rPr lang="en-IN" dirty="0"/>
                  <a:t>Gates depend only on: </a:t>
                </a:r>
              </a:p>
              <a:p>
                <a:pPr lvl="1"/>
                <a:r>
                  <a:rPr lang="en-IN" dirty="0"/>
                  <a:t>Previous hidden state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oMath>
                </a14:m>
                <a:endParaRPr lang="ar-AE" dirty="0"/>
              </a:p>
              <a:p>
                <a:pPr lvl="1"/>
                <a:r>
                  <a:rPr lang="en-IN" dirty="0"/>
                  <a:t>Current input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oMath>
                </a14:m>
                <a:endParaRPr lang="ar-AE" dirty="0"/>
              </a:p>
              <a:p>
                <a:r>
                  <a:rPr lang="en-IN" dirty="0"/>
                  <a:t> In Peephole LSTM:</a:t>
                </a:r>
              </a:p>
              <a:p>
                <a:r>
                  <a:rPr lang="en-IN" dirty="0"/>
                  <a:t>Gates also </a:t>
                </a:r>
                <a:r>
                  <a:rPr lang="en-IN" b="1" dirty="0"/>
                  <a:t>“peek” (peephole)</a:t>
                </a:r>
                <a:r>
                  <a:rPr lang="en-IN" dirty="0"/>
                  <a:t> into: </a:t>
                </a:r>
              </a:p>
              <a:p>
                <a:pPr lvl="1"/>
                <a:r>
                  <a:rPr lang="en-IN" dirty="0"/>
                  <a:t>Previous cell state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oMath>
                </a14:m>
                <a:endParaRPr lang="ar-AE" dirty="0"/>
              </a:p>
              <a:p>
                <a:pPr lvl="1"/>
                <a:r>
                  <a:rPr lang="en-IN" dirty="0"/>
                  <a:t>Current cell state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sub>
                    </m:sSub>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092F6CA8-E44F-1AAF-AF77-7A6F79CD55D0}"/>
                  </a:ext>
                </a:extLst>
              </p:cNvPr>
              <p:cNvSpPr>
                <a:spLocks noGrp="1" noRot="1" noChangeAspect="1" noMove="1" noResize="1" noEditPoints="1" noAdjustHandles="1" noChangeArrowheads="1" noChangeShapeType="1" noTextEdit="1"/>
              </p:cNvSpPr>
              <p:nvPr>
                <p:ph idx="1"/>
              </p:nvPr>
            </p:nvSpPr>
            <p:spPr>
              <a:xfrm>
                <a:off x="1025842" y="1429407"/>
                <a:ext cx="10201275" cy="4696863"/>
              </a:xfrm>
              <a:blipFill>
                <a:blip r:embed="rId2"/>
                <a:stretch>
                  <a:fillRect l="-1434" t="-2335" r="-1314"/>
                </a:stretch>
              </a:blipFill>
            </p:spPr>
            <p:txBody>
              <a:bodyPr/>
              <a:lstStyle/>
              <a:p>
                <a:r>
                  <a:rPr lang="en-IN">
                    <a:noFill/>
                  </a:rPr>
                  <a:t> </a:t>
                </a:r>
              </a:p>
            </p:txBody>
          </p:sp>
        </mc:Fallback>
      </mc:AlternateContent>
    </p:spTree>
    <p:extLst>
      <p:ext uri="{BB962C8B-B14F-4D97-AF65-F5344CB8AC3E}">
        <p14:creationId xmlns:p14="http://schemas.microsoft.com/office/powerpoint/2010/main" val="428630910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EC05D-6CF2-2A93-FB99-08E1EFC26CF6}"/>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41623408-A560-1B38-6854-86E2BC025740}"/>
              </a:ext>
            </a:extLst>
          </p:cNvPr>
          <p:cNvSpPr>
            <a:spLocks noGrp="1"/>
          </p:cNvSpPr>
          <p:nvPr>
            <p:ph idx="1"/>
          </p:nvPr>
        </p:nvSpPr>
        <p:spPr>
          <a:xfrm>
            <a:off x="1025842" y="1481959"/>
            <a:ext cx="10201275" cy="4644311"/>
          </a:xfrm>
        </p:spPr>
        <p:txBody>
          <a:bodyPr>
            <a:normAutofit/>
          </a:bodyPr>
          <a:lstStyle/>
          <a:p>
            <a:r>
              <a:rPr lang="en-US" b="1" dirty="0"/>
              <a:t>Why Peephole Connections?</a:t>
            </a:r>
          </a:p>
          <a:p>
            <a:r>
              <a:rPr lang="en-US" b="1" dirty="0"/>
              <a:t>Standard LSTM limitation:</a:t>
            </a:r>
          </a:p>
          <a:p>
            <a:r>
              <a:rPr lang="en-US" dirty="0"/>
              <a:t>Gates don’t know </a:t>
            </a:r>
            <a:r>
              <a:rPr lang="en-US" b="1" dirty="0"/>
              <a:t>exact internal memory value</a:t>
            </a:r>
            <a:r>
              <a:rPr lang="en-US" dirty="0"/>
              <a:t> </a:t>
            </a:r>
          </a:p>
          <a:p>
            <a:r>
              <a:rPr lang="en-US" b="1" dirty="0"/>
              <a:t>Peephole advantage:</a:t>
            </a:r>
          </a:p>
          <a:p>
            <a:r>
              <a:rPr lang="en-US" dirty="0"/>
              <a:t>Gates make </a:t>
            </a:r>
            <a:r>
              <a:rPr lang="en-US" b="1" dirty="0"/>
              <a:t>more precise decisions</a:t>
            </a:r>
            <a:r>
              <a:rPr lang="en-US" dirty="0"/>
              <a:t> using cell memory </a:t>
            </a:r>
          </a:p>
          <a:p>
            <a:r>
              <a:rPr lang="en-US" dirty="0"/>
              <a:t>Helps in: </a:t>
            </a:r>
          </a:p>
          <a:p>
            <a:pPr lvl="1"/>
            <a:r>
              <a:rPr lang="en-US" b="1" dirty="0"/>
              <a:t>Precise timing tasks</a:t>
            </a:r>
            <a:r>
              <a:rPr lang="en-US" dirty="0"/>
              <a:t> </a:t>
            </a:r>
          </a:p>
          <a:p>
            <a:pPr lvl="1"/>
            <a:r>
              <a:rPr lang="en-US" b="1" dirty="0"/>
              <a:t>Sequence prediction with exact intervals</a:t>
            </a:r>
            <a:r>
              <a:rPr lang="en-US" dirty="0"/>
              <a:t> </a:t>
            </a:r>
          </a:p>
          <a:p>
            <a:pPr lvl="1"/>
            <a:r>
              <a:rPr lang="en-US" b="1" dirty="0"/>
              <a:t>Speech recognition</a:t>
            </a:r>
            <a:r>
              <a:rPr lang="en-US" dirty="0"/>
              <a:t> </a:t>
            </a:r>
          </a:p>
          <a:p>
            <a:pPr lvl="1"/>
            <a:r>
              <a:rPr lang="en-US" b="1" dirty="0"/>
              <a:t>Time-series forecasting</a:t>
            </a:r>
            <a:endParaRPr lang="en-US" dirty="0"/>
          </a:p>
          <a:p>
            <a:endParaRPr lang="en-IN" dirty="0"/>
          </a:p>
        </p:txBody>
      </p:sp>
    </p:spTree>
    <p:extLst>
      <p:ext uri="{BB962C8B-B14F-4D97-AF65-F5344CB8AC3E}">
        <p14:creationId xmlns:p14="http://schemas.microsoft.com/office/powerpoint/2010/main" val="143758600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9C787-FAF1-F2AE-7E8B-93D9EBA2C1B5}"/>
              </a:ext>
            </a:extLst>
          </p:cNvPr>
          <p:cNvSpPr>
            <a:spLocks noGrp="1"/>
          </p:cNvSpPr>
          <p:nvPr>
            <p:ph type="title"/>
          </p:nvPr>
        </p:nvSpPr>
        <p:spPr/>
        <p:txBody>
          <a:bodyPr>
            <a:normAutofit fontScale="90000"/>
          </a:bodyPr>
          <a:lstStyle/>
          <a:p>
            <a:endParaRPr lang="en-IN"/>
          </a:p>
        </p:txBody>
      </p:sp>
      <p:pic>
        <p:nvPicPr>
          <p:cNvPr id="1026" name="Picture 2">
            <a:extLst>
              <a:ext uri="{FF2B5EF4-FFF2-40B4-BE49-F238E27FC236}">
                <a16:creationId xmlns:a16="http://schemas.microsoft.com/office/drawing/2014/main" id="{4C0B1C5A-3D84-639C-81CE-6E2B4D59E8A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14703" y="1273805"/>
            <a:ext cx="10992981" cy="385729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0FD42D8-3718-C384-346E-3ED306699DA9}"/>
              </a:ext>
            </a:extLst>
          </p:cNvPr>
          <p:cNvSpPr txBox="1"/>
          <p:nvPr/>
        </p:nvSpPr>
        <p:spPr>
          <a:xfrm>
            <a:off x="1219200" y="5357648"/>
            <a:ext cx="10488484" cy="707886"/>
          </a:xfrm>
          <a:prstGeom prst="rect">
            <a:avLst/>
          </a:prstGeom>
          <a:noFill/>
        </p:spPr>
        <p:txBody>
          <a:bodyPr wrap="square">
            <a:spAutoFit/>
          </a:bodyPr>
          <a:lstStyle/>
          <a:p>
            <a:r>
              <a:rPr lang="en-US" sz="2000" b="1" dirty="0"/>
              <a:t>Architecture Modification</a:t>
            </a:r>
          </a:p>
          <a:p>
            <a:r>
              <a:rPr lang="en-US" sz="2000" dirty="0"/>
              <a:t>Each gate gets an additional weighted connection from the cell state.</a:t>
            </a:r>
          </a:p>
        </p:txBody>
      </p:sp>
    </p:spTree>
    <p:extLst>
      <p:ext uri="{BB962C8B-B14F-4D97-AF65-F5344CB8AC3E}">
        <p14:creationId xmlns:p14="http://schemas.microsoft.com/office/powerpoint/2010/main" val="149568096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43FC1-7CD7-4073-E12F-21909CB6166D}"/>
              </a:ext>
            </a:extLst>
          </p:cNvPr>
          <p:cNvSpPr>
            <a:spLocks noGrp="1"/>
          </p:cNvSpPr>
          <p:nvPr>
            <p:ph type="title"/>
          </p:nvPr>
        </p:nvSpPr>
        <p:spPr/>
        <p:txBody>
          <a:bodyPr>
            <a:normAutofit fontScale="90000"/>
          </a:bodyPr>
          <a:lstStyle/>
          <a:p>
            <a:r>
              <a:rPr lang="en-IN" dirty="0"/>
              <a:t>Mathematical Formulation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ABBB06-B2D7-734C-9A12-50C0E903A343}"/>
                  </a:ext>
                </a:extLst>
              </p:cNvPr>
              <p:cNvSpPr>
                <a:spLocks noGrp="1"/>
              </p:cNvSpPr>
              <p:nvPr>
                <p:ph idx="1"/>
              </p:nvPr>
            </p:nvSpPr>
            <p:spPr>
              <a:xfrm>
                <a:off x="903890" y="1492469"/>
                <a:ext cx="5192110" cy="4539208"/>
              </a:xfrm>
            </p:spPr>
            <p:txBody>
              <a:bodyPr>
                <a:normAutofit/>
              </a:bodyPr>
              <a:lstStyle/>
              <a:p>
                <a:pPr>
                  <a:lnSpc>
                    <a:spcPct val="120000"/>
                  </a:lnSpc>
                  <a:spcBef>
                    <a:spcPts val="0"/>
                  </a:spcBef>
                  <a:spcAft>
                    <a:spcPts val="0"/>
                  </a:spcAft>
                </a:pPr>
                <a:r>
                  <a:rPr lang="en-IN" b="1" dirty="0"/>
                  <a:t>Input Gate</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𝑖</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𝑖</m:t>
                            </m:r>
                          </m:sub>
                        </m:sSub>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𝑈</m:t>
                            </m:r>
                          </m:e>
                          <m:sub>
                            <m:r>
                              <a:rPr lang="ar-AE" i="1">
                                <a:latin typeface="Cambria Math" panose="02040503050406030204" pitchFamily="18" charset="0"/>
                              </a:rPr>
                              <m:t>𝑖</m:t>
                            </m:r>
                          </m:sub>
                        </m:sSub>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𝑉</m:t>
                            </m:r>
                          </m:e>
                          <m:sub>
                            <m:r>
                              <a:rPr lang="ar-AE" i="1">
                                <a:latin typeface="Cambria Math" panose="02040503050406030204" pitchFamily="18" charset="0"/>
                              </a:rPr>
                              <m:t>𝑖</m:t>
                            </m:r>
                          </m:sub>
                        </m:sSub>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𝑖</m:t>
                            </m:r>
                          </m:sub>
                        </m:sSub>
                      </m:e>
                    </m:d>
                  </m:oMath>
                </a14:m>
                <a:endParaRPr lang="ar-AE" dirty="0"/>
              </a:p>
              <a:p>
                <a:pPr>
                  <a:lnSpc>
                    <a:spcPct val="120000"/>
                  </a:lnSpc>
                  <a:spcBef>
                    <a:spcPts val="0"/>
                  </a:spcBef>
                  <a:spcAft>
                    <a:spcPts val="0"/>
                  </a:spcAft>
                </a:pPr>
                <a:r>
                  <a:rPr lang="en-IN" b="1" dirty="0"/>
                  <a:t> Forget Gate</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𝑓</m:t>
                            </m:r>
                          </m:sub>
                        </m:sSub>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𝑈</m:t>
                            </m:r>
                          </m:e>
                          <m:sub>
                            <m:r>
                              <a:rPr lang="ar-AE" i="1">
                                <a:latin typeface="Cambria Math" panose="02040503050406030204" pitchFamily="18" charset="0"/>
                              </a:rPr>
                              <m:t>𝑓</m:t>
                            </m:r>
                          </m:sub>
                        </m:sSub>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𝑉</m:t>
                            </m:r>
                          </m:e>
                          <m:sub>
                            <m:r>
                              <a:rPr lang="ar-AE" i="1">
                                <a:latin typeface="Cambria Math" panose="02040503050406030204" pitchFamily="18" charset="0"/>
                              </a:rPr>
                              <m:t>𝑓</m:t>
                            </m:r>
                          </m:sub>
                        </m:sSub>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𝑓</m:t>
                            </m:r>
                          </m:sub>
                        </m:sSub>
                      </m:e>
                    </m:d>
                  </m:oMath>
                </a14:m>
                <a:endParaRPr lang="ar-AE" dirty="0"/>
              </a:p>
              <a:p>
                <a:pPr>
                  <a:lnSpc>
                    <a:spcPct val="120000"/>
                  </a:lnSpc>
                  <a:spcBef>
                    <a:spcPts val="0"/>
                  </a:spcBef>
                  <a:spcAft>
                    <a:spcPts val="0"/>
                  </a:spcAft>
                </a:pPr>
                <a:r>
                  <a:rPr lang="en-IN" b="1" dirty="0"/>
                  <a:t> Cell State Update</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𝐶</m:t>
                            </m:r>
                          </m:e>
                        </m:acc>
                      </m:e>
                      <m:sub>
                        <m:r>
                          <a:rPr lang="ar-AE" i="1">
                            <a:latin typeface="Cambria Math" panose="02040503050406030204" pitchFamily="18" charset="0"/>
                          </a:rPr>
                          <m:t>𝑡</m:t>
                        </m:r>
                      </m:sub>
                    </m:sSub>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𝑐</m:t>
                            </m:r>
                          </m:sub>
                        </m:sSub>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𝑈</m:t>
                            </m:r>
                          </m:e>
                          <m:sub>
                            <m:r>
                              <a:rPr lang="ar-AE" i="1">
                                <a:latin typeface="Cambria Math" panose="02040503050406030204" pitchFamily="18" charset="0"/>
                              </a:rPr>
                              <m:t>𝑐</m:t>
                            </m:r>
                          </m:sub>
                        </m:sSub>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𝑐</m:t>
                            </m:r>
                          </m:sub>
                        </m:sSub>
                      </m:e>
                    </m:d>
                  </m:oMath>
                </a14:m>
                <a:endParaRPr lang="ar-AE" dirty="0"/>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𝑖</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𝐶</m:t>
                            </m:r>
                          </m:e>
                        </m:acc>
                      </m:e>
                      <m:sub>
                        <m:r>
                          <a:rPr lang="ar-AE" i="1">
                            <a:latin typeface="Cambria Math" panose="02040503050406030204" pitchFamily="18" charset="0"/>
                          </a:rPr>
                          <m:t>𝑡</m:t>
                        </m:r>
                      </m:sub>
                    </m:sSub>
                  </m:oMath>
                </a14:m>
                <a:endParaRPr lang="ar-AE" dirty="0"/>
              </a:p>
            </p:txBody>
          </p:sp>
        </mc:Choice>
        <mc:Fallback xmlns="">
          <p:sp>
            <p:nvSpPr>
              <p:cNvPr id="3" name="Content Placeholder 2">
                <a:extLst>
                  <a:ext uri="{FF2B5EF4-FFF2-40B4-BE49-F238E27FC236}">
                    <a16:creationId xmlns:a16="http://schemas.microsoft.com/office/drawing/2014/main" id="{2DABBB06-B2D7-734C-9A12-50C0E903A343}"/>
                  </a:ext>
                </a:extLst>
              </p:cNvPr>
              <p:cNvSpPr>
                <a:spLocks noGrp="1" noRot="1" noChangeAspect="1" noMove="1" noResize="1" noEditPoints="1" noAdjustHandles="1" noChangeArrowheads="1" noChangeShapeType="1" noTextEdit="1"/>
              </p:cNvSpPr>
              <p:nvPr>
                <p:ph idx="1"/>
              </p:nvPr>
            </p:nvSpPr>
            <p:spPr>
              <a:xfrm>
                <a:off x="903890" y="1492469"/>
                <a:ext cx="5192110" cy="4539208"/>
              </a:xfrm>
              <a:blipFill>
                <a:blip r:embed="rId2"/>
                <a:stretch>
                  <a:fillRect l="-3286" t="-13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808F9DC9-E03B-AA7F-C43F-CD9B721C9A9B}"/>
                  </a:ext>
                </a:extLst>
              </p:cNvPr>
              <p:cNvSpPr txBox="1">
                <a:spLocks/>
              </p:cNvSpPr>
              <p:nvPr/>
            </p:nvSpPr>
            <p:spPr>
              <a:xfrm>
                <a:off x="6905297" y="1319048"/>
                <a:ext cx="5076496" cy="4539208"/>
              </a:xfrm>
              <a:prstGeom prst="rect">
                <a:avLst/>
              </a:prstGeom>
            </p:spPr>
            <p:txBody>
              <a:bodyPr vert="horz" lIns="0" tIns="45720" rIns="0" bIns="45720" rtlCol="0">
                <a:normAutofit/>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20000"/>
                  </a:lnSpc>
                  <a:spcBef>
                    <a:spcPts val="0"/>
                  </a:spcBef>
                  <a:spcAft>
                    <a:spcPts val="0"/>
                  </a:spcAft>
                </a:pPr>
                <a:r>
                  <a:rPr lang="en-IN" b="1" dirty="0"/>
                  <a:t> Output Gate (Peephole from current cell state)</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𝑜</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𝑜</m:t>
                            </m:r>
                          </m:sub>
                        </m:sSub>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𝑈</m:t>
                            </m:r>
                          </m:e>
                          <m:sub>
                            <m:r>
                              <a:rPr lang="ar-AE" i="1">
                                <a:latin typeface="Cambria Math" panose="02040503050406030204" pitchFamily="18" charset="0"/>
                              </a:rPr>
                              <m:t>𝑜</m:t>
                            </m:r>
                          </m:sub>
                        </m:sSub>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𝑉</m:t>
                            </m:r>
                          </m:e>
                          <m:sub>
                            <m:r>
                              <a:rPr lang="ar-AE" i="1">
                                <a:latin typeface="Cambria Math" panose="02040503050406030204" pitchFamily="18" charset="0"/>
                              </a:rPr>
                              <m:t>𝑜</m:t>
                            </m:r>
                          </m:sub>
                        </m:sSub>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𝑜</m:t>
                            </m:r>
                          </m:sub>
                        </m:sSub>
                      </m:e>
                    </m:d>
                  </m:oMath>
                </a14:m>
                <a:endParaRPr lang="ar-AE" dirty="0"/>
              </a:p>
              <a:p>
                <a:pPr>
                  <a:lnSpc>
                    <a:spcPct val="120000"/>
                  </a:lnSpc>
                  <a:spcBef>
                    <a:spcPts val="0"/>
                  </a:spcBef>
                  <a:spcAft>
                    <a:spcPts val="0"/>
                  </a:spcAft>
                </a:pPr>
                <a:r>
                  <a:rPr lang="en-IN" b="1" dirty="0"/>
                  <a:t> Hidden State</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𝑜</m:t>
                        </m:r>
                      </m:e>
                      <m:sub>
                        <m:r>
                          <a:rPr lang="ar-AE" i="1">
                            <a:latin typeface="Cambria Math" panose="02040503050406030204" pitchFamily="18" charset="0"/>
                          </a:rPr>
                          <m:t>𝑡</m:t>
                        </m:r>
                      </m:sub>
                    </m:sSub>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sub>
                        </m:sSub>
                      </m:e>
                    </m:d>
                  </m:oMath>
                </a14:m>
                <a:endParaRPr lang="ar-AE" dirty="0"/>
              </a:p>
              <a:p>
                <a:pPr>
                  <a:lnSpc>
                    <a:spcPct val="120000"/>
                  </a:lnSpc>
                  <a:spcBef>
                    <a:spcPts val="0"/>
                  </a:spcBef>
                  <a:spcAft>
                    <a:spcPts val="0"/>
                  </a:spcAft>
                </a:pPr>
                <a:endParaRPr lang="en-IN" dirty="0"/>
              </a:p>
            </p:txBody>
          </p:sp>
        </mc:Choice>
        <mc:Fallback xmlns="">
          <p:sp>
            <p:nvSpPr>
              <p:cNvPr id="4" name="Content Placeholder 2">
                <a:extLst>
                  <a:ext uri="{FF2B5EF4-FFF2-40B4-BE49-F238E27FC236}">
                    <a16:creationId xmlns:a16="http://schemas.microsoft.com/office/drawing/2014/main" id="{808F9DC9-E03B-AA7F-C43F-CD9B721C9A9B}"/>
                  </a:ext>
                </a:extLst>
              </p:cNvPr>
              <p:cNvSpPr txBox="1">
                <a:spLocks noRot="1" noChangeAspect="1" noMove="1" noResize="1" noEditPoints="1" noAdjustHandles="1" noChangeArrowheads="1" noChangeShapeType="1" noTextEdit="1"/>
              </p:cNvSpPr>
              <p:nvPr/>
            </p:nvSpPr>
            <p:spPr>
              <a:xfrm>
                <a:off x="6905297" y="1319048"/>
                <a:ext cx="5076496" cy="4539208"/>
              </a:xfrm>
              <a:prstGeom prst="rect">
                <a:avLst/>
              </a:prstGeom>
              <a:blipFill>
                <a:blip r:embed="rId3"/>
                <a:stretch>
                  <a:fillRect l="-3481" t="-134" r="-3842"/>
                </a:stretch>
              </a:blipFill>
            </p:spPr>
            <p:txBody>
              <a:bodyPr/>
              <a:lstStyle/>
              <a:p>
                <a:r>
                  <a:rPr lang="en-IN">
                    <a:noFill/>
                  </a:rPr>
                  <a:t> </a:t>
                </a:r>
              </a:p>
            </p:txBody>
          </p:sp>
        </mc:Fallback>
      </mc:AlternateContent>
    </p:spTree>
    <p:extLst>
      <p:ext uri="{BB962C8B-B14F-4D97-AF65-F5344CB8AC3E}">
        <p14:creationId xmlns:p14="http://schemas.microsoft.com/office/powerpoint/2010/main" val="247983295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A3935-12EE-3E93-BFAD-D0B2FFCCFA7F}"/>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328F7DA-7DA5-540E-CA43-A548181E5E62}"/>
                  </a:ext>
                </a:extLst>
              </p:cNvPr>
              <p:cNvSpPr>
                <a:spLocks noGrp="1"/>
              </p:cNvSpPr>
              <p:nvPr>
                <p:ph idx="1"/>
              </p:nvPr>
            </p:nvSpPr>
            <p:spPr>
              <a:xfrm>
                <a:off x="945931" y="1408386"/>
                <a:ext cx="10281186" cy="4717884"/>
              </a:xfrm>
            </p:spPr>
            <p:txBody>
              <a:bodyPr>
                <a:normAutofit fontScale="92500" lnSpcReduction="10000"/>
              </a:bodyPr>
              <a:lstStyle/>
              <a:p>
                <a:pPr marL="0" indent="0">
                  <a:buNone/>
                </a:pPr>
                <a:r>
                  <a:rPr lang="en-IN" b="1" dirty="0"/>
                  <a:t>Step-by-Step Working</a:t>
                </a:r>
              </a:p>
              <a:p>
                <a:r>
                  <a:rPr lang="en-IN" b="1" dirty="0"/>
                  <a:t>Step 1: Forget Gate</a:t>
                </a:r>
              </a:p>
              <a:p>
                <a:pPr marL="0" indent="0">
                  <a:buNone/>
                </a:pPr>
                <a:r>
                  <a:rPr lang="en-IN" dirty="0"/>
                  <a:t>Uses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oMath>
                </a14:m>
                <a:r>
                  <a:rPr lang="en-IN" dirty="0"/>
                  <a:t>to decide what to forget </a:t>
                </a:r>
              </a:p>
              <a:p>
                <a:pPr marL="0" indent="0">
                  <a:buNone/>
                </a:pPr>
                <a:r>
                  <a:rPr lang="en-IN" dirty="0"/>
                  <a:t>More informed memory pruning </a:t>
                </a:r>
              </a:p>
              <a:p>
                <a:r>
                  <a:rPr lang="en-IN" b="1" dirty="0"/>
                  <a:t>Step 2: Input Gate</a:t>
                </a:r>
              </a:p>
              <a:p>
                <a:pPr marL="0" indent="0">
                  <a:buNone/>
                </a:pPr>
                <a:r>
                  <a:rPr lang="en-IN" dirty="0"/>
                  <a:t>Looks at previous memory before adding new info </a:t>
                </a:r>
              </a:p>
              <a:p>
                <a:r>
                  <a:rPr lang="en-IN" b="1" dirty="0"/>
                  <a:t>Step 3: Cell Update</a:t>
                </a:r>
              </a:p>
              <a:p>
                <a:pPr marL="0" indent="0">
                  <a:buNone/>
                </a:pPr>
                <a:r>
                  <a:rPr lang="en-IN" dirty="0"/>
                  <a:t>Combines old + new information </a:t>
                </a:r>
              </a:p>
              <a:p>
                <a:r>
                  <a:rPr lang="en-IN" b="1" dirty="0"/>
                  <a:t>Step 4: Output Gate</a:t>
                </a:r>
              </a:p>
              <a:p>
                <a:pPr marL="0" indent="0">
                  <a:buNone/>
                </a:pPr>
                <a:r>
                  <a:rPr lang="en-IN" dirty="0"/>
                  <a:t>Uses </a:t>
                </a:r>
                <a:r>
                  <a:rPr lang="en-IN" b="1" dirty="0"/>
                  <a:t>current cell state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sub>
                    </m:sSub>
                  </m:oMath>
                </a14:m>
                <a:r>
                  <a:rPr lang="ar-AE" dirty="0"/>
                  <a:t>→ </a:t>
                </a:r>
                <a:r>
                  <a:rPr lang="en-IN" dirty="0"/>
                  <a:t>more accurate output control</a:t>
                </a:r>
              </a:p>
              <a:p>
                <a:endParaRPr lang="en-IN" dirty="0"/>
              </a:p>
            </p:txBody>
          </p:sp>
        </mc:Choice>
        <mc:Fallback xmlns="">
          <p:sp>
            <p:nvSpPr>
              <p:cNvPr id="3" name="Content Placeholder 2">
                <a:extLst>
                  <a:ext uri="{FF2B5EF4-FFF2-40B4-BE49-F238E27FC236}">
                    <a16:creationId xmlns:a16="http://schemas.microsoft.com/office/drawing/2014/main" id="{4328F7DA-7DA5-540E-CA43-A548181E5E62}"/>
                  </a:ext>
                </a:extLst>
              </p:cNvPr>
              <p:cNvSpPr>
                <a:spLocks noGrp="1" noRot="1" noChangeAspect="1" noMove="1" noResize="1" noEditPoints="1" noAdjustHandles="1" noChangeArrowheads="1" noChangeShapeType="1" noTextEdit="1"/>
              </p:cNvSpPr>
              <p:nvPr>
                <p:ph idx="1"/>
              </p:nvPr>
            </p:nvSpPr>
            <p:spPr>
              <a:xfrm>
                <a:off x="945931" y="1408386"/>
                <a:ext cx="10281186" cy="4717884"/>
              </a:xfrm>
              <a:blipFill>
                <a:blip r:embed="rId2"/>
                <a:stretch>
                  <a:fillRect l="-1660" t="-2196"/>
                </a:stretch>
              </a:blipFill>
            </p:spPr>
            <p:txBody>
              <a:bodyPr/>
              <a:lstStyle/>
              <a:p>
                <a:r>
                  <a:rPr lang="en-IN">
                    <a:noFill/>
                  </a:rPr>
                  <a:t> </a:t>
                </a:r>
              </a:p>
            </p:txBody>
          </p:sp>
        </mc:Fallback>
      </mc:AlternateContent>
    </p:spTree>
    <p:extLst>
      <p:ext uri="{BB962C8B-B14F-4D97-AF65-F5344CB8AC3E}">
        <p14:creationId xmlns:p14="http://schemas.microsoft.com/office/powerpoint/2010/main" val="274206275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002DC-B544-B1BE-DCD7-C04794C7379F}"/>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1EC6ECA1-D23F-B356-CE76-159870A8F7C4}"/>
              </a:ext>
            </a:extLst>
          </p:cNvPr>
          <p:cNvSpPr>
            <a:spLocks noGrp="1"/>
          </p:cNvSpPr>
          <p:nvPr>
            <p:ph idx="1"/>
          </p:nvPr>
        </p:nvSpPr>
        <p:spPr>
          <a:xfrm>
            <a:off x="756746" y="1366345"/>
            <a:ext cx="4529958" cy="4759925"/>
          </a:xfrm>
        </p:spPr>
        <p:txBody>
          <a:bodyPr>
            <a:normAutofit lnSpcReduction="10000"/>
          </a:bodyPr>
          <a:lstStyle/>
          <a:p>
            <a:pPr marL="0" indent="0">
              <a:lnSpc>
                <a:spcPct val="120000"/>
              </a:lnSpc>
              <a:spcBef>
                <a:spcPts val="0"/>
              </a:spcBef>
              <a:spcAft>
                <a:spcPts val="0"/>
              </a:spcAft>
              <a:buNone/>
            </a:pPr>
            <a:r>
              <a:rPr lang="en-IN" b="1" dirty="0"/>
              <a:t> Advantages</a:t>
            </a:r>
          </a:p>
          <a:p>
            <a:pPr>
              <a:lnSpc>
                <a:spcPct val="120000"/>
              </a:lnSpc>
              <a:spcBef>
                <a:spcPts val="0"/>
              </a:spcBef>
              <a:spcAft>
                <a:spcPts val="0"/>
              </a:spcAft>
            </a:pPr>
            <a:r>
              <a:rPr lang="en-IN" dirty="0"/>
              <a:t> Better </a:t>
            </a:r>
            <a:r>
              <a:rPr lang="en-IN" b="1" dirty="0"/>
              <a:t>temporal modelling</a:t>
            </a:r>
          </a:p>
          <a:p>
            <a:pPr>
              <a:lnSpc>
                <a:spcPct val="120000"/>
              </a:lnSpc>
              <a:spcBef>
                <a:spcPts val="0"/>
              </a:spcBef>
              <a:spcAft>
                <a:spcPts val="0"/>
              </a:spcAft>
            </a:pPr>
            <a:r>
              <a:rPr lang="en-IN" dirty="0"/>
              <a:t>Improved </a:t>
            </a:r>
            <a:r>
              <a:rPr lang="en-IN" b="1" dirty="0"/>
              <a:t>precision in sequence timing</a:t>
            </a:r>
          </a:p>
          <a:p>
            <a:pPr>
              <a:lnSpc>
                <a:spcPct val="120000"/>
              </a:lnSpc>
              <a:spcBef>
                <a:spcPts val="0"/>
              </a:spcBef>
              <a:spcAft>
                <a:spcPts val="0"/>
              </a:spcAft>
            </a:pPr>
            <a:r>
              <a:rPr lang="en-IN" dirty="0"/>
              <a:t> Useful in:</a:t>
            </a:r>
          </a:p>
          <a:p>
            <a:pPr lvl="1">
              <a:lnSpc>
                <a:spcPct val="120000"/>
              </a:lnSpc>
              <a:spcBef>
                <a:spcPts val="0"/>
              </a:spcBef>
              <a:spcAft>
                <a:spcPts val="0"/>
              </a:spcAft>
              <a:buFont typeface="Courier New" panose="02070309020205020404" pitchFamily="49" charset="0"/>
              <a:buChar char="o"/>
            </a:pPr>
            <a:r>
              <a:rPr lang="en-IN" dirty="0"/>
              <a:t>Speech recognition </a:t>
            </a:r>
          </a:p>
          <a:p>
            <a:pPr lvl="1">
              <a:lnSpc>
                <a:spcPct val="120000"/>
              </a:lnSpc>
              <a:spcBef>
                <a:spcPts val="0"/>
              </a:spcBef>
              <a:spcAft>
                <a:spcPts val="0"/>
              </a:spcAft>
              <a:buFont typeface="Courier New" panose="02070309020205020404" pitchFamily="49" charset="0"/>
              <a:buChar char="o"/>
            </a:pPr>
            <a:r>
              <a:rPr lang="en-IN" dirty="0"/>
              <a:t>Music generation </a:t>
            </a:r>
          </a:p>
          <a:p>
            <a:pPr lvl="1">
              <a:lnSpc>
                <a:spcPct val="120000"/>
              </a:lnSpc>
              <a:spcBef>
                <a:spcPts val="0"/>
              </a:spcBef>
              <a:spcAft>
                <a:spcPts val="0"/>
              </a:spcAft>
              <a:buFont typeface="Courier New" panose="02070309020205020404" pitchFamily="49" charset="0"/>
              <a:buChar char="o"/>
            </a:pPr>
            <a:r>
              <a:rPr lang="en-IN" dirty="0"/>
              <a:t>Financial time series </a:t>
            </a:r>
          </a:p>
          <a:p>
            <a:pPr lvl="1">
              <a:lnSpc>
                <a:spcPct val="120000"/>
              </a:lnSpc>
              <a:spcBef>
                <a:spcPts val="0"/>
              </a:spcBef>
              <a:spcAft>
                <a:spcPts val="0"/>
              </a:spcAft>
              <a:buFont typeface="Courier New" panose="02070309020205020404" pitchFamily="49" charset="0"/>
              <a:buChar char="o"/>
            </a:pPr>
            <a:r>
              <a:rPr lang="en-IN" dirty="0"/>
              <a:t>Sensor data prediction </a:t>
            </a:r>
          </a:p>
          <a:p>
            <a:pPr marL="0" indent="0">
              <a:lnSpc>
                <a:spcPct val="120000"/>
              </a:lnSpc>
              <a:spcBef>
                <a:spcPts val="0"/>
              </a:spcBef>
              <a:spcAft>
                <a:spcPts val="0"/>
              </a:spcAft>
              <a:buNone/>
            </a:pPr>
            <a:br>
              <a:rPr lang="en-IN" dirty="0"/>
            </a:br>
            <a:endParaRPr lang="en-IN" dirty="0"/>
          </a:p>
          <a:p>
            <a:pPr>
              <a:lnSpc>
                <a:spcPct val="120000"/>
              </a:lnSpc>
              <a:spcBef>
                <a:spcPts val="0"/>
              </a:spcBef>
              <a:spcAft>
                <a:spcPts val="0"/>
              </a:spcAft>
            </a:pPr>
            <a:endParaRPr lang="en-IN" dirty="0"/>
          </a:p>
        </p:txBody>
      </p:sp>
      <p:sp>
        <p:nvSpPr>
          <p:cNvPr id="4" name="Content Placeholder 2">
            <a:extLst>
              <a:ext uri="{FF2B5EF4-FFF2-40B4-BE49-F238E27FC236}">
                <a16:creationId xmlns:a16="http://schemas.microsoft.com/office/drawing/2014/main" id="{E8C4D65C-65CD-A8EA-2609-C513E2BC84D5}"/>
              </a:ext>
            </a:extLst>
          </p:cNvPr>
          <p:cNvSpPr txBox="1">
            <a:spLocks/>
          </p:cNvSpPr>
          <p:nvPr/>
        </p:nvSpPr>
        <p:spPr>
          <a:xfrm>
            <a:off x="5954110" y="1277007"/>
            <a:ext cx="5333999" cy="4759925"/>
          </a:xfrm>
          <a:prstGeom prst="rect">
            <a:avLst/>
          </a:prstGeom>
        </p:spPr>
        <p:txBody>
          <a:bodyPr vert="horz" lIns="0" tIns="45720" rIns="0" bIns="45720" rtlCol="0">
            <a:normAutofit fontScale="92500"/>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20000"/>
              </a:lnSpc>
              <a:spcBef>
                <a:spcPts val="0"/>
              </a:spcBef>
              <a:spcAft>
                <a:spcPts val="0"/>
              </a:spcAft>
            </a:pPr>
            <a:r>
              <a:rPr lang="en-IN" b="1" dirty="0"/>
              <a:t> Limitations</a:t>
            </a:r>
          </a:p>
          <a:p>
            <a:pPr lvl="1">
              <a:lnSpc>
                <a:spcPct val="120000"/>
              </a:lnSpc>
              <a:spcBef>
                <a:spcPts val="0"/>
              </a:spcBef>
              <a:spcAft>
                <a:spcPts val="0"/>
              </a:spcAft>
              <a:buFont typeface="Courier New" panose="02070309020205020404" pitchFamily="49" charset="0"/>
              <a:buChar char="o"/>
            </a:pPr>
            <a:r>
              <a:rPr lang="en-IN" dirty="0"/>
              <a:t> More parameters → higher computation</a:t>
            </a:r>
          </a:p>
          <a:p>
            <a:pPr lvl="1">
              <a:lnSpc>
                <a:spcPct val="120000"/>
              </a:lnSpc>
              <a:spcBef>
                <a:spcPts val="0"/>
              </a:spcBef>
              <a:spcAft>
                <a:spcPts val="0"/>
              </a:spcAft>
              <a:buFont typeface="Courier New" panose="02070309020205020404" pitchFamily="49" charset="0"/>
              <a:buChar char="o"/>
            </a:pPr>
            <a:r>
              <a:rPr lang="en-IN" dirty="0"/>
              <a:t> Risk of overfitting (if data is small)</a:t>
            </a:r>
          </a:p>
          <a:p>
            <a:pPr lvl="1">
              <a:lnSpc>
                <a:spcPct val="120000"/>
              </a:lnSpc>
              <a:spcBef>
                <a:spcPts val="0"/>
              </a:spcBef>
              <a:spcAft>
                <a:spcPts val="0"/>
              </a:spcAft>
              <a:buFont typeface="Courier New" panose="02070309020205020404" pitchFamily="49" charset="0"/>
              <a:buChar char="o"/>
            </a:pPr>
            <a:r>
              <a:rPr lang="en-IN" dirty="0"/>
              <a:t>Slightly harder to train</a:t>
            </a:r>
            <a:br>
              <a:rPr lang="en-IN" dirty="0"/>
            </a:br>
            <a:endParaRPr lang="en-IN" dirty="0"/>
          </a:p>
          <a:p>
            <a:pPr marL="0" indent="0">
              <a:lnSpc>
                <a:spcPct val="120000"/>
              </a:lnSpc>
              <a:spcBef>
                <a:spcPts val="0"/>
              </a:spcBef>
              <a:spcAft>
                <a:spcPts val="0"/>
              </a:spcAft>
              <a:buNone/>
            </a:pPr>
            <a:r>
              <a:rPr lang="en-IN" b="1" dirty="0"/>
              <a:t> When to Use Peephole LSTM?</a:t>
            </a:r>
          </a:p>
          <a:p>
            <a:pPr>
              <a:lnSpc>
                <a:spcPct val="120000"/>
              </a:lnSpc>
              <a:spcBef>
                <a:spcPts val="0"/>
              </a:spcBef>
              <a:spcAft>
                <a:spcPts val="0"/>
              </a:spcAft>
            </a:pPr>
            <a:r>
              <a:rPr lang="en-IN" dirty="0"/>
              <a:t>Use it when:</a:t>
            </a:r>
          </a:p>
          <a:p>
            <a:pPr>
              <a:lnSpc>
                <a:spcPct val="120000"/>
              </a:lnSpc>
              <a:spcBef>
                <a:spcPts val="0"/>
              </a:spcBef>
              <a:spcAft>
                <a:spcPts val="0"/>
              </a:spcAft>
            </a:pPr>
            <a:r>
              <a:rPr lang="en-IN" dirty="0"/>
              <a:t>Exact </a:t>
            </a:r>
            <a:r>
              <a:rPr lang="en-IN" b="1" dirty="0"/>
              <a:t>timing matters</a:t>
            </a:r>
            <a:r>
              <a:rPr lang="en-IN" dirty="0"/>
              <a:t> </a:t>
            </a:r>
          </a:p>
          <a:p>
            <a:pPr>
              <a:lnSpc>
                <a:spcPct val="120000"/>
              </a:lnSpc>
              <a:spcBef>
                <a:spcPts val="0"/>
              </a:spcBef>
              <a:spcAft>
                <a:spcPts val="0"/>
              </a:spcAft>
            </a:pPr>
            <a:r>
              <a:rPr lang="en-IN" dirty="0"/>
              <a:t>Dependencies involve </a:t>
            </a:r>
            <a:r>
              <a:rPr lang="en-IN" b="1" dirty="0"/>
              <a:t>precise state values</a:t>
            </a:r>
            <a:r>
              <a:rPr lang="en-IN" dirty="0"/>
              <a:t> </a:t>
            </a:r>
          </a:p>
          <a:p>
            <a:pPr>
              <a:lnSpc>
                <a:spcPct val="120000"/>
              </a:lnSpc>
              <a:spcBef>
                <a:spcPts val="0"/>
              </a:spcBef>
              <a:spcAft>
                <a:spcPts val="0"/>
              </a:spcAft>
            </a:pPr>
            <a:r>
              <a:rPr lang="en-IN" dirty="0"/>
              <a:t>Standard LSTM is </a:t>
            </a:r>
            <a:r>
              <a:rPr lang="en-IN" b="1" dirty="0"/>
              <a:t>not accurate enough</a:t>
            </a:r>
            <a:endParaRPr lang="en-IN" dirty="0"/>
          </a:p>
          <a:p>
            <a:pPr>
              <a:lnSpc>
                <a:spcPct val="120000"/>
              </a:lnSpc>
              <a:spcBef>
                <a:spcPts val="0"/>
              </a:spcBef>
              <a:spcAft>
                <a:spcPts val="0"/>
              </a:spcAft>
            </a:pPr>
            <a:endParaRPr lang="en-IN" dirty="0"/>
          </a:p>
        </p:txBody>
      </p:sp>
    </p:spTree>
    <p:extLst>
      <p:ext uri="{BB962C8B-B14F-4D97-AF65-F5344CB8AC3E}">
        <p14:creationId xmlns:p14="http://schemas.microsoft.com/office/powerpoint/2010/main" val="273435079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9BC71-C15D-EF4D-F7B6-3DC51C71D6B4}"/>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D1CA914-37FE-7875-AF22-9BD909BF2143}"/>
                  </a:ext>
                </a:extLst>
              </p:cNvPr>
              <p:cNvSpPr>
                <a:spLocks noGrp="1"/>
              </p:cNvSpPr>
              <p:nvPr>
                <p:ph idx="1"/>
              </p:nvPr>
            </p:nvSpPr>
            <p:spPr>
              <a:xfrm>
                <a:off x="1025842" y="1408386"/>
                <a:ext cx="10201275" cy="4717884"/>
              </a:xfrm>
            </p:spPr>
            <p:txBody>
              <a:bodyPr>
                <a:normAutofit fontScale="85000" lnSpcReduction="20000"/>
              </a:bodyPr>
              <a:lstStyle/>
              <a:p>
                <a:pPr>
                  <a:lnSpc>
                    <a:spcPct val="120000"/>
                  </a:lnSpc>
                  <a:spcBef>
                    <a:spcPts val="0"/>
                  </a:spcBef>
                  <a:spcAft>
                    <a:spcPts val="0"/>
                  </a:spcAft>
                </a:pPr>
                <a:r>
                  <a:rPr lang="en-IN" b="1" dirty="0"/>
                  <a:t>Given</a:t>
                </a:r>
              </a:p>
              <a:p>
                <a:pPr>
                  <a:lnSpc>
                    <a:spcPct val="120000"/>
                  </a:lnSpc>
                  <a:spcBef>
                    <a:spcPts val="0"/>
                  </a:spcBef>
                  <a:spcAft>
                    <a:spcPts val="0"/>
                  </a:spcAft>
                </a:pPr>
                <a:r>
                  <a:rPr lang="en-IN" dirty="0"/>
                  <a:t>At time step </a:t>
                </a:r>
                <a14:m>
                  <m:oMath xmlns:m="http://schemas.openxmlformats.org/officeDocument/2006/math">
                    <m:r>
                      <a:rPr lang="en-IN" i="1">
                        <a:latin typeface="Cambria Math" panose="02040503050406030204" pitchFamily="18" charset="0"/>
                      </a:rPr>
                      <m:t>𝑡</m:t>
                    </m:r>
                  </m:oMath>
                </a14:m>
                <a:r>
                  <a:rPr lang="en-IN" dirty="0"/>
                  <a:t>:</a:t>
                </a:r>
              </a:p>
              <a:p>
                <a:pPr>
                  <a:lnSpc>
                    <a:spcPct val="120000"/>
                  </a:lnSpc>
                  <a:spcBef>
                    <a:spcPts val="0"/>
                  </a:spcBef>
                  <a:spcAft>
                    <a:spcPts val="0"/>
                  </a:spcAft>
                </a:pPr>
                <a:r>
                  <a:rPr lang="en-IN" dirty="0"/>
                  <a:t>Input: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m:t>
                    </m:r>
                  </m:oMath>
                </a14:m>
                <a:endParaRPr lang="ar-AE" dirty="0"/>
              </a:p>
              <a:p>
                <a:pPr>
                  <a:lnSpc>
                    <a:spcPct val="120000"/>
                  </a:lnSpc>
                  <a:spcBef>
                    <a:spcPts val="0"/>
                  </a:spcBef>
                  <a:spcAft>
                    <a:spcPts val="0"/>
                  </a:spcAft>
                </a:pPr>
                <a:r>
                  <a:rPr lang="en-IN" dirty="0"/>
                  <a:t>Previous hidden state: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oMath>
                </a14:m>
                <a:endParaRPr lang="ar-AE" dirty="0"/>
              </a:p>
              <a:p>
                <a:pPr>
                  <a:lnSpc>
                    <a:spcPct val="120000"/>
                  </a:lnSpc>
                  <a:spcBef>
                    <a:spcPts val="0"/>
                  </a:spcBef>
                  <a:spcAft>
                    <a:spcPts val="0"/>
                  </a:spcAft>
                </a:pPr>
                <a:r>
                  <a:rPr lang="en-IN" dirty="0"/>
                  <a:t>Previous cell state: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oMath>
                </a14:m>
                <a:endParaRPr lang="ar-AE" dirty="0"/>
              </a:p>
              <a:p>
                <a:pPr marL="0" indent="0">
                  <a:lnSpc>
                    <a:spcPct val="120000"/>
                  </a:lnSpc>
                  <a:spcBef>
                    <a:spcPts val="0"/>
                  </a:spcBef>
                  <a:spcAft>
                    <a:spcPts val="0"/>
                  </a:spcAft>
                  <a:buNone/>
                </a:pPr>
                <a:r>
                  <a:rPr lang="en-IN" b="1" dirty="0"/>
                  <a:t> Weights and Biases</a:t>
                </a:r>
              </a:p>
              <a:p>
                <a:pPr>
                  <a:lnSpc>
                    <a:spcPct val="120000"/>
                  </a:lnSpc>
                  <a:spcBef>
                    <a:spcPts val="0"/>
                  </a:spcBef>
                  <a:spcAft>
                    <a:spcPts val="0"/>
                  </a:spcAft>
                </a:pPr>
                <a:r>
                  <a:rPr lang="en-IN" b="1" dirty="0"/>
                  <a:t>Input Gate:</a:t>
                </a:r>
                <a:endParaRPr lang="en-IN" dirty="0"/>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𝑖</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m:t>
                    </m:r>
                    <m:r>
                      <a:rPr lang="ar-AE">
                        <a:latin typeface="Cambria Math" panose="02040503050406030204" pitchFamily="18" charset="0"/>
                      </a:rPr>
                      <m:t>,</m:t>
                    </m:r>
                    <m:r>
                      <m:rPr>
                        <m:nor/>
                      </m:rPr>
                      <a:rPr lang="ar-AE" i="1"/>
                      <m:t>  </m:t>
                    </m:r>
                    <m:sSub>
                      <m:sSubPr>
                        <m:ctrlPr>
                          <a:rPr lang="ar-AE" i="1">
                            <a:latin typeface="Cambria Math" panose="02040503050406030204" pitchFamily="18" charset="0"/>
                          </a:rPr>
                        </m:ctrlPr>
                      </m:sSubPr>
                      <m:e>
                        <m:r>
                          <a:rPr lang="ar-AE" i="1">
                            <a:latin typeface="Cambria Math" panose="02040503050406030204" pitchFamily="18" charset="0"/>
                          </a:rPr>
                          <m:t>𝑈</m:t>
                        </m:r>
                      </m:e>
                      <m:sub>
                        <m:r>
                          <a:rPr lang="ar-AE" i="1">
                            <a:latin typeface="Cambria Math" panose="02040503050406030204" pitchFamily="18" charset="0"/>
                          </a:rPr>
                          <m:t>𝑖</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r>
                      <a:rPr lang="ar-AE">
                        <a:latin typeface="Cambria Math" panose="02040503050406030204" pitchFamily="18" charset="0"/>
                      </a:rPr>
                      <m:t>,</m:t>
                    </m:r>
                    <m:r>
                      <m:rPr>
                        <m:nor/>
                      </m:rPr>
                      <a:rPr lang="ar-AE" i="1"/>
                      <m:t>  </m:t>
                    </m:r>
                    <m:sSub>
                      <m:sSubPr>
                        <m:ctrlPr>
                          <a:rPr lang="ar-AE" i="1">
                            <a:latin typeface="Cambria Math" panose="02040503050406030204" pitchFamily="18" charset="0"/>
                          </a:rPr>
                        </m:ctrlPr>
                      </m:sSubPr>
                      <m:e>
                        <m:r>
                          <a:rPr lang="ar-AE" i="1">
                            <a:latin typeface="Cambria Math" panose="02040503050406030204" pitchFamily="18" charset="0"/>
                          </a:rPr>
                          <m:t>𝑉</m:t>
                        </m:r>
                      </m:e>
                      <m:sub>
                        <m:r>
                          <a:rPr lang="ar-AE" i="1">
                            <a:latin typeface="Cambria Math" panose="02040503050406030204" pitchFamily="18" charset="0"/>
                          </a:rPr>
                          <m:t>𝑖</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m:t>
                    </m:r>
                    <m:r>
                      <a:rPr lang="ar-AE">
                        <a:latin typeface="Cambria Math" panose="02040503050406030204" pitchFamily="18" charset="0"/>
                      </a:rPr>
                      <m:t>,</m:t>
                    </m:r>
                    <m:r>
                      <m:rPr>
                        <m:nor/>
                      </m:rPr>
                      <a:rPr lang="ar-AE" i="1"/>
                      <m:t>  </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𝑖</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oMath>
                </a14:m>
                <a:endParaRPr lang="ar-AE" dirty="0"/>
              </a:p>
              <a:p>
                <a:pPr>
                  <a:lnSpc>
                    <a:spcPct val="120000"/>
                  </a:lnSpc>
                  <a:spcBef>
                    <a:spcPts val="0"/>
                  </a:spcBef>
                  <a:spcAft>
                    <a:spcPts val="0"/>
                  </a:spcAft>
                </a:pPr>
                <a:r>
                  <a:rPr lang="en-IN" b="1" dirty="0"/>
                  <a:t>Forget Gate:</a:t>
                </a:r>
                <a:endParaRPr lang="en-IN" dirty="0"/>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𝑓</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m:t>
                    </m:r>
                    <m:r>
                      <a:rPr lang="ar-AE">
                        <a:latin typeface="Cambria Math" panose="02040503050406030204" pitchFamily="18" charset="0"/>
                      </a:rPr>
                      <m:t>,</m:t>
                    </m:r>
                    <m:r>
                      <m:rPr>
                        <m:nor/>
                      </m:rPr>
                      <a:rPr lang="ar-AE" i="1"/>
                      <m:t>  </m:t>
                    </m:r>
                    <m:sSub>
                      <m:sSubPr>
                        <m:ctrlPr>
                          <a:rPr lang="ar-AE" i="1">
                            <a:latin typeface="Cambria Math" panose="02040503050406030204" pitchFamily="18" charset="0"/>
                          </a:rPr>
                        </m:ctrlPr>
                      </m:sSubPr>
                      <m:e>
                        <m:r>
                          <a:rPr lang="ar-AE" i="1">
                            <a:latin typeface="Cambria Math" panose="02040503050406030204" pitchFamily="18" charset="0"/>
                          </a:rPr>
                          <m:t>𝑈</m:t>
                        </m:r>
                      </m:e>
                      <m:sub>
                        <m:r>
                          <a:rPr lang="ar-AE" i="1">
                            <a:latin typeface="Cambria Math" panose="02040503050406030204" pitchFamily="18" charset="0"/>
                          </a:rPr>
                          <m:t>𝑓</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r>
                      <a:rPr lang="ar-AE">
                        <a:latin typeface="Cambria Math" panose="02040503050406030204" pitchFamily="18" charset="0"/>
                      </a:rPr>
                      <m:t>,</m:t>
                    </m:r>
                    <m:r>
                      <m:rPr>
                        <m:nor/>
                      </m:rPr>
                      <a:rPr lang="ar-AE" i="1"/>
                      <m:t>  </m:t>
                    </m:r>
                    <m:sSub>
                      <m:sSubPr>
                        <m:ctrlPr>
                          <a:rPr lang="ar-AE" i="1">
                            <a:latin typeface="Cambria Math" panose="02040503050406030204" pitchFamily="18" charset="0"/>
                          </a:rPr>
                        </m:ctrlPr>
                      </m:sSubPr>
                      <m:e>
                        <m:r>
                          <a:rPr lang="ar-AE" i="1">
                            <a:latin typeface="Cambria Math" panose="02040503050406030204" pitchFamily="18" charset="0"/>
                          </a:rPr>
                          <m:t>𝑉</m:t>
                        </m:r>
                      </m:e>
                      <m:sub>
                        <m:r>
                          <a:rPr lang="ar-AE" i="1">
                            <a:latin typeface="Cambria Math" panose="02040503050406030204" pitchFamily="18" charset="0"/>
                          </a:rPr>
                          <m:t>𝑓</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r>
                      <a:rPr lang="ar-AE">
                        <a:latin typeface="Cambria Math" panose="02040503050406030204" pitchFamily="18" charset="0"/>
                      </a:rPr>
                      <m:t>,</m:t>
                    </m:r>
                    <m:r>
                      <m:rPr>
                        <m:nor/>
                      </m:rPr>
                      <a:rPr lang="ar-AE" i="1"/>
                      <m:t>  </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𝑓</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oMath>
                </a14:m>
                <a:endParaRPr lang="ar-AE" dirty="0"/>
              </a:p>
              <a:p>
                <a:pPr>
                  <a:lnSpc>
                    <a:spcPct val="120000"/>
                  </a:lnSpc>
                  <a:spcBef>
                    <a:spcPts val="0"/>
                  </a:spcBef>
                  <a:spcAft>
                    <a:spcPts val="0"/>
                  </a:spcAft>
                </a:pPr>
                <a:r>
                  <a:rPr lang="en-IN" b="1" dirty="0"/>
                  <a:t>Cell Candidate:</a:t>
                </a:r>
                <a:endParaRPr lang="en-IN" dirty="0"/>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𝑐</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9</m:t>
                    </m:r>
                    <m:r>
                      <a:rPr lang="ar-AE">
                        <a:latin typeface="Cambria Math" panose="02040503050406030204" pitchFamily="18" charset="0"/>
                      </a:rPr>
                      <m:t>,</m:t>
                    </m:r>
                    <m:r>
                      <m:rPr>
                        <m:nor/>
                      </m:rPr>
                      <a:rPr lang="ar-AE" i="1"/>
                      <m:t>  </m:t>
                    </m:r>
                    <m:sSub>
                      <m:sSubPr>
                        <m:ctrlPr>
                          <a:rPr lang="ar-AE" i="1">
                            <a:latin typeface="Cambria Math" panose="02040503050406030204" pitchFamily="18" charset="0"/>
                          </a:rPr>
                        </m:ctrlPr>
                      </m:sSubPr>
                      <m:e>
                        <m:r>
                          <a:rPr lang="ar-AE" i="1">
                            <a:latin typeface="Cambria Math" panose="02040503050406030204" pitchFamily="18" charset="0"/>
                          </a:rPr>
                          <m:t>𝑈</m:t>
                        </m:r>
                      </m:e>
                      <m:sub>
                        <m:r>
                          <a:rPr lang="ar-AE" i="1">
                            <a:latin typeface="Cambria Math" panose="02040503050406030204" pitchFamily="18" charset="0"/>
                          </a:rPr>
                          <m:t>𝑐</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r>
                      <a:rPr lang="ar-AE">
                        <a:latin typeface="Cambria Math" panose="02040503050406030204" pitchFamily="18" charset="0"/>
                      </a:rPr>
                      <m:t>,</m:t>
                    </m:r>
                    <m:r>
                      <m:rPr>
                        <m:nor/>
                      </m:rPr>
                      <a:rPr lang="ar-AE" i="1"/>
                      <m:t>  </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𝑐</m:t>
                        </m:r>
                      </m:sub>
                    </m:sSub>
                    <m:r>
                      <a:rPr lang="ar-AE">
                        <a:latin typeface="Cambria Math" panose="02040503050406030204" pitchFamily="18" charset="0"/>
                      </a:rPr>
                      <m:t>=</m:t>
                    </m:r>
                    <m:r>
                      <a:rPr lang="ar-AE">
                        <a:latin typeface="Cambria Math" panose="02040503050406030204" pitchFamily="18" charset="0"/>
                      </a:rPr>
                      <m:t>0</m:t>
                    </m:r>
                  </m:oMath>
                </a14:m>
                <a:endParaRPr lang="ar-AE" dirty="0"/>
              </a:p>
              <a:p>
                <a:pPr>
                  <a:lnSpc>
                    <a:spcPct val="120000"/>
                  </a:lnSpc>
                  <a:spcBef>
                    <a:spcPts val="0"/>
                  </a:spcBef>
                  <a:spcAft>
                    <a:spcPts val="0"/>
                  </a:spcAft>
                </a:pPr>
                <a:r>
                  <a:rPr lang="en-IN" b="1" dirty="0"/>
                  <a:t>Output Gate:</a:t>
                </a:r>
                <a:endParaRPr lang="en-IN" dirty="0"/>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𝑜</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m:t>
                    </m:r>
                    <m:r>
                      <a:rPr lang="ar-AE">
                        <a:latin typeface="Cambria Math" panose="02040503050406030204" pitchFamily="18" charset="0"/>
                      </a:rPr>
                      <m:t>,</m:t>
                    </m:r>
                    <m:r>
                      <m:rPr>
                        <m:nor/>
                      </m:rPr>
                      <a:rPr lang="ar-AE" i="1"/>
                      <m:t>  </m:t>
                    </m:r>
                    <m:sSub>
                      <m:sSubPr>
                        <m:ctrlPr>
                          <a:rPr lang="ar-AE" i="1">
                            <a:latin typeface="Cambria Math" panose="02040503050406030204" pitchFamily="18" charset="0"/>
                          </a:rPr>
                        </m:ctrlPr>
                      </m:sSubPr>
                      <m:e>
                        <m:r>
                          <a:rPr lang="ar-AE" i="1">
                            <a:latin typeface="Cambria Math" panose="02040503050406030204" pitchFamily="18" charset="0"/>
                          </a:rPr>
                          <m:t>𝑈</m:t>
                        </m:r>
                      </m:e>
                      <m:sub>
                        <m:r>
                          <a:rPr lang="ar-AE" i="1">
                            <a:latin typeface="Cambria Math" panose="02040503050406030204" pitchFamily="18" charset="0"/>
                          </a:rPr>
                          <m:t>𝑜</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r>
                      <a:rPr lang="ar-AE">
                        <a:latin typeface="Cambria Math" panose="02040503050406030204" pitchFamily="18" charset="0"/>
                      </a:rPr>
                      <m:t>,</m:t>
                    </m:r>
                    <m:r>
                      <m:rPr>
                        <m:nor/>
                      </m:rPr>
                      <a:rPr lang="ar-AE" i="1"/>
                      <m:t>  </m:t>
                    </m:r>
                    <m:sSub>
                      <m:sSubPr>
                        <m:ctrlPr>
                          <a:rPr lang="ar-AE" i="1">
                            <a:latin typeface="Cambria Math" panose="02040503050406030204" pitchFamily="18" charset="0"/>
                          </a:rPr>
                        </m:ctrlPr>
                      </m:sSubPr>
                      <m:e>
                        <m:r>
                          <a:rPr lang="ar-AE" i="1">
                            <a:latin typeface="Cambria Math" panose="02040503050406030204" pitchFamily="18" charset="0"/>
                          </a:rPr>
                          <m:t>𝑉</m:t>
                        </m:r>
                      </m:e>
                      <m:sub>
                        <m:r>
                          <a:rPr lang="ar-AE" i="1">
                            <a:latin typeface="Cambria Math" panose="02040503050406030204" pitchFamily="18" charset="0"/>
                          </a:rPr>
                          <m:t>𝑜</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m:t>
                    </m:r>
                    <m:r>
                      <a:rPr lang="ar-AE">
                        <a:latin typeface="Cambria Math" panose="02040503050406030204" pitchFamily="18" charset="0"/>
                      </a:rPr>
                      <m:t>,</m:t>
                    </m:r>
                    <m:r>
                      <m:rPr>
                        <m:nor/>
                      </m:rPr>
                      <a:rPr lang="ar-AE" i="1"/>
                      <m:t>  </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𝑜</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oMath>
                </a14:m>
                <a:endParaRPr lang="ar-AE" dirty="0"/>
              </a:p>
              <a:p>
                <a:pPr>
                  <a:lnSpc>
                    <a:spcPct val="120000"/>
                  </a:lnSpc>
                  <a:spcBef>
                    <a:spcPts val="0"/>
                  </a:spcBef>
                  <a:spcAft>
                    <a:spcPts val="0"/>
                  </a:spcAft>
                </a:pPr>
                <a:endParaRPr lang="en-IN" dirty="0"/>
              </a:p>
            </p:txBody>
          </p:sp>
        </mc:Choice>
        <mc:Fallback xmlns="">
          <p:sp>
            <p:nvSpPr>
              <p:cNvPr id="3" name="Content Placeholder 2">
                <a:extLst>
                  <a:ext uri="{FF2B5EF4-FFF2-40B4-BE49-F238E27FC236}">
                    <a16:creationId xmlns:a16="http://schemas.microsoft.com/office/drawing/2014/main" id="{5D1CA914-37FE-7875-AF22-9BD909BF2143}"/>
                  </a:ext>
                </a:extLst>
              </p:cNvPr>
              <p:cNvSpPr>
                <a:spLocks noGrp="1" noRot="1" noChangeAspect="1" noMove="1" noResize="1" noEditPoints="1" noAdjustHandles="1" noChangeArrowheads="1" noChangeShapeType="1" noTextEdit="1"/>
              </p:cNvSpPr>
              <p:nvPr>
                <p:ph idx="1"/>
              </p:nvPr>
            </p:nvSpPr>
            <p:spPr>
              <a:xfrm>
                <a:off x="1025842" y="1408386"/>
                <a:ext cx="10201275" cy="4717884"/>
              </a:xfrm>
              <a:blipFill>
                <a:blip r:embed="rId2"/>
                <a:stretch>
                  <a:fillRect l="-1434" t="-646" b="-1292"/>
                </a:stretch>
              </a:blipFill>
            </p:spPr>
            <p:txBody>
              <a:bodyPr/>
              <a:lstStyle/>
              <a:p>
                <a:r>
                  <a:rPr lang="en-IN">
                    <a:noFill/>
                  </a:rPr>
                  <a:t> </a:t>
                </a:r>
              </a:p>
            </p:txBody>
          </p:sp>
        </mc:Fallback>
      </mc:AlternateContent>
    </p:spTree>
    <p:extLst>
      <p:ext uri="{BB962C8B-B14F-4D97-AF65-F5344CB8AC3E}">
        <p14:creationId xmlns:p14="http://schemas.microsoft.com/office/powerpoint/2010/main" val="336157272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BE655-B0A2-42FE-99A5-77E6E88A50AB}"/>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52C74DF-46E0-C834-DC0C-D5C98A6D81C7}"/>
                  </a:ext>
                </a:extLst>
              </p:cNvPr>
              <p:cNvSpPr>
                <a:spLocks noGrp="1"/>
              </p:cNvSpPr>
              <p:nvPr>
                <p:ph idx="1"/>
              </p:nvPr>
            </p:nvSpPr>
            <p:spPr>
              <a:xfrm>
                <a:off x="819807" y="1408386"/>
                <a:ext cx="10438841" cy="4749415"/>
              </a:xfrm>
            </p:spPr>
            <p:txBody>
              <a:bodyPr>
                <a:normAutofit fontScale="85000" lnSpcReduction="20000"/>
              </a:bodyPr>
              <a:lstStyle/>
              <a:p>
                <a:pPr marL="0" indent="0">
                  <a:lnSpc>
                    <a:spcPct val="120000"/>
                  </a:lnSpc>
                  <a:spcBef>
                    <a:spcPts val="0"/>
                  </a:spcBef>
                  <a:spcAft>
                    <a:spcPts val="0"/>
                  </a:spcAft>
                  <a:buNone/>
                </a:pPr>
                <a:r>
                  <a:rPr lang="en-IN" b="1" dirty="0"/>
                  <a:t>Step 1: Input Gate</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𝑖</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𝑖</m:t>
                            </m:r>
                          </m:sub>
                        </m:sSub>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𝑈</m:t>
                            </m:r>
                          </m:e>
                          <m:sub>
                            <m:r>
                              <a:rPr lang="ar-AE" i="1">
                                <a:latin typeface="Cambria Math" panose="02040503050406030204" pitchFamily="18" charset="0"/>
                              </a:rPr>
                              <m:t>𝑖</m:t>
                            </m:r>
                          </m:sub>
                        </m:sSub>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𝑉</m:t>
                            </m:r>
                          </m:e>
                          <m:sub>
                            <m:r>
                              <a:rPr lang="ar-AE" i="1">
                                <a:latin typeface="Cambria Math" panose="02040503050406030204" pitchFamily="18" charset="0"/>
                              </a:rPr>
                              <m:t>𝑖</m:t>
                            </m:r>
                          </m:sub>
                        </m:sSub>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𝑖</m:t>
                            </m:r>
                          </m:sub>
                        </m:sSub>
                      </m:e>
                    </m:d>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d>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56</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15</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24</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d>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15</m:t>
                        </m:r>
                      </m:e>
                    </m:d>
                  </m:oMath>
                </a14:m>
                <a:endParaRPr lang="ar-AE" dirty="0"/>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𝑖</m:t>
                        </m:r>
                      </m:e>
                      <m:sub>
                        <m:r>
                          <a:rPr lang="ar-AE" i="1">
                            <a:latin typeface="Cambria Math" panose="02040503050406030204" pitchFamily="18" charset="0"/>
                          </a:rPr>
                          <m:t>𝑡</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759</m:t>
                    </m:r>
                  </m:oMath>
                </a14:m>
                <a:endParaRPr lang="ar-AE" dirty="0"/>
              </a:p>
              <a:p>
                <a:pPr marL="0" indent="0">
                  <a:lnSpc>
                    <a:spcPct val="120000"/>
                  </a:lnSpc>
                  <a:spcBef>
                    <a:spcPts val="0"/>
                  </a:spcBef>
                  <a:spcAft>
                    <a:spcPts val="0"/>
                  </a:spcAft>
                  <a:buNone/>
                </a:pPr>
                <a:r>
                  <a:rPr lang="en-IN" b="1" dirty="0"/>
                  <a:t> Step 2: Forget Gate</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e>
                    </m:d>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48</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12</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e>
                    </m:d>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90</m:t>
                        </m:r>
                      </m:e>
                    </m:d>
                  </m:oMath>
                </a14:m>
                <a:endParaRPr lang="ar-AE" dirty="0"/>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𝑡</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711</m:t>
                    </m:r>
                  </m:oMath>
                </a14:m>
                <a:endParaRPr lang="ar-AE" dirty="0"/>
              </a:p>
              <a:p>
                <a:pPr marL="0" indent="0">
                  <a:lnSpc>
                    <a:spcPct val="120000"/>
                  </a:lnSpc>
                  <a:spcBef>
                    <a:spcPts val="0"/>
                  </a:spcBef>
                  <a:spcAft>
                    <a:spcPts val="0"/>
                  </a:spcAft>
                  <a:buNone/>
                </a:pPr>
                <a:r>
                  <a:rPr lang="en-IN" b="1" dirty="0"/>
                  <a:t>Step 3: Candidate Cell State</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𝐶</m:t>
                            </m:r>
                          </m:e>
                        </m:acc>
                      </m:e>
                      <m:sub>
                        <m:r>
                          <a:rPr lang="ar-AE" i="1">
                            <a:latin typeface="Cambria Math" panose="02040503050406030204" pitchFamily="18" charset="0"/>
                          </a:rPr>
                          <m:t>𝑡</m:t>
                        </m:r>
                      </m:sub>
                    </m:sSub>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9</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e>
                        </m:d>
                      </m:e>
                    </m:d>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72</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09</m:t>
                        </m:r>
                      </m:e>
                    </m:d>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81</m:t>
                        </m:r>
                      </m:e>
                    </m:d>
                  </m:oMath>
                </a14:m>
                <a:endParaRPr lang="ar-AE" dirty="0"/>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𝐶</m:t>
                            </m:r>
                          </m:e>
                        </m:acc>
                      </m:e>
                      <m:sub>
                        <m:r>
                          <a:rPr lang="ar-AE" i="1">
                            <a:latin typeface="Cambria Math" panose="02040503050406030204" pitchFamily="18" charset="0"/>
                          </a:rPr>
                          <m:t>𝑡</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670</m:t>
                    </m:r>
                  </m:oMath>
                </a14:m>
                <a:endParaRPr lang="ar-AE" dirty="0"/>
              </a:p>
              <a:p>
                <a:pPr>
                  <a:lnSpc>
                    <a:spcPct val="120000"/>
                  </a:lnSpc>
                  <a:spcBef>
                    <a:spcPts val="0"/>
                  </a:spcBef>
                  <a:spcAft>
                    <a:spcPts val="0"/>
                  </a:spcAft>
                </a:pPr>
                <a:endParaRPr lang="en-IN" dirty="0"/>
              </a:p>
            </p:txBody>
          </p:sp>
        </mc:Choice>
        <mc:Fallback xmlns="">
          <p:sp>
            <p:nvSpPr>
              <p:cNvPr id="3" name="Content Placeholder 2">
                <a:extLst>
                  <a:ext uri="{FF2B5EF4-FFF2-40B4-BE49-F238E27FC236}">
                    <a16:creationId xmlns:a16="http://schemas.microsoft.com/office/drawing/2014/main" id="{C52C74DF-46E0-C834-DC0C-D5C98A6D81C7}"/>
                  </a:ext>
                </a:extLst>
              </p:cNvPr>
              <p:cNvSpPr>
                <a:spLocks noGrp="1" noRot="1" noChangeAspect="1" noMove="1" noResize="1" noEditPoints="1" noAdjustHandles="1" noChangeArrowheads="1" noChangeShapeType="1" noTextEdit="1"/>
              </p:cNvSpPr>
              <p:nvPr>
                <p:ph idx="1"/>
              </p:nvPr>
            </p:nvSpPr>
            <p:spPr>
              <a:xfrm>
                <a:off x="819807" y="1408386"/>
                <a:ext cx="10438841" cy="4749415"/>
              </a:xfrm>
              <a:blipFill>
                <a:blip r:embed="rId2"/>
                <a:stretch>
                  <a:fillRect l="-1459" t="-642" b="-770"/>
                </a:stretch>
              </a:blipFill>
            </p:spPr>
            <p:txBody>
              <a:bodyPr/>
              <a:lstStyle/>
              <a:p>
                <a:r>
                  <a:rPr lang="en-IN">
                    <a:noFill/>
                  </a:rPr>
                  <a:t> </a:t>
                </a:r>
              </a:p>
            </p:txBody>
          </p:sp>
        </mc:Fallback>
      </mc:AlternateContent>
    </p:spTree>
    <p:extLst>
      <p:ext uri="{BB962C8B-B14F-4D97-AF65-F5344CB8AC3E}">
        <p14:creationId xmlns:p14="http://schemas.microsoft.com/office/powerpoint/2010/main" val="280171054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E8911-EAA8-D324-BD38-95AD855414A2}"/>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F046B1E-8141-E410-FF46-6F86812B7E48}"/>
                  </a:ext>
                </a:extLst>
              </p:cNvPr>
              <p:cNvSpPr>
                <a:spLocks noGrp="1"/>
              </p:cNvSpPr>
              <p:nvPr>
                <p:ph idx="1"/>
              </p:nvPr>
            </p:nvSpPr>
            <p:spPr>
              <a:xfrm>
                <a:off x="914400" y="1408386"/>
                <a:ext cx="10312717" cy="4717884"/>
              </a:xfrm>
            </p:spPr>
            <p:txBody>
              <a:bodyPr>
                <a:normAutofit fontScale="77500" lnSpcReduction="20000"/>
              </a:bodyPr>
              <a:lstStyle/>
              <a:p>
                <a:pPr marL="0" indent="0">
                  <a:lnSpc>
                    <a:spcPct val="120000"/>
                  </a:lnSpc>
                  <a:spcBef>
                    <a:spcPts val="0"/>
                  </a:spcBef>
                  <a:spcAft>
                    <a:spcPts val="0"/>
                  </a:spcAft>
                  <a:buNone/>
                </a:pPr>
                <a:r>
                  <a:rPr lang="en-IN" b="1" dirty="0"/>
                  <a:t>Step 4: Cell State Update</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𝑡</m:t>
                        </m:r>
                      </m:sub>
                    </m:sSub>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𝑖</m:t>
                        </m:r>
                      </m:e>
                      <m:sub>
                        <m:r>
                          <a:rPr lang="ar-AE" i="1">
                            <a:latin typeface="Cambria Math" panose="02040503050406030204" pitchFamily="18" charset="0"/>
                          </a:rPr>
                          <m:t>𝑡</m:t>
                        </m:r>
                      </m:sub>
                    </m:sSub>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𝐶</m:t>
                            </m:r>
                          </m:e>
                        </m:acc>
                      </m:e>
                      <m:sub>
                        <m:r>
                          <a:rPr lang="ar-AE" i="1">
                            <a:latin typeface="Cambria Math" panose="02040503050406030204" pitchFamily="18" charset="0"/>
                          </a:rPr>
                          <m:t>𝑡</m:t>
                        </m:r>
                      </m:sub>
                    </m:sSub>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711</m:t>
                        </m:r>
                      </m:e>
                    </m:d>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d>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759</m:t>
                        </m:r>
                      </m:e>
                    </m:d>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670</m:t>
                        </m:r>
                      </m:e>
                    </m:d>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284</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508</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792</m:t>
                    </m:r>
                  </m:oMath>
                </a14:m>
                <a:endParaRPr lang="ar-AE" dirty="0"/>
              </a:p>
              <a:p>
                <a:pPr marL="0" indent="0">
                  <a:lnSpc>
                    <a:spcPct val="120000"/>
                  </a:lnSpc>
                  <a:spcBef>
                    <a:spcPts val="0"/>
                  </a:spcBef>
                  <a:spcAft>
                    <a:spcPts val="0"/>
                  </a:spcAft>
                  <a:buNone/>
                </a:pPr>
                <a:endParaRPr lang="ar-AE" dirty="0"/>
              </a:p>
              <a:p>
                <a:pPr marL="0" indent="0">
                  <a:lnSpc>
                    <a:spcPct val="120000"/>
                  </a:lnSpc>
                  <a:spcBef>
                    <a:spcPts val="0"/>
                  </a:spcBef>
                  <a:spcAft>
                    <a:spcPts val="0"/>
                  </a:spcAft>
                  <a:buNone/>
                </a:pPr>
                <a:r>
                  <a:rPr lang="en-IN" b="1" dirty="0"/>
                  <a:t>Step 5: Output Gate (Peephole)</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𝑜</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792</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e>
                    </m:d>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64</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06</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554</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e>
                    </m:d>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354</m:t>
                        </m:r>
                      </m:e>
                    </m:d>
                  </m:oMath>
                </a14:m>
                <a:endParaRPr lang="ar-AE" dirty="0"/>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𝑜</m:t>
                        </m:r>
                      </m:e>
                      <m:sub>
                        <m:r>
                          <a:rPr lang="ar-AE" i="1">
                            <a:latin typeface="Cambria Math" panose="02040503050406030204" pitchFamily="18" charset="0"/>
                          </a:rPr>
                          <m:t>𝑡</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795</m:t>
                    </m:r>
                  </m:oMath>
                </a14:m>
                <a:endParaRPr lang="ar-AE" dirty="0"/>
              </a:p>
              <a:p>
                <a:pPr marL="0" indent="0">
                  <a:lnSpc>
                    <a:spcPct val="120000"/>
                  </a:lnSpc>
                  <a:spcBef>
                    <a:spcPts val="0"/>
                  </a:spcBef>
                  <a:spcAft>
                    <a:spcPts val="0"/>
                  </a:spcAft>
                  <a:buNone/>
                </a:pPr>
                <a:endParaRPr lang="en-IN" b="1" dirty="0"/>
              </a:p>
              <a:p>
                <a:pPr marL="0" indent="0">
                  <a:lnSpc>
                    <a:spcPct val="120000"/>
                  </a:lnSpc>
                  <a:spcBef>
                    <a:spcPts val="0"/>
                  </a:spcBef>
                  <a:spcAft>
                    <a:spcPts val="0"/>
                  </a:spcAft>
                  <a:buNone/>
                </a:pPr>
                <a:r>
                  <a:rPr lang="en-IN" b="1" dirty="0"/>
                  <a:t>Step 6: Hidden State</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𝑜</m:t>
                        </m:r>
                      </m:e>
                      <m:sub>
                        <m:r>
                          <a:rPr lang="ar-AE" i="1">
                            <a:latin typeface="Cambria Math" panose="02040503050406030204" pitchFamily="18" charset="0"/>
                          </a:rPr>
                          <m:t>𝑡</m:t>
                        </m:r>
                      </m:sub>
                    </m:sSub>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sub>
                        </m:sSub>
                      </m:e>
                    </m:d>
                  </m:oMath>
                </a14:m>
                <a:endParaRPr lang="ar-AE" dirty="0"/>
              </a:p>
              <a:p>
                <a:pPr>
                  <a:lnSpc>
                    <a:spcPct val="120000"/>
                  </a:lnSpc>
                  <a:spcBef>
                    <a:spcPts val="0"/>
                  </a:spcBef>
                  <a:spcAft>
                    <a:spcPts val="0"/>
                  </a:spcAft>
                </a:pPr>
                <a14:m>
                  <m:oMath xmlns:m="http://schemas.openxmlformats.org/officeDocument/2006/math">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792</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659</m:t>
                    </m:r>
                  </m:oMath>
                </a14:m>
                <a:endParaRPr lang="ar-AE" dirty="0"/>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795</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659</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524</m:t>
                    </m:r>
                  </m:oMath>
                </a14:m>
                <a:endParaRPr lang="ar-AE" dirty="0"/>
              </a:p>
              <a:p>
                <a:pPr>
                  <a:lnSpc>
                    <a:spcPct val="120000"/>
                  </a:lnSpc>
                  <a:spcBef>
                    <a:spcPts val="0"/>
                  </a:spcBef>
                  <a:spcAft>
                    <a:spcPts val="0"/>
                  </a:spcAft>
                </a:pPr>
                <a:endParaRPr lang="en-IN" dirty="0"/>
              </a:p>
            </p:txBody>
          </p:sp>
        </mc:Choice>
        <mc:Fallback xmlns="">
          <p:sp>
            <p:nvSpPr>
              <p:cNvPr id="3" name="Content Placeholder 2">
                <a:extLst>
                  <a:ext uri="{FF2B5EF4-FFF2-40B4-BE49-F238E27FC236}">
                    <a16:creationId xmlns:a16="http://schemas.microsoft.com/office/drawing/2014/main" id="{FF046B1E-8141-E410-FF46-6F86812B7E48}"/>
                  </a:ext>
                </a:extLst>
              </p:cNvPr>
              <p:cNvSpPr>
                <a:spLocks noGrp="1" noRot="1" noChangeAspect="1" noMove="1" noResize="1" noEditPoints="1" noAdjustHandles="1" noChangeArrowheads="1" noChangeShapeType="1" noTextEdit="1"/>
              </p:cNvSpPr>
              <p:nvPr>
                <p:ph idx="1"/>
              </p:nvPr>
            </p:nvSpPr>
            <p:spPr>
              <a:xfrm>
                <a:off x="914400" y="1408386"/>
                <a:ext cx="10312717" cy="4717884"/>
              </a:xfrm>
              <a:blipFill>
                <a:blip r:embed="rId2"/>
                <a:stretch>
                  <a:fillRect l="-1418" t="-646" b="-129"/>
                </a:stretch>
              </a:blipFill>
            </p:spPr>
            <p:txBody>
              <a:bodyPr/>
              <a:lstStyle/>
              <a:p>
                <a:r>
                  <a:rPr lang="en-IN">
                    <a:noFill/>
                  </a:rPr>
                  <a:t> </a:t>
                </a:r>
              </a:p>
            </p:txBody>
          </p:sp>
        </mc:Fallback>
      </mc:AlternateContent>
    </p:spTree>
    <p:extLst>
      <p:ext uri="{BB962C8B-B14F-4D97-AF65-F5344CB8AC3E}">
        <p14:creationId xmlns:p14="http://schemas.microsoft.com/office/powerpoint/2010/main" val="179179909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6808E-35E1-1714-5C13-69BC674B4A61}"/>
              </a:ext>
            </a:extLst>
          </p:cNvPr>
          <p:cNvSpPr>
            <a:spLocks noGrp="1"/>
          </p:cNvSpPr>
          <p:nvPr>
            <p:ph type="title"/>
          </p:nvPr>
        </p:nvSpPr>
        <p:spPr/>
        <p:txBody>
          <a:bodyPr>
            <a:normAutofit fontScale="90000"/>
          </a:bodyPr>
          <a:lstStyle/>
          <a:p>
            <a:endParaRPr lang="en-IN"/>
          </a:p>
        </p:txBody>
      </p:sp>
      <p:graphicFrame>
        <p:nvGraphicFramePr>
          <p:cNvPr id="4" name="Content Placeholder 3">
            <a:extLst>
              <a:ext uri="{FF2B5EF4-FFF2-40B4-BE49-F238E27FC236}">
                <a16:creationId xmlns:a16="http://schemas.microsoft.com/office/drawing/2014/main" id="{C7B3F8CF-F9B3-D56A-9E4A-52EF04A8B98C}"/>
              </a:ext>
            </a:extLst>
          </p:cNvPr>
          <p:cNvGraphicFramePr>
            <a:graphicFrameLocks noGrp="1"/>
          </p:cNvGraphicFramePr>
          <p:nvPr>
            <p:ph idx="1"/>
            <p:extLst>
              <p:ext uri="{D42A27DB-BD31-4B8C-83A1-F6EECF244321}">
                <p14:modId xmlns:p14="http://schemas.microsoft.com/office/powerpoint/2010/main" val="158849466"/>
              </p:ext>
            </p:extLst>
          </p:nvPr>
        </p:nvGraphicFramePr>
        <p:xfrm>
          <a:off x="2166883" y="2331720"/>
          <a:ext cx="6808952" cy="2194560"/>
        </p:xfrm>
        <a:graphic>
          <a:graphicData uri="http://schemas.openxmlformats.org/drawingml/2006/table">
            <a:tbl>
              <a:tblPr/>
              <a:tblGrid>
                <a:gridCol w="3404476">
                  <a:extLst>
                    <a:ext uri="{9D8B030D-6E8A-4147-A177-3AD203B41FA5}">
                      <a16:colId xmlns:a16="http://schemas.microsoft.com/office/drawing/2014/main" val="604422299"/>
                    </a:ext>
                  </a:extLst>
                </a:gridCol>
                <a:gridCol w="3404476">
                  <a:extLst>
                    <a:ext uri="{9D8B030D-6E8A-4147-A177-3AD203B41FA5}">
                      <a16:colId xmlns:a16="http://schemas.microsoft.com/office/drawing/2014/main" val="3294261774"/>
                    </a:ext>
                  </a:extLst>
                </a:gridCol>
              </a:tblGrid>
              <a:tr h="347912">
                <a:tc>
                  <a:txBody>
                    <a:bodyPr/>
                    <a:lstStyle/>
                    <a:p>
                      <a:pPr>
                        <a:buNone/>
                      </a:pPr>
                      <a:r>
                        <a:rPr lang="en-IN" b="1"/>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1077101"/>
                  </a:ext>
                </a:extLst>
              </a:tr>
              <a:tr h="347912">
                <a:tc>
                  <a:txBody>
                    <a:bodyPr/>
                    <a:lstStyle/>
                    <a:p>
                      <a:pPr>
                        <a:buNone/>
                      </a:pPr>
                      <a:r>
                        <a:rPr lang="en-IN"/>
                        <a:t>Input Gate (i_t)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0.759</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7059530"/>
                  </a:ext>
                </a:extLst>
              </a:tr>
              <a:tr h="347912">
                <a:tc>
                  <a:txBody>
                    <a:bodyPr/>
                    <a:lstStyle/>
                    <a:p>
                      <a:pPr>
                        <a:buNone/>
                      </a:pPr>
                      <a:r>
                        <a:rPr lang="en-IN"/>
                        <a:t>Forget Gate (f_t)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0.711</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0840408"/>
                  </a:ext>
                </a:extLst>
              </a:tr>
              <a:tr h="347912">
                <a:tc>
                  <a:txBody>
                    <a:bodyPr/>
                    <a:lstStyle/>
                    <a:p>
                      <a:pPr>
                        <a:buNone/>
                      </a:pPr>
                      <a:r>
                        <a:rPr lang="en-IN"/>
                        <a:t>Cell State (C_t)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0.792</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5040192"/>
                  </a:ext>
                </a:extLst>
              </a:tr>
              <a:tr h="347912">
                <a:tc>
                  <a:txBody>
                    <a:bodyPr/>
                    <a:lstStyle/>
                    <a:p>
                      <a:pPr>
                        <a:buNone/>
                      </a:pPr>
                      <a:r>
                        <a:rPr lang="en-IN"/>
                        <a:t>Output Gate (o_t)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0.795</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7688322"/>
                  </a:ext>
                </a:extLst>
              </a:tr>
              <a:tr h="347912">
                <a:tc>
                  <a:txBody>
                    <a:bodyPr/>
                    <a:lstStyle/>
                    <a:p>
                      <a:pPr>
                        <a:buNone/>
                      </a:pPr>
                      <a:r>
                        <a:rPr lang="en-IN"/>
                        <a:t>Hidden State (h_t)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0.524</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7626377"/>
                  </a:ext>
                </a:extLst>
              </a:tr>
            </a:tbl>
          </a:graphicData>
        </a:graphic>
      </p:graphicFrame>
    </p:spTree>
    <p:extLst>
      <p:ext uri="{BB962C8B-B14F-4D97-AF65-F5344CB8AC3E}">
        <p14:creationId xmlns:p14="http://schemas.microsoft.com/office/powerpoint/2010/main" val="344739702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4978D-F3D3-C1F8-6734-D5F6103BFFA2}"/>
              </a:ext>
            </a:extLst>
          </p:cNvPr>
          <p:cNvSpPr>
            <a:spLocks noGrp="1"/>
          </p:cNvSpPr>
          <p:nvPr>
            <p:ph type="title"/>
          </p:nvPr>
        </p:nvSpPr>
        <p:spPr/>
        <p:txBody>
          <a:bodyPr>
            <a:normAutofit fontScale="90000"/>
          </a:bodyPr>
          <a:lstStyle/>
          <a:p>
            <a:r>
              <a:rPr lang="en-IN" dirty="0"/>
              <a:t>Minimal Gated Unit (MGU)</a:t>
            </a:r>
          </a:p>
        </p:txBody>
      </p:sp>
      <p:sp>
        <p:nvSpPr>
          <p:cNvPr id="3" name="Content Placeholder 2">
            <a:extLst>
              <a:ext uri="{FF2B5EF4-FFF2-40B4-BE49-F238E27FC236}">
                <a16:creationId xmlns:a16="http://schemas.microsoft.com/office/drawing/2014/main" id="{2E4A5C4B-E095-A3E6-627F-C708D498FD9F}"/>
              </a:ext>
            </a:extLst>
          </p:cNvPr>
          <p:cNvSpPr>
            <a:spLocks noGrp="1"/>
          </p:cNvSpPr>
          <p:nvPr>
            <p:ph idx="1"/>
          </p:nvPr>
        </p:nvSpPr>
        <p:spPr/>
        <p:txBody>
          <a:bodyPr/>
          <a:lstStyle/>
          <a:p>
            <a:r>
              <a:rPr lang="en-US" b="1" dirty="0"/>
              <a:t>What is MGU?</a:t>
            </a:r>
          </a:p>
          <a:p>
            <a:r>
              <a:rPr lang="en-US" b="1" dirty="0"/>
              <a:t>Minimal Gated Unit (MGU)</a:t>
            </a:r>
            <a:r>
              <a:rPr lang="en-US" dirty="0"/>
              <a:t> is a simplified version of gated RNNs like LSTM and GRU.</a:t>
            </a:r>
          </a:p>
          <a:p>
            <a:r>
              <a:rPr lang="en-US" dirty="0"/>
              <a:t>Key idea:</a:t>
            </a:r>
          </a:p>
          <a:p>
            <a:r>
              <a:rPr lang="en-US" dirty="0"/>
              <a:t>Use </a:t>
            </a:r>
            <a:r>
              <a:rPr lang="en-US" b="1" dirty="0"/>
              <a:t>only ONE gate instead of multiple gates</a:t>
            </a:r>
            <a:r>
              <a:rPr lang="en-US" dirty="0"/>
              <a:t> </a:t>
            </a:r>
          </a:p>
          <a:p>
            <a:r>
              <a:rPr lang="en-US" dirty="0"/>
              <a:t>Reduce </a:t>
            </a:r>
            <a:r>
              <a:rPr lang="en-US" b="1" dirty="0"/>
              <a:t>parameters + computation</a:t>
            </a:r>
            <a:r>
              <a:rPr lang="en-US" dirty="0"/>
              <a:t> </a:t>
            </a:r>
          </a:p>
          <a:p>
            <a:r>
              <a:rPr lang="en-US" dirty="0"/>
              <a:t>Maintain </a:t>
            </a:r>
            <a:r>
              <a:rPr lang="en-US" b="1" dirty="0"/>
              <a:t>performance close to GRU</a:t>
            </a:r>
            <a:endParaRPr lang="en-US" dirty="0"/>
          </a:p>
          <a:p>
            <a:endParaRPr lang="en-IN" dirty="0"/>
          </a:p>
        </p:txBody>
      </p:sp>
    </p:spTree>
    <p:extLst>
      <p:ext uri="{BB962C8B-B14F-4D97-AF65-F5344CB8AC3E}">
        <p14:creationId xmlns:p14="http://schemas.microsoft.com/office/powerpoint/2010/main" val="245670776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FBDCE-412B-342F-4A11-AFC2149C57BE}"/>
              </a:ext>
            </a:extLst>
          </p:cNvPr>
          <p:cNvSpPr>
            <a:spLocks noGrp="1"/>
          </p:cNvSpPr>
          <p:nvPr>
            <p:ph type="title"/>
          </p:nvPr>
        </p:nvSpPr>
        <p:spPr/>
        <p:txBody>
          <a:bodyPr>
            <a:normAutofit fontScale="90000"/>
          </a:bodyPr>
          <a:lstStyle/>
          <a:p>
            <a:endParaRPr lang="en-IN"/>
          </a:p>
        </p:txBody>
      </p:sp>
      <p:graphicFrame>
        <p:nvGraphicFramePr>
          <p:cNvPr id="4" name="Content Placeholder 3">
            <a:extLst>
              <a:ext uri="{FF2B5EF4-FFF2-40B4-BE49-F238E27FC236}">
                <a16:creationId xmlns:a16="http://schemas.microsoft.com/office/drawing/2014/main" id="{6EB1F68D-FB3C-291E-BFC8-49881F8B72CD}"/>
              </a:ext>
            </a:extLst>
          </p:cNvPr>
          <p:cNvGraphicFramePr>
            <a:graphicFrameLocks noGrp="1"/>
          </p:cNvGraphicFramePr>
          <p:nvPr>
            <p:ph idx="1"/>
            <p:extLst>
              <p:ext uri="{D42A27DB-BD31-4B8C-83A1-F6EECF244321}">
                <p14:modId xmlns:p14="http://schemas.microsoft.com/office/powerpoint/2010/main" val="2012974336"/>
              </p:ext>
            </p:extLst>
          </p:nvPr>
        </p:nvGraphicFramePr>
        <p:xfrm>
          <a:off x="1914634" y="2150531"/>
          <a:ext cx="6819462" cy="1463040"/>
        </p:xfrm>
        <a:graphic>
          <a:graphicData uri="http://schemas.openxmlformats.org/drawingml/2006/table">
            <a:tbl>
              <a:tblPr/>
              <a:tblGrid>
                <a:gridCol w="2273154">
                  <a:extLst>
                    <a:ext uri="{9D8B030D-6E8A-4147-A177-3AD203B41FA5}">
                      <a16:colId xmlns:a16="http://schemas.microsoft.com/office/drawing/2014/main" val="512182516"/>
                    </a:ext>
                  </a:extLst>
                </a:gridCol>
                <a:gridCol w="2273154">
                  <a:extLst>
                    <a:ext uri="{9D8B030D-6E8A-4147-A177-3AD203B41FA5}">
                      <a16:colId xmlns:a16="http://schemas.microsoft.com/office/drawing/2014/main" val="208176774"/>
                    </a:ext>
                  </a:extLst>
                </a:gridCol>
                <a:gridCol w="2273154">
                  <a:extLst>
                    <a:ext uri="{9D8B030D-6E8A-4147-A177-3AD203B41FA5}">
                      <a16:colId xmlns:a16="http://schemas.microsoft.com/office/drawing/2014/main" val="1161847803"/>
                    </a:ext>
                  </a:extLst>
                </a:gridCol>
              </a:tblGrid>
              <a:tr h="348972">
                <a:tc>
                  <a:txBody>
                    <a:bodyPr/>
                    <a:lstStyle/>
                    <a:p>
                      <a:pPr>
                        <a:buNone/>
                      </a:pPr>
                      <a:r>
                        <a:rPr lang="en-IN" b="1"/>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Gates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Complexity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91522446"/>
                  </a:ext>
                </a:extLst>
              </a:tr>
              <a:tr h="348972">
                <a:tc>
                  <a:txBody>
                    <a:bodyPr/>
                    <a:lstStyle/>
                    <a:p>
                      <a:pPr>
                        <a:buNone/>
                      </a:pPr>
                      <a:r>
                        <a:rPr lang="en-IN"/>
                        <a:t>LSTM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3 gates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6033044"/>
                  </a:ext>
                </a:extLst>
              </a:tr>
              <a:tr h="348972">
                <a:tc>
                  <a:txBody>
                    <a:bodyPr/>
                    <a:lstStyle/>
                    <a:p>
                      <a:pPr>
                        <a:buNone/>
                      </a:pPr>
                      <a:r>
                        <a:rPr lang="en-IN"/>
                        <a:t>GRU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2 gates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Medium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7543207"/>
                  </a:ext>
                </a:extLst>
              </a:tr>
              <a:tr h="348972">
                <a:tc>
                  <a:txBody>
                    <a:bodyPr/>
                    <a:lstStyle/>
                    <a:p>
                      <a:pPr>
                        <a:buNone/>
                      </a:pPr>
                      <a:r>
                        <a:rPr lang="en-IN" b="1"/>
                        <a:t>MGU</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1 gate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Low</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2961956"/>
                  </a:ext>
                </a:extLst>
              </a:tr>
            </a:tbl>
          </a:graphicData>
        </a:graphic>
      </p:graphicFrame>
    </p:spTree>
    <p:extLst>
      <p:ext uri="{BB962C8B-B14F-4D97-AF65-F5344CB8AC3E}">
        <p14:creationId xmlns:p14="http://schemas.microsoft.com/office/powerpoint/2010/main" val="87007187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3D045-1F03-3D95-A67C-BF0D1074DD99}"/>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93FA4408-2796-5E8F-6EBD-231B1A596EFA}"/>
              </a:ext>
            </a:extLst>
          </p:cNvPr>
          <p:cNvSpPr>
            <a:spLocks noGrp="1"/>
          </p:cNvSpPr>
          <p:nvPr>
            <p:ph idx="1"/>
          </p:nvPr>
        </p:nvSpPr>
        <p:spPr/>
        <p:txBody>
          <a:bodyPr/>
          <a:lstStyle/>
          <a:p>
            <a:pPr marL="0" indent="0">
              <a:buNone/>
            </a:pPr>
            <a:r>
              <a:rPr lang="en-US" dirty="0"/>
              <a:t>Goal:</a:t>
            </a:r>
            <a:br>
              <a:rPr lang="en-US" dirty="0"/>
            </a:br>
            <a:endParaRPr lang="en-US" dirty="0"/>
          </a:p>
          <a:p>
            <a:r>
              <a:rPr lang="en-US" dirty="0"/>
              <a:t> Simpler architecture</a:t>
            </a:r>
          </a:p>
          <a:p>
            <a:r>
              <a:rPr lang="en-US" dirty="0"/>
              <a:t> Faster training</a:t>
            </a:r>
          </a:p>
          <a:p>
            <a:r>
              <a:rPr lang="en-US" dirty="0"/>
              <a:t> Less memory usage</a:t>
            </a:r>
            <a:endParaRPr lang="en-IN" dirty="0"/>
          </a:p>
        </p:txBody>
      </p:sp>
    </p:spTree>
    <p:extLst>
      <p:ext uri="{BB962C8B-B14F-4D97-AF65-F5344CB8AC3E}">
        <p14:creationId xmlns:p14="http://schemas.microsoft.com/office/powerpoint/2010/main" val="297359781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4D5C6-F3B3-BE52-CC91-8C59737EB7C8}"/>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1EFD406E-759F-650F-BAA5-82BCF7B82417}"/>
              </a:ext>
            </a:extLst>
          </p:cNvPr>
          <p:cNvSpPr>
            <a:spLocks noGrp="1"/>
          </p:cNvSpPr>
          <p:nvPr>
            <p:ph idx="1"/>
          </p:nvPr>
        </p:nvSpPr>
        <p:spPr>
          <a:xfrm>
            <a:off x="1025842" y="1650124"/>
            <a:ext cx="10201275" cy="4476146"/>
          </a:xfrm>
        </p:spPr>
        <p:txBody>
          <a:bodyPr>
            <a:normAutofit/>
          </a:bodyPr>
          <a:lstStyle/>
          <a:p>
            <a:pPr marL="0" indent="0">
              <a:buNone/>
            </a:pPr>
            <a:r>
              <a:rPr lang="en-US" b="1" dirty="0"/>
              <a:t> Architecture of MGU</a:t>
            </a:r>
          </a:p>
          <a:p>
            <a:r>
              <a:rPr lang="en-US" dirty="0"/>
              <a:t>MGU uses only:</a:t>
            </a:r>
          </a:p>
          <a:p>
            <a:r>
              <a:rPr lang="en-US" b="1" dirty="0"/>
              <a:t> Forget Gate (fₜ)</a:t>
            </a:r>
          </a:p>
          <a:p>
            <a:r>
              <a:rPr lang="en-US" dirty="0"/>
              <a:t>Controls both: </a:t>
            </a:r>
          </a:p>
          <a:p>
            <a:pPr lvl="1"/>
            <a:r>
              <a:rPr lang="en-US" dirty="0"/>
              <a:t>Memory retention </a:t>
            </a:r>
          </a:p>
          <a:p>
            <a:pPr lvl="1"/>
            <a:r>
              <a:rPr lang="en-US" dirty="0"/>
              <a:t>New information addition </a:t>
            </a:r>
          </a:p>
          <a:p>
            <a:r>
              <a:rPr lang="en-US" dirty="0"/>
              <a:t>Unlike GRU:</a:t>
            </a:r>
          </a:p>
          <a:p>
            <a:r>
              <a:rPr lang="en-US" dirty="0"/>
              <a:t>No separate update/reset gates </a:t>
            </a:r>
          </a:p>
          <a:p>
            <a:r>
              <a:rPr lang="en-US" dirty="0"/>
              <a:t>Everything handled by </a:t>
            </a:r>
            <a:r>
              <a:rPr lang="en-US" b="1" dirty="0"/>
              <a:t>one gate</a:t>
            </a:r>
            <a:endParaRPr lang="en-US" dirty="0"/>
          </a:p>
          <a:p>
            <a:endParaRPr lang="en-IN" dirty="0"/>
          </a:p>
        </p:txBody>
      </p:sp>
    </p:spTree>
    <p:extLst>
      <p:ext uri="{BB962C8B-B14F-4D97-AF65-F5344CB8AC3E}">
        <p14:creationId xmlns:p14="http://schemas.microsoft.com/office/powerpoint/2010/main" val="273709477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175CE-338D-BD18-9345-7F895094F6DA}"/>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61B0907-CF30-E280-6980-50B20463BC2E}"/>
                  </a:ext>
                </a:extLst>
              </p:cNvPr>
              <p:cNvSpPr>
                <a:spLocks noGrp="1"/>
              </p:cNvSpPr>
              <p:nvPr>
                <p:ph idx="1"/>
              </p:nvPr>
            </p:nvSpPr>
            <p:spPr>
              <a:xfrm>
                <a:off x="704194" y="1387367"/>
                <a:ext cx="10522924" cy="4738904"/>
              </a:xfrm>
            </p:spPr>
            <p:txBody>
              <a:bodyPr>
                <a:normAutofit/>
              </a:bodyPr>
              <a:lstStyle/>
              <a:p>
                <a:pPr marL="0" indent="0">
                  <a:lnSpc>
                    <a:spcPct val="120000"/>
                  </a:lnSpc>
                  <a:spcBef>
                    <a:spcPts val="0"/>
                  </a:spcBef>
                  <a:spcAft>
                    <a:spcPts val="0"/>
                  </a:spcAft>
                  <a:buNone/>
                </a:pPr>
                <a:r>
                  <a:rPr lang="en-IN" b="1" dirty="0"/>
                  <a:t>Mathematical Formulation</a:t>
                </a:r>
              </a:p>
              <a:p>
                <a:pPr marL="0" indent="0">
                  <a:lnSpc>
                    <a:spcPct val="120000"/>
                  </a:lnSpc>
                  <a:spcBef>
                    <a:spcPts val="0"/>
                  </a:spcBef>
                  <a:spcAft>
                    <a:spcPts val="0"/>
                  </a:spcAft>
                  <a:buNone/>
                </a:pPr>
                <a:r>
                  <a:rPr lang="en-IN" b="1" dirty="0"/>
                  <a:t>Step 1: Forget Gate</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𝑓</m:t>
                            </m:r>
                          </m:sub>
                        </m:sSub>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𝑈</m:t>
                            </m:r>
                          </m:e>
                          <m:sub>
                            <m:r>
                              <a:rPr lang="ar-AE" i="1">
                                <a:latin typeface="Cambria Math" panose="02040503050406030204" pitchFamily="18" charset="0"/>
                              </a:rPr>
                              <m:t>𝑓</m:t>
                            </m:r>
                          </m:sub>
                        </m:sSub>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𝑓</m:t>
                            </m:r>
                          </m:sub>
                        </m:sSub>
                      </m:e>
                    </m:d>
                  </m:oMath>
                </a14:m>
                <a:endParaRPr lang="ar-AE" dirty="0"/>
              </a:p>
              <a:p>
                <a:pPr marL="0" indent="0">
                  <a:lnSpc>
                    <a:spcPct val="120000"/>
                  </a:lnSpc>
                  <a:spcBef>
                    <a:spcPts val="0"/>
                  </a:spcBef>
                  <a:spcAft>
                    <a:spcPts val="0"/>
                  </a:spcAft>
                  <a:buNone/>
                </a:pPr>
                <a:r>
                  <a:rPr lang="en-IN" b="1" dirty="0"/>
                  <a:t> Step 2: Candidate Hidden State</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h</m:t>
                            </m:r>
                          </m:e>
                        </m:acc>
                      </m:e>
                      <m:sub>
                        <m:r>
                          <a:rPr lang="ar-AE" i="1">
                            <a:latin typeface="Cambria Math" panose="02040503050406030204" pitchFamily="18" charset="0"/>
                          </a:rPr>
                          <m:t>𝑡</m:t>
                        </m:r>
                      </m:sub>
                    </m:sSub>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h</m:t>
                            </m:r>
                          </m:sub>
                        </m:sSub>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𝑈</m:t>
                            </m:r>
                          </m:e>
                          <m:sub>
                            <m:r>
                              <a:rPr lang="ar-AE" i="1">
                                <a:latin typeface="Cambria Math" panose="02040503050406030204" pitchFamily="18" charset="0"/>
                              </a:rPr>
                              <m:t>h</m:t>
                            </m:r>
                          </m:sub>
                        </m:sSub>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e>
                        </m:d>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h</m:t>
                            </m:r>
                          </m:sub>
                        </m:sSub>
                      </m:e>
                    </m:d>
                  </m:oMath>
                </a14:m>
                <a:endParaRPr lang="ar-AE" dirty="0"/>
              </a:p>
              <a:p>
                <a:pPr>
                  <a:lnSpc>
                    <a:spcPct val="120000"/>
                  </a:lnSpc>
                  <a:spcBef>
                    <a:spcPts val="0"/>
                  </a:spcBef>
                  <a:spcAft>
                    <a:spcPts val="0"/>
                  </a:spcAft>
                </a:pPr>
                <a:r>
                  <a:rPr lang="en-IN" dirty="0"/>
                  <a:t>Important:</a:t>
                </a:r>
              </a:p>
              <a:p>
                <a:pPr>
                  <a:lnSpc>
                    <a:spcPct val="120000"/>
                  </a:lnSpc>
                  <a:spcBef>
                    <a:spcPts val="0"/>
                  </a:spcBef>
                  <a:spcAft>
                    <a:spcPts val="0"/>
                  </a:spcAft>
                </a:pPr>
                <a:r>
                  <a:rPr lang="en-IN" dirty="0"/>
                  <a:t>Previous hidden state is </a:t>
                </a:r>
                <a:r>
                  <a:rPr lang="en-IN" b="1" dirty="0"/>
                  <a:t>filtered by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𝑡</m:t>
                        </m:r>
                      </m:sub>
                    </m:sSub>
                  </m:oMath>
                </a14:m>
                <a:endParaRPr lang="ar-AE" dirty="0"/>
              </a:p>
              <a:p>
                <a:pPr marL="0" indent="0">
                  <a:lnSpc>
                    <a:spcPct val="120000"/>
                  </a:lnSpc>
                  <a:spcBef>
                    <a:spcPts val="0"/>
                  </a:spcBef>
                  <a:spcAft>
                    <a:spcPts val="0"/>
                  </a:spcAft>
                  <a:buNone/>
                </a:pPr>
                <a:r>
                  <a:rPr lang="en-IN" b="1" dirty="0"/>
                  <a:t>Step 3: Final Hidden State</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𝑡</m:t>
                            </m:r>
                          </m:sub>
                        </m:sSub>
                      </m:e>
                    </m:d>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h</m:t>
                            </m:r>
                          </m:e>
                        </m:acc>
                      </m:e>
                      <m:sub>
                        <m:r>
                          <a:rPr lang="ar-AE" i="1">
                            <a:latin typeface="Cambria Math" panose="02040503050406030204" pitchFamily="18" charset="0"/>
                          </a:rPr>
                          <m:t>𝑡</m:t>
                        </m:r>
                      </m:sub>
                    </m:sSub>
                  </m:oMath>
                </a14:m>
                <a:endParaRPr lang="ar-AE" dirty="0"/>
              </a:p>
              <a:p>
                <a:pPr>
                  <a:lnSpc>
                    <a:spcPct val="120000"/>
                  </a:lnSpc>
                  <a:spcBef>
                    <a:spcPts val="0"/>
                  </a:spcBef>
                  <a:spcAft>
                    <a:spcPts val="0"/>
                  </a:spcAft>
                </a:pPr>
                <a:endParaRPr lang="en-IN" dirty="0"/>
              </a:p>
            </p:txBody>
          </p:sp>
        </mc:Choice>
        <mc:Fallback xmlns="">
          <p:sp>
            <p:nvSpPr>
              <p:cNvPr id="3" name="Content Placeholder 2">
                <a:extLst>
                  <a:ext uri="{FF2B5EF4-FFF2-40B4-BE49-F238E27FC236}">
                    <a16:creationId xmlns:a16="http://schemas.microsoft.com/office/drawing/2014/main" id="{861B0907-CF30-E280-6980-50B20463BC2E}"/>
                  </a:ext>
                </a:extLst>
              </p:cNvPr>
              <p:cNvSpPr>
                <a:spLocks noGrp="1" noRot="1" noChangeAspect="1" noMove="1" noResize="1" noEditPoints="1" noAdjustHandles="1" noChangeArrowheads="1" noChangeShapeType="1" noTextEdit="1"/>
              </p:cNvSpPr>
              <p:nvPr>
                <p:ph idx="1"/>
              </p:nvPr>
            </p:nvSpPr>
            <p:spPr>
              <a:xfrm>
                <a:off x="704194" y="1387367"/>
                <a:ext cx="10522924" cy="4738904"/>
              </a:xfrm>
              <a:blipFill>
                <a:blip r:embed="rId2"/>
                <a:stretch>
                  <a:fillRect l="-1796" t="-129"/>
                </a:stretch>
              </a:blipFill>
            </p:spPr>
            <p:txBody>
              <a:bodyPr/>
              <a:lstStyle/>
              <a:p>
                <a:r>
                  <a:rPr lang="en-IN">
                    <a:noFill/>
                  </a:rPr>
                  <a:t> </a:t>
                </a:r>
              </a:p>
            </p:txBody>
          </p:sp>
        </mc:Fallback>
      </mc:AlternateContent>
    </p:spTree>
    <p:extLst>
      <p:ext uri="{BB962C8B-B14F-4D97-AF65-F5344CB8AC3E}">
        <p14:creationId xmlns:p14="http://schemas.microsoft.com/office/powerpoint/2010/main" val="322073584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E8F14-BD8C-FE29-545D-B2A99D0C8271}"/>
              </a:ext>
            </a:extLst>
          </p:cNvPr>
          <p:cNvSpPr>
            <a:spLocks noGrp="1"/>
          </p:cNvSpPr>
          <p:nvPr>
            <p:ph type="title"/>
          </p:nvPr>
        </p:nvSpPr>
        <p:spPr/>
        <p:txBody>
          <a:bodyPr>
            <a:normAutofit fontScale="90000"/>
          </a:bodyPr>
          <a:lstStyle/>
          <a:p>
            <a:endParaRPr lang="en-IN"/>
          </a:p>
        </p:txBody>
      </p:sp>
      <p:graphicFrame>
        <p:nvGraphicFramePr>
          <p:cNvPr id="4" name="Content Placeholder 3">
            <a:extLst>
              <a:ext uri="{FF2B5EF4-FFF2-40B4-BE49-F238E27FC236}">
                <a16:creationId xmlns:a16="http://schemas.microsoft.com/office/drawing/2014/main" id="{75F818DF-10B6-5AA4-29B0-151CCFE5BD34}"/>
              </a:ext>
            </a:extLst>
          </p:cNvPr>
          <p:cNvGraphicFramePr>
            <a:graphicFrameLocks noGrp="1"/>
          </p:cNvGraphicFramePr>
          <p:nvPr>
            <p:ph idx="1"/>
            <p:extLst>
              <p:ext uri="{D42A27DB-BD31-4B8C-83A1-F6EECF244321}">
                <p14:modId xmlns:p14="http://schemas.microsoft.com/office/powerpoint/2010/main" val="3241488664"/>
              </p:ext>
            </p:extLst>
          </p:nvPr>
        </p:nvGraphicFramePr>
        <p:xfrm>
          <a:off x="2440152" y="2690925"/>
          <a:ext cx="5715876" cy="1276071"/>
        </p:xfrm>
        <a:graphic>
          <a:graphicData uri="http://schemas.openxmlformats.org/drawingml/2006/table">
            <a:tbl>
              <a:tblPr/>
              <a:tblGrid>
                <a:gridCol w="2857938">
                  <a:extLst>
                    <a:ext uri="{9D8B030D-6E8A-4147-A177-3AD203B41FA5}">
                      <a16:colId xmlns:a16="http://schemas.microsoft.com/office/drawing/2014/main" val="2494722652"/>
                    </a:ext>
                  </a:extLst>
                </a:gridCol>
                <a:gridCol w="2857938">
                  <a:extLst>
                    <a:ext uri="{9D8B030D-6E8A-4147-A177-3AD203B41FA5}">
                      <a16:colId xmlns:a16="http://schemas.microsoft.com/office/drawing/2014/main" val="1500788498"/>
                    </a:ext>
                  </a:extLst>
                </a:gridCol>
              </a:tblGrid>
              <a:tr h="425357">
                <a:tc>
                  <a:txBody>
                    <a:bodyPr/>
                    <a:lstStyle/>
                    <a:p>
                      <a:pPr>
                        <a:buNone/>
                      </a:pPr>
                      <a:r>
                        <a:rPr lang="en-IN" b="1"/>
                        <a:t>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Controlled by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4762567"/>
                  </a:ext>
                </a:extLst>
              </a:tr>
              <a:tr h="425357">
                <a:tc>
                  <a:txBody>
                    <a:bodyPr/>
                    <a:lstStyle/>
                    <a:p>
                      <a:pPr>
                        <a:buNone/>
                      </a:pPr>
                      <a:r>
                        <a:rPr lang="en-IN"/>
                        <a:t>Forget past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(1 - f_t)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391800"/>
                  </a:ext>
                </a:extLst>
              </a:tr>
              <a:tr h="425357">
                <a:tc>
                  <a:txBody>
                    <a:bodyPr/>
                    <a:lstStyle/>
                    <a:p>
                      <a:pPr>
                        <a:buNone/>
                      </a:pPr>
                      <a:r>
                        <a:rPr lang="en-IN"/>
                        <a:t>Add new info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a:t>
                      </a:r>
                      <a:r>
                        <a:rPr lang="en-IN" dirty="0" err="1"/>
                        <a:t>f_t</a:t>
                      </a: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1659963"/>
                  </a:ext>
                </a:extLst>
              </a:tr>
            </a:tbl>
          </a:graphicData>
        </a:graphic>
      </p:graphicFrame>
    </p:spTree>
    <p:extLst>
      <p:ext uri="{BB962C8B-B14F-4D97-AF65-F5344CB8AC3E}">
        <p14:creationId xmlns:p14="http://schemas.microsoft.com/office/powerpoint/2010/main" val="423974922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38994-5A05-7561-9A2E-6808356D41C3}"/>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EE84E8-8A27-5F73-2329-24CC04EDDA32}"/>
                  </a:ext>
                </a:extLst>
              </p:cNvPr>
              <p:cNvSpPr>
                <a:spLocks noGrp="1"/>
              </p:cNvSpPr>
              <p:nvPr>
                <p:ph idx="1"/>
              </p:nvPr>
            </p:nvSpPr>
            <p:spPr>
              <a:xfrm>
                <a:off x="935421" y="1524000"/>
                <a:ext cx="10291696" cy="4602270"/>
              </a:xfrm>
            </p:spPr>
            <p:txBody>
              <a:bodyPr>
                <a:normAutofit fontScale="92500" lnSpcReduction="10000"/>
              </a:bodyPr>
              <a:lstStyle/>
              <a:p>
                <a:pPr>
                  <a:lnSpc>
                    <a:spcPct val="120000"/>
                  </a:lnSpc>
                  <a:spcBef>
                    <a:spcPts val="0"/>
                  </a:spcBef>
                  <a:spcAft>
                    <a:spcPts val="0"/>
                  </a:spcAft>
                </a:pPr>
                <a:r>
                  <a:rPr lang="en-IN" b="1" dirty="0"/>
                  <a:t>Step-by-Step Working</a:t>
                </a:r>
              </a:p>
              <a:p>
                <a:pPr>
                  <a:lnSpc>
                    <a:spcPct val="120000"/>
                  </a:lnSpc>
                  <a:spcBef>
                    <a:spcPts val="0"/>
                  </a:spcBef>
                  <a:spcAft>
                    <a:spcPts val="0"/>
                  </a:spcAft>
                </a:pPr>
                <a:r>
                  <a:rPr lang="en-IN" b="1" dirty="0"/>
                  <a:t>Step 1:</a:t>
                </a:r>
              </a:p>
              <a:p>
                <a:pPr>
                  <a:lnSpc>
                    <a:spcPct val="120000"/>
                  </a:lnSpc>
                  <a:spcBef>
                    <a:spcPts val="0"/>
                  </a:spcBef>
                  <a:spcAft>
                    <a:spcPts val="0"/>
                  </a:spcAft>
                </a:pPr>
                <a:r>
                  <a:rPr lang="en-IN" dirty="0"/>
                  <a:t>Compute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𝑡</m:t>
                        </m:r>
                      </m:sub>
                    </m:sSub>
                  </m:oMath>
                </a14:m>
                <a:r>
                  <a:rPr lang="ar-AE" dirty="0"/>
                  <a:t>→ </a:t>
                </a:r>
                <a:r>
                  <a:rPr lang="en-IN" dirty="0"/>
                  <a:t>decides importance</a:t>
                </a:r>
              </a:p>
              <a:p>
                <a:pPr>
                  <a:lnSpc>
                    <a:spcPct val="120000"/>
                  </a:lnSpc>
                  <a:spcBef>
                    <a:spcPts val="0"/>
                  </a:spcBef>
                  <a:spcAft>
                    <a:spcPts val="0"/>
                  </a:spcAft>
                </a:pPr>
                <a:r>
                  <a:rPr lang="en-IN" b="1" dirty="0"/>
                  <a:t>Step 2:</a:t>
                </a:r>
              </a:p>
              <a:p>
                <a:pPr>
                  <a:lnSpc>
                    <a:spcPct val="120000"/>
                  </a:lnSpc>
                  <a:spcBef>
                    <a:spcPts val="0"/>
                  </a:spcBef>
                  <a:spcAft>
                    <a:spcPts val="0"/>
                  </a:spcAft>
                </a:pPr>
                <a:r>
                  <a:rPr lang="en-IN" dirty="0"/>
                  <a:t>Modify previous state:</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oMath>
                </a14:m>
                <a:endParaRPr lang="ar-AE" dirty="0"/>
              </a:p>
              <a:p>
                <a:pPr>
                  <a:lnSpc>
                    <a:spcPct val="120000"/>
                  </a:lnSpc>
                  <a:spcBef>
                    <a:spcPts val="0"/>
                  </a:spcBef>
                  <a:spcAft>
                    <a:spcPts val="0"/>
                  </a:spcAft>
                </a:pPr>
                <a:r>
                  <a:rPr lang="en-IN" b="1" dirty="0"/>
                  <a:t>Step 3:</a:t>
                </a:r>
              </a:p>
              <a:p>
                <a:pPr>
                  <a:lnSpc>
                    <a:spcPct val="120000"/>
                  </a:lnSpc>
                  <a:spcBef>
                    <a:spcPts val="0"/>
                  </a:spcBef>
                  <a:spcAft>
                    <a:spcPts val="0"/>
                  </a:spcAft>
                </a:pPr>
                <a:r>
                  <a:rPr lang="en-IN" dirty="0"/>
                  <a:t>Generate new candidate </a:t>
                </a:r>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h</m:t>
                            </m:r>
                          </m:e>
                        </m:acc>
                      </m:e>
                      <m:sub>
                        <m:r>
                          <a:rPr lang="ar-AE" i="1">
                            <a:latin typeface="Cambria Math" panose="02040503050406030204" pitchFamily="18" charset="0"/>
                          </a:rPr>
                          <m:t>𝑡</m:t>
                        </m:r>
                      </m:sub>
                    </m:sSub>
                  </m:oMath>
                </a14:m>
                <a:endParaRPr lang="ar-AE" dirty="0"/>
              </a:p>
              <a:p>
                <a:pPr>
                  <a:lnSpc>
                    <a:spcPct val="120000"/>
                  </a:lnSpc>
                  <a:spcBef>
                    <a:spcPts val="0"/>
                  </a:spcBef>
                  <a:spcAft>
                    <a:spcPts val="0"/>
                  </a:spcAft>
                </a:pPr>
                <a:r>
                  <a:rPr lang="en-IN" b="1" dirty="0"/>
                  <a:t>Step 4:</a:t>
                </a:r>
              </a:p>
              <a:p>
                <a:pPr>
                  <a:lnSpc>
                    <a:spcPct val="120000"/>
                  </a:lnSpc>
                  <a:spcBef>
                    <a:spcPts val="0"/>
                  </a:spcBef>
                  <a:spcAft>
                    <a:spcPts val="0"/>
                  </a:spcAft>
                </a:pPr>
                <a:r>
                  <a:rPr lang="en-IN" dirty="0"/>
                  <a:t>Combine:</a:t>
                </a:r>
              </a:p>
              <a:p>
                <a:pPr>
                  <a:lnSpc>
                    <a:spcPct val="120000"/>
                  </a:lnSpc>
                  <a:spcBef>
                    <a:spcPts val="0"/>
                  </a:spcBef>
                  <a:spcAft>
                    <a:spcPts val="0"/>
                  </a:spcAft>
                </a:pPr>
                <a:r>
                  <a:rPr lang="en-IN" dirty="0"/>
                  <a:t>Old memory </a:t>
                </a:r>
              </a:p>
              <a:p>
                <a:pPr>
                  <a:lnSpc>
                    <a:spcPct val="120000"/>
                  </a:lnSpc>
                  <a:spcBef>
                    <a:spcPts val="0"/>
                  </a:spcBef>
                  <a:spcAft>
                    <a:spcPts val="0"/>
                  </a:spcAft>
                </a:pPr>
                <a:r>
                  <a:rPr lang="en-IN" dirty="0"/>
                  <a:t>New information</a:t>
                </a:r>
              </a:p>
              <a:p>
                <a:pPr>
                  <a:lnSpc>
                    <a:spcPct val="120000"/>
                  </a:lnSpc>
                  <a:spcBef>
                    <a:spcPts val="0"/>
                  </a:spcBef>
                  <a:spcAft>
                    <a:spcPts val="0"/>
                  </a:spcAft>
                </a:pPr>
                <a:endParaRPr lang="en-IN" dirty="0"/>
              </a:p>
            </p:txBody>
          </p:sp>
        </mc:Choice>
        <mc:Fallback xmlns="">
          <p:sp>
            <p:nvSpPr>
              <p:cNvPr id="3" name="Content Placeholder 2">
                <a:extLst>
                  <a:ext uri="{FF2B5EF4-FFF2-40B4-BE49-F238E27FC236}">
                    <a16:creationId xmlns:a16="http://schemas.microsoft.com/office/drawing/2014/main" id="{50EE84E8-8A27-5F73-2329-24CC04EDDA32}"/>
                  </a:ext>
                </a:extLst>
              </p:cNvPr>
              <p:cNvSpPr>
                <a:spLocks noGrp="1" noRot="1" noChangeAspect="1" noMove="1" noResize="1" noEditPoints="1" noAdjustHandles="1" noChangeArrowheads="1" noChangeShapeType="1" noTextEdit="1"/>
              </p:cNvSpPr>
              <p:nvPr>
                <p:ph idx="1"/>
              </p:nvPr>
            </p:nvSpPr>
            <p:spPr>
              <a:xfrm>
                <a:off x="935421" y="1524000"/>
                <a:ext cx="10291696" cy="4602270"/>
              </a:xfrm>
              <a:blipFill>
                <a:blip r:embed="rId2"/>
                <a:stretch>
                  <a:fillRect l="-1539" t="-662" b="-1457"/>
                </a:stretch>
              </a:blipFill>
            </p:spPr>
            <p:txBody>
              <a:bodyPr/>
              <a:lstStyle/>
              <a:p>
                <a:r>
                  <a:rPr lang="en-IN">
                    <a:noFill/>
                  </a:rPr>
                  <a:t> </a:t>
                </a:r>
              </a:p>
            </p:txBody>
          </p:sp>
        </mc:Fallback>
      </mc:AlternateContent>
    </p:spTree>
    <p:extLst>
      <p:ext uri="{BB962C8B-B14F-4D97-AF65-F5344CB8AC3E}">
        <p14:creationId xmlns:p14="http://schemas.microsoft.com/office/powerpoint/2010/main" val="368230371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A97BA-480E-FD35-4075-316749A9BDE5}"/>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9AB5D1E-96BE-35D9-F708-A3942F5FB894}"/>
                  </a:ext>
                </a:extLst>
              </p:cNvPr>
              <p:cNvSpPr>
                <a:spLocks noGrp="1"/>
              </p:cNvSpPr>
              <p:nvPr>
                <p:ph idx="1"/>
              </p:nvPr>
            </p:nvSpPr>
            <p:spPr/>
            <p:txBody>
              <a:bodyPr/>
              <a:lstStyle/>
              <a:p>
                <a:r>
                  <a:rPr lang="en-IN" b="1" dirty="0"/>
                  <a:t>Single control knob</a:t>
                </a:r>
                <a:endParaRPr lang="en-IN" dirty="0"/>
              </a:p>
              <a:p>
                <a:r>
                  <a:rPr lang="en-IN" dirty="0"/>
                  <a:t>If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𝑡</m:t>
                        </m:r>
                      </m:sub>
                    </m:sSub>
                    <m:r>
                      <a:rPr lang="ar-AE">
                        <a:latin typeface="Cambria Math" panose="02040503050406030204" pitchFamily="18" charset="0"/>
                      </a:rPr>
                      <m:t>≈</m:t>
                    </m:r>
                    <m:r>
                      <a:rPr lang="ar-AE">
                        <a:latin typeface="Cambria Math" panose="02040503050406030204" pitchFamily="18" charset="0"/>
                      </a:rPr>
                      <m:t>1</m:t>
                    </m:r>
                  </m:oMath>
                </a14:m>
                <a:r>
                  <a:rPr lang="ar-AE" dirty="0"/>
                  <a:t>:</a:t>
                </a:r>
                <a:br>
                  <a:rPr lang="ar-AE" dirty="0"/>
                </a:br>
                <a:r>
                  <a:rPr lang="en-IN" dirty="0"/>
                  <a:t> Use new information </a:t>
                </a:r>
              </a:p>
              <a:p>
                <a:r>
                  <a:rPr lang="en-IN" dirty="0"/>
                  <a:t>If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𝑡</m:t>
                        </m:r>
                      </m:sub>
                    </m:sSub>
                    <m:r>
                      <a:rPr lang="ar-AE">
                        <a:latin typeface="Cambria Math" panose="02040503050406030204" pitchFamily="18" charset="0"/>
                      </a:rPr>
                      <m:t>≈</m:t>
                    </m:r>
                    <m:r>
                      <a:rPr lang="ar-AE">
                        <a:latin typeface="Cambria Math" panose="02040503050406030204" pitchFamily="18" charset="0"/>
                      </a:rPr>
                      <m:t>0</m:t>
                    </m:r>
                  </m:oMath>
                </a14:m>
                <a:r>
                  <a:rPr lang="ar-AE" dirty="0"/>
                  <a:t>:</a:t>
                </a:r>
                <a:br>
                  <a:rPr lang="ar-AE" dirty="0"/>
                </a:br>
                <a:r>
                  <a:rPr lang="en-IN" dirty="0"/>
                  <a:t> Keep old memory</a:t>
                </a:r>
              </a:p>
              <a:p>
                <a:endParaRPr lang="en-IN" dirty="0"/>
              </a:p>
            </p:txBody>
          </p:sp>
        </mc:Choice>
        <mc:Fallback xmlns="">
          <p:sp>
            <p:nvSpPr>
              <p:cNvPr id="3" name="Content Placeholder 2">
                <a:extLst>
                  <a:ext uri="{FF2B5EF4-FFF2-40B4-BE49-F238E27FC236}">
                    <a16:creationId xmlns:a16="http://schemas.microsoft.com/office/drawing/2014/main" id="{49AB5D1E-96BE-35D9-F708-A3942F5FB894}"/>
                  </a:ext>
                </a:extLst>
              </p:cNvPr>
              <p:cNvSpPr>
                <a:spLocks noGrp="1" noRot="1" noChangeAspect="1" noMove="1" noResize="1" noEditPoints="1" noAdjustHandles="1" noChangeArrowheads="1" noChangeShapeType="1" noTextEdit="1"/>
              </p:cNvSpPr>
              <p:nvPr>
                <p:ph idx="1"/>
              </p:nvPr>
            </p:nvSpPr>
            <p:spPr>
              <a:blipFill>
                <a:blip r:embed="rId2"/>
                <a:stretch>
                  <a:fillRect l="-1758" t="-2023"/>
                </a:stretch>
              </a:blipFill>
            </p:spPr>
            <p:txBody>
              <a:bodyPr/>
              <a:lstStyle/>
              <a:p>
                <a:r>
                  <a:rPr lang="en-IN">
                    <a:noFill/>
                  </a:rPr>
                  <a:t> </a:t>
                </a:r>
              </a:p>
            </p:txBody>
          </p:sp>
        </mc:Fallback>
      </mc:AlternateContent>
    </p:spTree>
    <p:extLst>
      <p:ext uri="{BB962C8B-B14F-4D97-AF65-F5344CB8AC3E}">
        <p14:creationId xmlns:p14="http://schemas.microsoft.com/office/powerpoint/2010/main" val="238035818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A28BA-86F5-250B-D4D4-5DAE422D4E36}"/>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EF2EDC75-02D5-578C-F223-A229AE573D47}"/>
              </a:ext>
            </a:extLst>
          </p:cNvPr>
          <p:cNvSpPr>
            <a:spLocks noGrp="1"/>
          </p:cNvSpPr>
          <p:nvPr>
            <p:ph idx="1"/>
          </p:nvPr>
        </p:nvSpPr>
        <p:spPr>
          <a:xfrm>
            <a:off x="1025842" y="1387366"/>
            <a:ext cx="10201275" cy="4738904"/>
          </a:xfrm>
        </p:spPr>
        <p:txBody>
          <a:bodyPr>
            <a:normAutofit fontScale="92500" lnSpcReduction="10000"/>
          </a:bodyPr>
          <a:lstStyle/>
          <a:p>
            <a:r>
              <a:rPr lang="en-IN" b="1" dirty="0"/>
              <a:t>Advantages</a:t>
            </a:r>
          </a:p>
          <a:p>
            <a:r>
              <a:rPr lang="en-IN" dirty="0"/>
              <a:t> Fewer parameters → faster</a:t>
            </a:r>
          </a:p>
          <a:p>
            <a:r>
              <a:rPr lang="en-IN" dirty="0"/>
              <a:t> Less memory consumption</a:t>
            </a:r>
            <a:br>
              <a:rPr lang="en-IN" dirty="0"/>
            </a:br>
            <a:r>
              <a:rPr lang="en-IN" dirty="0"/>
              <a:t> Easier to train</a:t>
            </a:r>
          </a:p>
          <a:p>
            <a:r>
              <a:rPr lang="en-IN" dirty="0"/>
              <a:t> Works well for:</a:t>
            </a:r>
          </a:p>
          <a:p>
            <a:pPr lvl="1"/>
            <a:r>
              <a:rPr lang="en-IN" dirty="0"/>
              <a:t>Real-time systems </a:t>
            </a:r>
          </a:p>
          <a:p>
            <a:pPr lvl="1"/>
            <a:r>
              <a:rPr lang="en-IN" dirty="0"/>
              <a:t>Edge devices </a:t>
            </a:r>
          </a:p>
          <a:p>
            <a:pPr lvl="1"/>
            <a:r>
              <a:rPr lang="en-IN" dirty="0"/>
              <a:t>Embedded AI </a:t>
            </a:r>
          </a:p>
          <a:p>
            <a:r>
              <a:rPr lang="en-IN" b="1" dirty="0"/>
              <a:t> Limitations</a:t>
            </a:r>
          </a:p>
          <a:p>
            <a:r>
              <a:rPr lang="en-IN" dirty="0"/>
              <a:t>Less expressive than LSTM</a:t>
            </a:r>
            <a:br>
              <a:rPr lang="en-IN" dirty="0"/>
            </a:br>
            <a:r>
              <a:rPr lang="en-IN" dirty="0"/>
              <a:t>May struggle with very long dependencies</a:t>
            </a:r>
            <a:br>
              <a:rPr lang="en-IN" dirty="0"/>
            </a:br>
            <a:r>
              <a:rPr lang="en-IN" dirty="0"/>
              <a:t> Reduced flexibility (only one gate)</a:t>
            </a:r>
          </a:p>
          <a:p>
            <a:endParaRPr lang="en-IN" dirty="0"/>
          </a:p>
        </p:txBody>
      </p:sp>
    </p:spTree>
    <p:extLst>
      <p:ext uri="{BB962C8B-B14F-4D97-AF65-F5344CB8AC3E}">
        <p14:creationId xmlns:p14="http://schemas.microsoft.com/office/powerpoint/2010/main" val="186784146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DE953-6318-7971-900C-2DA269890155}"/>
              </a:ext>
            </a:extLst>
          </p:cNvPr>
          <p:cNvSpPr>
            <a:spLocks noGrp="1"/>
          </p:cNvSpPr>
          <p:nvPr>
            <p:ph type="title"/>
          </p:nvPr>
        </p:nvSpPr>
        <p:spPr/>
        <p:txBody>
          <a:bodyPr>
            <a:normAutofit fontScale="90000"/>
          </a:bodyPr>
          <a:lstStyle/>
          <a:p>
            <a:r>
              <a:rPr lang="en-IN" dirty="0"/>
              <a:t>Update Gate RNN (UGRNN)</a:t>
            </a:r>
          </a:p>
        </p:txBody>
      </p:sp>
      <p:sp>
        <p:nvSpPr>
          <p:cNvPr id="3" name="Content Placeholder 2">
            <a:extLst>
              <a:ext uri="{FF2B5EF4-FFF2-40B4-BE49-F238E27FC236}">
                <a16:creationId xmlns:a16="http://schemas.microsoft.com/office/drawing/2014/main" id="{D2594109-BCEC-0102-DAF6-7445801585F7}"/>
              </a:ext>
            </a:extLst>
          </p:cNvPr>
          <p:cNvSpPr>
            <a:spLocks noGrp="1"/>
          </p:cNvSpPr>
          <p:nvPr>
            <p:ph idx="1"/>
          </p:nvPr>
        </p:nvSpPr>
        <p:spPr>
          <a:xfrm>
            <a:off x="964883" y="1671145"/>
            <a:ext cx="10466068" cy="4692646"/>
          </a:xfrm>
        </p:spPr>
        <p:txBody>
          <a:bodyPr/>
          <a:lstStyle/>
          <a:p>
            <a:r>
              <a:rPr lang="en-US" b="1" dirty="0"/>
              <a:t>What is UGRNN?</a:t>
            </a:r>
          </a:p>
          <a:p>
            <a:r>
              <a:rPr lang="en-US" b="1" dirty="0"/>
              <a:t>Update Gate RNN (UGRNN)</a:t>
            </a:r>
            <a:r>
              <a:rPr lang="en-US" dirty="0"/>
              <a:t> is a simplified gated recurrent unit that uses </a:t>
            </a:r>
            <a:r>
              <a:rPr lang="en-US" b="1" dirty="0"/>
              <a:t>only one gate (update gate)</a:t>
            </a:r>
            <a:r>
              <a:rPr lang="en-US" dirty="0"/>
              <a:t> to control information flow.</a:t>
            </a:r>
          </a:p>
          <a:p>
            <a:r>
              <a:rPr lang="en-US" dirty="0"/>
              <a:t>It is simpler than:</a:t>
            </a:r>
          </a:p>
          <a:p>
            <a:r>
              <a:rPr lang="en-US" dirty="0"/>
              <a:t>LSTM (3 gates) </a:t>
            </a:r>
          </a:p>
          <a:p>
            <a:r>
              <a:rPr lang="en-US" dirty="0"/>
              <a:t>GRU (2 gates) </a:t>
            </a:r>
          </a:p>
          <a:p>
            <a:pPr marL="0" indent="0">
              <a:buNone/>
            </a:pPr>
            <a:r>
              <a:rPr lang="en-US" dirty="0"/>
              <a:t> Similar to:</a:t>
            </a:r>
          </a:p>
          <a:p>
            <a:r>
              <a:rPr lang="en-US" dirty="0"/>
              <a:t>MGU (but slightly different formulation) </a:t>
            </a:r>
          </a:p>
          <a:p>
            <a:pPr marL="0" indent="0">
              <a:buNone/>
            </a:pPr>
            <a:endParaRPr lang="en-IN" dirty="0"/>
          </a:p>
        </p:txBody>
      </p:sp>
    </p:spTree>
    <p:extLst>
      <p:ext uri="{BB962C8B-B14F-4D97-AF65-F5344CB8AC3E}">
        <p14:creationId xmlns:p14="http://schemas.microsoft.com/office/powerpoint/2010/main" val="298863538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F3EB3-B508-3EF5-5AA0-B96C5923FE8E}"/>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38DF02-3CEC-DE62-AAFB-6E01B6EB053B}"/>
                  </a:ext>
                </a:extLst>
              </p:cNvPr>
              <p:cNvSpPr>
                <a:spLocks noGrp="1"/>
              </p:cNvSpPr>
              <p:nvPr>
                <p:ph idx="1"/>
              </p:nvPr>
            </p:nvSpPr>
            <p:spPr>
              <a:xfrm>
                <a:off x="882869" y="1639614"/>
                <a:ext cx="10344248" cy="4486656"/>
              </a:xfrm>
            </p:spPr>
            <p:txBody>
              <a:bodyPr/>
              <a:lstStyle/>
              <a:p>
                <a:r>
                  <a:rPr lang="en-IN" b="1" dirty="0"/>
                  <a:t>Core Idea</a:t>
                </a:r>
              </a:p>
              <a:p>
                <a:r>
                  <a:rPr lang="en-IN" dirty="0"/>
                  <a:t>UGRNN uses a single gate:</a:t>
                </a:r>
              </a:p>
              <a:p>
                <a:r>
                  <a:rPr lang="en-IN" b="1" dirty="0"/>
                  <a:t>Update Gate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𝑡</m:t>
                        </m:r>
                      </m:sub>
                    </m:sSub>
                  </m:oMath>
                </a14:m>
                <a:endParaRPr lang="ar-AE" b="1" dirty="0"/>
              </a:p>
              <a:p>
                <a:r>
                  <a:rPr lang="en-IN" dirty="0"/>
                  <a:t>It decides:</a:t>
                </a:r>
              </a:p>
              <a:p>
                <a:r>
                  <a:rPr lang="en-IN" dirty="0"/>
                  <a:t>How much </a:t>
                </a:r>
                <a:r>
                  <a:rPr lang="en-IN" b="1" dirty="0"/>
                  <a:t>old memory to keep</a:t>
                </a:r>
                <a:r>
                  <a:rPr lang="en-IN" dirty="0"/>
                  <a:t> </a:t>
                </a:r>
              </a:p>
              <a:p>
                <a:r>
                  <a:rPr lang="en-IN" dirty="0"/>
                  <a:t>How much </a:t>
                </a:r>
                <a:r>
                  <a:rPr lang="en-IN" b="1" dirty="0"/>
                  <a:t>new information to add</a:t>
                </a:r>
                <a:r>
                  <a:rPr lang="en-IN" dirty="0"/>
                  <a:t> </a:t>
                </a:r>
              </a:p>
              <a:p>
                <a:endParaRPr lang="en-IN" dirty="0"/>
              </a:p>
            </p:txBody>
          </p:sp>
        </mc:Choice>
        <mc:Fallback xmlns="">
          <p:sp>
            <p:nvSpPr>
              <p:cNvPr id="3" name="Content Placeholder 2">
                <a:extLst>
                  <a:ext uri="{FF2B5EF4-FFF2-40B4-BE49-F238E27FC236}">
                    <a16:creationId xmlns:a16="http://schemas.microsoft.com/office/drawing/2014/main" id="{1F38DF02-3CEC-DE62-AAFB-6E01B6EB053B}"/>
                  </a:ext>
                </a:extLst>
              </p:cNvPr>
              <p:cNvSpPr>
                <a:spLocks noGrp="1" noRot="1" noChangeAspect="1" noMove="1" noResize="1" noEditPoints="1" noAdjustHandles="1" noChangeArrowheads="1" noChangeShapeType="1" noTextEdit="1"/>
              </p:cNvSpPr>
              <p:nvPr>
                <p:ph idx="1"/>
              </p:nvPr>
            </p:nvSpPr>
            <p:spPr>
              <a:xfrm>
                <a:off x="882869" y="1639614"/>
                <a:ext cx="10344248" cy="4486656"/>
              </a:xfrm>
              <a:blipFill>
                <a:blip r:embed="rId2"/>
                <a:stretch>
                  <a:fillRect l="-1709" t="-1902"/>
                </a:stretch>
              </a:blipFill>
            </p:spPr>
            <p:txBody>
              <a:bodyPr/>
              <a:lstStyle/>
              <a:p>
                <a:r>
                  <a:rPr lang="en-IN">
                    <a:noFill/>
                  </a:rPr>
                  <a:t> </a:t>
                </a:r>
              </a:p>
            </p:txBody>
          </p:sp>
        </mc:Fallback>
      </mc:AlternateContent>
    </p:spTree>
    <p:extLst>
      <p:ext uri="{BB962C8B-B14F-4D97-AF65-F5344CB8AC3E}">
        <p14:creationId xmlns:p14="http://schemas.microsoft.com/office/powerpoint/2010/main" val="11235087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03B61-0AE3-A7BA-4F8C-8E425C4B1806}"/>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37B29C7-9CE1-636B-3E44-80ECFB0C51B5}"/>
                  </a:ext>
                </a:extLst>
              </p:cNvPr>
              <p:cNvSpPr>
                <a:spLocks noGrp="1"/>
              </p:cNvSpPr>
              <p:nvPr>
                <p:ph idx="1"/>
              </p:nvPr>
            </p:nvSpPr>
            <p:spPr/>
            <p:txBody>
              <a:bodyPr/>
              <a:lstStyle/>
              <a:p>
                <a:r>
                  <a:rPr lang="en-IN" b="1" dirty="0"/>
                  <a:t>Architecture</a:t>
                </a:r>
              </a:p>
              <a:p>
                <a:r>
                  <a:rPr lang="en-IN" dirty="0"/>
                  <a:t>Only </a:t>
                </a:r>
                <a:r>
                  <a:rPr lang="en-IN" b="1" dirty="0"/>
                  <a:t>one gating mechanism</a:t>
                </a:r>
                <a:r>
                  <a:rPr lang="en-IN" dirty="0"/>
                  <a:t>:</a:t>
                </a:r>
              </a:p>
              <a:p>
                <a:r>
                  <a:rPr lang="en-IN" dirty="0"/>
                  <a:t>No reset gate </a:t>
                </a:r>
              </a:p>
              <a:p>
                <a:r>
                  <a:rPr lang="en-IN" dirty="0"/>
                  <a:t>No forget gate explicitly </a:t>
                </a:r>
              </a:p>
              <a:p>
                <a:r>
                  <a:rPr lang="en-IN" dirty="0"/>
                  <a:t>No separate memory cell </a:t>
                </a:r>
              </a:p>
              <a:p>
                <a:r>
                  <a:rPr lang="en-IN" dirty="0"/>
                  <a:t>Everything is controlled using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𝑡</m:t>
                        </m:r>
                      </m:sub>
                    </m:sSub>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F37B29C7-9CE1-636B-3E44-80ECFB0C51B5}"/>
                  </a:ext>
                </a:extLst>
              </p:cNvPr>
              <p:cNvSpPr>
                <a:spLocks noGrp="1" noRot="1" noChangeAspect="1" noMove="1" noResize="1" noEditPoints="1" noAdjustHandles="1" noChangeArrowheads="1" noChangeShapeType="1" noTextEdit="1"/>
              </p:cNvSpPr>
              <p:nvPr>
                <p:ph idx="1"/>
              </p:nvPr>
            </p:nvSpPr>
            <p:spPr>
              <a:blipFill>
                <a:blip r:embed="rId2"/>
                <a:stretch>
                  <a:fillRect l="-1758" t="-2023"/>
                </a:stretch>
              </a:blipFill>
            </p:spPr>
            <p:txBody>
              <a:bodyPr/>
              <a:lstStyle/>
              <a:p>
                <a:r>
                  <a:rPr lang="en-IN">
                    <a:noFill/>
                  </a:rPr>
                  <a:t> </a:t>
                </a:r>
              </a:p>
            </p:txBody>
          </p:sp>
        </mc:Fallback>
      </mc:AlternateContent>
    </p:spTree>
    <p:extLst>
      <p:ext uri="{BB962C8B-B14F-4D97-AF65-F5344CB8AC3E}">
        <p14:creationId xmlns:p14="http://schemas.microsoft.com/office/powerpoint/2010/main" val="52907695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00528-82E6-9A95-5238-9BF7AC566731}"/>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B40B16F-DF7D-BBD1-1A9B-576C95401D17}"/>
                  </a:ext>
                </a:extLst>
              </p:cNvPr>
              <p:cNvSpPr>
                <a:spLocks noGrp="1"/>
              </p:cNvSpPr>
              <p:nvPr>
                <p:ph idx="1"/>
              </p:nvPr>
            </p:nvSpPr>
            <p:spPr>
              <a:xfrm>
                <a:off x="1025842" y="1324303"/>
                <a:ext cx="10201275" cy="4801967"/>
              </a:xfrm>
            </p:spPr>
            <p:txBody>
              <a:bodyPr>
                <a:normAutofit/>
              </a:bodyPr>
              <a:lstStyle/>
              <a:p>
                <a:r>
                  <a:rPr lang="en-IN" b="1" dirty="0"/>
                  <a:t>Mathematical Formulation</a:t>
                </a:r>
              </a:p>
              <a:p>
                <a:r>
                  <a:rPr lang="en-IN" b="1" dirty="0"/>
                  <a:t> Step 1: Update Gate</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𝑧</m:t>
                            </m:r>
                          </m:sub>
                        </m:sSub>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𝑈</m:t>
                            </m:r>
                          </m:e>
                          <m:sub>
                            <m:r>
                              <a:rPr lang="ar-AE" i="1">
                                <a:latin typeface="Cambria Math" panose="02040503050406030204" pitchFamily="18" charset="0"/>
                              </a:rPr>
                              <m:t>𝑧</m:t>
                            </m:r>
                          </m:sub>
                        </m:sSub>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𝑧</m:t>
                            </m:r>
                          </m:sub>
                        </m:sSub>
                      </m:e>
                    </m:d>
                  </m:oMath>
                </a14:m>
                <a:endParaRPr lang="ar-AE" dirty="0"/>
              </a:p>
              <a:p>
                <a:r>
                  <a:rPr lang="en-IN" b="1" dirty="0"/>
                  <a:t>Step 2: Candidate Hidden State</a:t>
                </a:r>
              </a:p>
              <a:p>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h</m:t>
                            </m:r>
                          </m:e>
                        </m:acc>
                      </m:e>
                      <m:sub>
                        <m:r>
                          <a:rPr lang="ar-AE" i="1">
                            <a:latin typeface="Cambria Math" panose="02040503050406030204" pitchFamily="18" charset="0"/>
                          </a:rPr>
                          <m:t>𝑡</m:t>
                        </m:r>
                      </m:sub>
                    </m:sSub>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h</m:t>
                            </m:r>
                          </m:sub>
                        </m:sSub>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𝑈</m:t>
                            </m:r>
                          </m:e>
                          <m:sub>
                            <m:r>
                              <a:rPr lang="ar-AE" i="1">
                                <a:latin typeface="Cambria Math" panose="02040503050406030204" pitchFamily="18" charset="0"/>
                              </a:rPr>
                              <m:t>h</m:t>
                            </m:r>
                          </m:sub>
                        </m:sSub>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h</m:t>
                            </m:r>
                          </m:sub>
                        </m:sSub>
                      </m:e>
                    </m:d>
                  </m:oMath>
                </a14:m>
                <a:endParaRPr lang="ar-AE" dirty="0"/>
              </a:p>
              <a:p>
                <a:r>
                  <a:rPr lang="en-IN" b="1" dirty="0"/>
                  <a:t> Step 3: Final Hidden State</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𝑡</m:t>
                            </m:r>
                          </m:sub>
                        </m:sSub>
                      </m:e>
                    </m:d>
                    <m:r>
                      <m:rPr>
                        <m:nor/>
                      </m:rPr>
                      <a:rPr lang="ar-AE" i="1"/>
                      <m:t> </m:t>
                    </m:r>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𝑡</m:t>
                        </m:r>
                      </m:sub>
                    </m:sSub>
                    <m:r>
                      <m:rPr>
                        <m:nor/>
                      </m:rPr>
                      <a:rPr lang="ar-AE" i="1"/>
                      <m:t> </m:t>
                    </m:r>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h</m:t>
                            </m:r>
                          </m:e>
                        </m:acc>
                      </m:e>
                      <m:sub>
                        <m:r>
                          <a:rPr lang="ar-AE" i="1">
                            <a:latin typeface="Cambria Math" panose="02040503050406030204" pitchFamily="18" charset="0"/>
                          </a:rPr>
                          <m:t>𝑡</m:t>
                        </m:r>
                      </m:sub>
                    </m:sSub>
                  </m:oMath>
                </a14:m>
                <a:endParaRPr lang="ar-AE" b="0" dirty="0"/>
              </a:p>
              <a:p>
                <a:endParaRPr lang="en-IN" dirty="0"/>
              </a:p>
            </p:txBody>
          </p:sp>
        </mc:Choice>
        <mc:Fallback xmlns="">
          <p:sp>
            <p:nvSpPr>
              <p:cNvPr id="3" name="Content Placeholder 2">
                <a:extLst>
                  <a:ext uri="{FF2B5EF4-FFF2-40B4-BE49-F238E27FC236}">
                    <a16:creationId xmlns:a16="http://schemas.microsoft.com/office/drawing/2014/main" id="{FB40B16F-DF7D-BBD1-1A9B-576C95401D17}"/>
                  </a:ext>
                </a:extLst>
              </p:cNvPr>
              <p:cNvSpPr>
                <a:spLocks noGrp="1" noRot="1" noChangeAspect="1" noMove="1" noResize="1" noEditPoints="1" noAdjustHandles="1" noChangeArrowheads="1" noChangeShapeType="1" noTextEdit="1"/>
              </p:cNvSpPr>
              <p:nvPr>
                <p:ph idx="1"/>
              </p:nvPr>
            </p:nvSpPr>
            <p:spPr>
              <a:xfrm>
                <a:off x="1025842" y="1324303"/>
                <a:ext cx="10201275" cy="4801967"/>
              </a:xfrm>
              <a:blipFill>
                <a:blip r:embed="rId2"/>
                <a:stretch>
                  <a:fillRect l="-1673" t="-1777"/>
                </a:stretch>
              </a:blipFill>
            </p:spPr>
            <p:txBody>
              <a:bodyPr/>
              <a:lstStyle/>
              <a:p>
                <a:r>
                  <a:rPr lang="en-IN">
                    <a:noFill/>
                  </a:rPr>
                  <a:t> </a:t>
                </a:r>
              </a:p>
            </p:txBody>
          </p:sp>
        </mc:Fallback>
      </mc:AlternateContent>
    </p:spTree>
    <p:extLst>
      <p:ext uri="{BB962C8B-B14F-4D97-AF65-F5344CB8AC3E}">
        <p14:creationId xmlns:p14="http://schemas.microsoft.com/office/powerpoint/2010/main" val="114517440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C041A-1798-492F-AB32-8CCC5B64BA12}"/>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87169EA-9467-F750-2D82-97DAC8F23AFE}"/>
                  </a:ext>
                </a:extLst>
              </p:cNvPr>
              <p:cNvSpPr>
                <a:spLocks noGrp="1"/>
              </p:cNvSpPr>
              <p:nvPr>
                <p:ph idx="1"/>
              </p:nvPr>
            </p:nvSpPr>
            <p:spPr>
              <a:xfrm>
                <a:off x="851338" y="1587062"/>
                <a:ext cx="10375779" cy="4539208"/>
              </a:xfrm>
            </p:spPr>
            <p:txBody>
              <a:bodyPr/>
              <a:lstStyle/>
              <a:p>
                <a:pPr marL="0" indent="0">
                  <a:buNone/>
                </a:pPr>
                <a:r>
                  <a:rPr lang="en-IN" b="1" dirty="0"/>
                  <a:t>Step-by-Step Working</a:t>
                </a:r>
              </a:p>
              <a:p>
                <a:r>
                  <a:rPr lang="en-IN" b="1" dirty="0"/>
                  <a:t>Step 1: Compute update gate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𝑡</m:t>
                        </m:r>
                      </m:sub>
                    </m:sSub>
                  </m:oMath>
                </a14:m>
                <a:endParaRPr lang="ar-AE" b="1" dirty="0"/>
              </a:p>
              <a:p>
                <a:r>
                  <a:rPr lang="en-IN" dirty="0"/>
                  <a:t>Controls information flow </a:t>
                </a:r>
              </a:p>
              <a:p>
                <a:r>
                  <a:rPr lang="en-IN" b="1" dirty="0"/>
                  <a:t>Step 2: Compute candidate </a:t>
                </a:r>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h</m:t>
                            </m:r>
                          </m:e>
                        </m:acc>
                      </m:e>
                      <m:sub>
                        <m:r>
                          <a:rPr lang="ar-AE" i="1">
                            <a:latin typeface="Cambria Math" panose="02040503050406030204" pitchFamily="18" charset="0"/>
                          </a:rPr>
                          <m:t>𝑡</m:t>
                        </m:r>
                      </m:sub>
                    </m:sSub>
                  </m:oMath>
                </a14:m>
                <a:endParaRPr lang="ar-AE" b="1" dirty="0"/>
              </a:p>
              <a:p>
                <a:r>
                  <a:rPr lang="en-IN" dirty="0"/>
                  <a:t>Uses full previous hidden state </a:t>
                </a:r>
              </a:p>
              <a:p>
                <a:r>
                  <a:rPr lang="en-IN" b="1" dirty="0"/>
                  <a:t>Step 3: Combine:</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𝑡</m:t>
                            </m:r>
                          </m:sub>
                        </m:sSub>
                      </m:e>
                    </m:d>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𝑡</m:t>
                        </m:r>
                      </m:sub>
                    </m:sSub>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h</m:t>
                            </m:r>
                          </m:e>
                        </m:acc>
                      </m:e>
                      <m:sub>
                        <m:r>
                          <a:rPr lang="ar-AE" i="1">
                            <a:latin typeface="Cambria Math" panose="02040503050406030204" pitchFamily="18" charset="0"/>
                          </a:rPr>
                          <m:t>𝑡</m:t>
                        </m:r>
                      </m:sub>
                    </m:sSub>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787169EA-9467-F750-2D82-97DAC8F23AFE}"/>
                  </a:ext>
                </a:extLst>
              </p:cNvPr>
              <p:cNvSpPr>
                <a:spLocks noGrp="1" noRot="1" noChangeAspect="1" noMove="1" noResize="1" noEditPoints="1" noAdjustHandles="1" noChangeArrowheads="1" noChangeShapeType="1" noTextEdit="1"/>
              </p:cNvSpPr>
              <p:nvPr>
                <p:ph idx="1"/>
              </p:nvPr>
            </p:nvSpPr>
            <p:spPr>
              <a:xfrm>
                <a:off x="851338" y="1587062"/>
                <a:ext cx="10375779" cy="4539208"/>
              </a:xfrm>
              <a:blipFill>
                <a:blip r:embed="rId2"/>
                <a:stretch>
                  <a:fillRect l="-1821" t="-1879"/>
                </a:stretch>
              </a:blipFill>
            </p:spPr>
            <p:txBody>
              <a:bodyPr/>
              <a:lstStyle/>
              <a:p>
                <a:r>
                  <a:rPr lang="en-IN">
                    <a:noFill/>
                  </a:rPr>
                  <a:t> </a:t>
                </a:r>
              </a:p>
            </p:txBody>
          </p:sp>
        </mc:Fallback>
      </mc:AlternateContent>
    </p:spTree>
    <p:extLst>
      <p:ext uri="{BB962C8B-B14F-4D97-AF65-F5344CB8AC3E}">
        <p14:creationId xmlns:p14="http://schemas.microsoft.com/office/powerpoint/2010/main" val="186374011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BDC71-9AED-3CEF-584F-7143C706A014}"/>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7F68E1A-F141-C6FA-9071-A0E9F66986AE}"/>
                  </a:ext>
                </a:extLst>
              </p:cNvPr>
              <p:cNvSpPr>
                <a:spLocks noGrp="1"/>
              </p:cNvSpPr>
              <p:nvPr>
                <p:ph idx="1"/>
              </p:nvPr>
            </p:nvSpPr>
            <p:spPr>
              <a:xfrm>
                <a:off x="672662" y="1124607"/>
                <a:ext cx="4561489" cy="5001663"/>
              </a:xfrm>
            </p:spPr>
            <p:txBody>
              <a:bodyPr>
                <a:normAutofit fontScale="92500"/>
              </a:bodyPr>
              <a:lstStyle/>
              <a:p>
                <a:pPr>
                  <a:lnSpc>
                    <a:spcPct val="120000"/>
                  </a:lnSpc>
                  <a:spcBef>
                    <a:spcPts val="0"/>
                  </a:spcBef>
                  <a:spcAft>
                    <a:spcPts val="0"/>
                  </a:spcAft>
                </a:pPr>
                <a:r>
                  <a:rPr lang="en-IN" b="1" dirty="0"/>
                  <a:t>Given:</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m:t>
                    </m:r>
                    <m:r>
                      <a:rPr lang="ar-AE">
                        <a:latin typeface="Cambria Math" panose="02040503050406030204" pitchFamily="18" charset="0"/>
                      </a:rPr>
                      <m:t>,</m:t>
                    </m:r>
                    <m:r>
                      <m:rPr>
                        <m:nor/>
                      </m:rPr>
                      <a:rPr lang="ar-AE" i="1"/>
                      <m:t>  </m:t>
                    </m:r>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oMath>
                </a14:m>
                <a:endParaRPr lang="ar-AE" dirty="0"/>
              </a:p>
              <a:p>
                <a:pPr>
                  <a:lnSpc>
                    <a:spcPct val="120000"/>
                  </a:lnSpc>
                  <a:spcBef>
                    <a:spcPts val="0"/>
                  </a:spcBef>
                  <a:spcAft>
                    <a:spcPts val="0"/>
                  </a:spcAft>
                </a:pPr>
                <a:r>
                  <a:rPr lang="en-IN" dirty="0"/>
                  <a:t>Weights:</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𝑧</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r>
                      <a:rPr lang="ar-AE">
                        <a:latin typeface="Cambria Math" panose="02040503050406030204" pitchFamily="18" charset="0"/>
                      </a:rPr>
                      <m:t>,</m:t>
                    </m:r>
                    <m:r>
                      <m:rPr>
                        <m:nor/>
                      </m:rPr>
                      <a:rPr lang="ar-AE" i="1"/>
                      <m:t>  </m:t>
                    </m:r>
                    <m:sSub>
                      <m:sSubPr>
                        <m:ctrlPr>
                          <a:rPr lang="ar-AE" i="1">
                            <a:latin typeface="Cambria Math" panose="02040503050406030204" pitchFamily="18" charset="0"/>
                          </a:rPr>
                        </m:ctrlPr>
                      </m:sSubPr>
                      <m:e>
                        <m:r>
                          <a:rPr lang="ar-AE" i="1">
                            <a:latin typeface="Cambria Math" panose="02040503050406030204" pitchFamily="18" charset="0"/>
                          </a:rPr>
                          <m:t>𝑈</m:t>
                        </m:r>
                      </m:e>
                      <m:sub>
                        <m:r>
                          <a:rPr lang="ar-AE" i="1">
                            <a:latin typeface="Cambria Math" panose="02040503050406030204" pitchFamily="18" charset="0"/>
                          </a:rPr>
                          <m:t>𝑧</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r>
                      <a:rPr lang="ar-AE">
                        <a:latin typeface="Cambria Math" panose="02040503050406030204" pitchFamily="18" charset="0"/>
                      </a:rPr>
                      <m:t>,</m:t>
                    </m:r>
                    <m:r>
                      <m:rPr>
                        <m:nor/>
                      </m:rPr>
                      <a:rPr lang="ar-AE" i="1"/>
                      <m:t>  </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𝑧</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oMath>
                </a14:m>
                <a:endParaRPr lang="ar-AE" dirty="0"/>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h</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m:t>
                    </m:r>
                    <m:r>
                      <a:rPr lang="ar-AE">
                        <a:latin typeface="Cambria Math" panose="02040503050406030204" pitchFamily="18" charset="0"/>
                      </a:rPr>
                      <m:t>,</m:t>
                    </m:r>
                    <m:r>
                      <m:rPr>
                        <m:nor/>
                      </m:rPr>
                      <a:rPr lang="ar-AE" i="1"/>
                      <m:t>  </m:t>
                    </m:r>
                    <m:sSub>
                      <m:sSubPr>
                        <m:ctrlPr>
                          <a:rPr lang="ar-AE" i="1">
                            <a:latin typeface="Cambria Math" panose="02040503050406030204" pitchFamily="18" charset="0"/>
                          </a:rPr>
                        </m:ctrlPr>
                      </m:sSubPr>
                      <m:e>
                        <m:r>
                          <a:rPr lang="ar-AE" i="1">
                            <a:latin typeface="Cambria Math" panose="02040503050406030204" pitchFamily="18" charset="0"/>
                          </a:rPr>
                          <m:t>𝑈</m:t>
                        </m:r>
                      </m:e>
                      <m:sub>
                        <m:r>
                          <a:rPr lang="ar-AE" i="1">
                            <a:latin typeface="Cambria Math" panose="02040503050406030204" pitchFamily="18" charset="0"/>
                          </a:rPr>
                          <m:t>h</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r>
                      <a:rPr lang="ar-AE">
                        <a:latin typeface="Cambria Math" panose="02040503050406030204" pitchFamily="18" charset="0"/>
                      </a:rPr>
                      <m:t>,</m:t>
                    </m:r>
                    <m:r>
                      <m:rPr>
                        <m:nor/>
                      </m:rPr>
                      <a:rPr lang="ar-AE" i="1"/>
                      <m:t>  </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h</m:t>
                        </m:r>
                      </m:sub>
                    </m:sSub>
                    <m:r>
                      <a:rPr lang="ar-AE">
                        <a:latin typeface="Cambria Math" panose="02040503050406030204" pitchFamily="18" charset="0"/>
                      </a:rPr>
                      <m:t>=</m:t>
                    </m:r>
                    <m:r>
                      <a:rPr lang="ar-AE">
                        <a:latin typeface="Cambria Math" panose="02040503050406030204" pitchFamily="18" charset="0"/>
                      </a:rPr>
                      <m:t>0</m:t>
                    </m:r>
                  </m:oMath>
                </a14:m>
                <a:endParaRPr lang="ar-AE" dirty="0"/>
              </a:p>
              <a:p>
                <a:pPr>
                  <a:lnSpc>
                    <a:spcPct val="120000"/>
                  </a:lnSpc>
                  <a:spcBef>
                    <a:spcPts val="0"/>
                  </a:spcBef>
                  <a:spcAft>
                    <a:spcPts val="0"/>
                  </a:spcAft>
                </a:pPr>
                <a:br>
                  <a:rPr lang="ar-AE" dirty="0"/>
                </a:br>
                <a:endParaRPr lang="ar-AE" dirty="0"/>
              </a:p>
              <a:p>
                <a:pPr>
                  <a:lnSpc>
                    <a:spcPct val="120000"/>
                  </a:lnSpc>
                  <a:spcBef>
                    <a:spcPts val="0"/>
                  </a:spcBef>
                  <a:spcAft>
                    <a:spcPts val="0"/>
                  </a:spcAft>
                </a:pPr>
                <a:r>
                  <a:rPr lang="en-IN" b="1" dirty="0"/>
                  <a:t>Step 1: Update Gate</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e>
                    </m:d>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08</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e>
                    </m:d>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48</m:t>
                        </m:r>
                      </m:e>
                    </m:d>
                  </m:oMath>
                </a14:m>
                <a:endParaRPr lang="ar-AE" dirty="0"/>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𝑡</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617</m:t>
                    </m:r>
                  </m:oMath>
                </a14:m>
                <a:endParaRPr lang="ar-AE" dirty="0"/>
              </a:p>
            </p:txBody>
          </p:sp>
        </mc:Choice>
        <mc:Fallback xmlns="">
          <p:sp>
            <p:nvSpPr>
              <p:cNvPr id="3" name="Content Placeholder 2">
                <a:extLst>
                  <a:ext uri="{FF2B5EF4-FFF2-40B4-BE49-F238E27FC236}">
                    <a16:creationId xmlns:a16="http://schemas.microsoft.com/office/drawing/2014/main" id="{67F68E1A-F141-C6FA-9071-A0E9F66986AE}"/>
                  </a:ext>
                </a:extLst>
              </p:cNvPr>
              <p:cNvSpPr>
                <a:spLocks noGrp="1" noRot="1" noChangeAspect="1" noMove="1" noResize="1" noEditPoints="1" noAdjustHandles="1" noChangeArrowheads="1" noChangeShapeType="1" noTextEdit="1"/>
              </p:cNvSpPr>
              <p:nvPr>
                <p:ph idx="1"/>
              </p:nvPr>
            </p:nvSpPr>
            <p:spPr>
              <a:xfrm>
                <a:off x="672662" y="1124607"/>
                <a:ext cx="4561489" cy="5001663"/>
              </a:xfrm>
              <a:blipFill>
                <a:blip r:embed="rId2"/>
                <a:stretch>
                  <a:fillRect l="-34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9D594FEE-A20E-BA08-18A0-24933B0900FD}"/>
                  </a:ext>
                </a:extLst>
              </p:cNvPr>
              <p:cNvSpPr txBox="1">
                <a:spLocks/>
              </p:cNvSpPr>
              <p:nvPr/>
            </p:nvSpPr>
            <p:spPr>
              <a:xfrm>
                <a:off x="6170656" y="1234966"/>
                <a:ext cx="5043881" cy="5001663"/>
              </a:xfrm>
              <a:prstGeom prst="rect">
                <a:avLst/>
              </a:prstGeom>
            </p:spPr>
            <p:txBody>
              <a:bodyPr vert="horz" lIns="0" tIns="45720" rIns="0" bIns="45720" rtlCol="0">
                <a:normAutofit fontScale="92500"/>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nSpc>
                    <a:spcPct val="120000"/>
                  </a:lnSpc>
                  <a:spcBef>
                    <a:spcPts val="0"/>
                  </a:spcBef>
                  <a:spcAft>
                    <a:spcPts val="0"/>
                  </a:spcAft>
                  <a:buNone/>
                </a:pPr>
                <a:r>
                  <a:rPr lang="en-IN" b="1" dirty="0"/>
                  <a:t>Step 2: Candidate State</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h</m:t>
                            </m:r>
                          </m:e>
                        </m:acc>
                      </m:e>
                      <m:sub>
                        <m:r>
                          <a:rPr lang="ar-AE" i="1">
                            <a:latin typeface="Cambria Math" panose="02040503050406030204" pitchFamily="18" charset="0"/>
                          </a:rPr>
                          <m:t>𝑡</m:t>
                        </m:r>
                      </m:sub>
                    </m:sSub>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d>
                      </m:e>
                    </m:d>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42</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06</m:t>
                        </m:r>
                      </m:e>
                    </m:d>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48</m:t>
                        </m:r>
                      </m:e>
                    </m:d>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446</m:t>
                    </m:r>
                  </m:oMath>
                </a14:m>
                <a:endParaRPr lang="ar-AE" dirty="0"/>
              </a:p>
              <a:p>
                <a:pPr marL="0" indent="0">
                  <a:lnSpc>
                    <a:spcPct val="120000"/>
                  </a:lnSpc>
                  <a:spcBef>
                    <a:spcPts val="0"/>
                  </a:spcBef>
                  <a:spcAft>
                    <a:spcPts val="0"/>
                  </a:spcAft>
                  <a:buNone/>
                </a:pPr>
                <a:br>
                  <a:rPr lang="ar-AE" dirty="0"/>
                </a:br>
                <a:r>
                  <a:rPr lang="en-IN" b="1" dirty="0"/>
                  <a:t>Step 3: Final Hidden State</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617</m:t>
                        </m:r>
                      </m:e>
                    </m:d>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d>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617</m:t>
                        </m:r>
                      </m:e>
                    </m:d>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446</m:t>
                        </m:r>
                      </m:e>
                    </m:d>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383</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617</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446</m:t>
                    </m:r>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0766</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275</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352</m:t>
                    </m:r>
                  </m:oMath>
                </a14:m>
                <a:endParaRPr lang="ar-AE" dirty="0"/>
              </a:p>
              <a:p>
                <a:pPr marL="0" indent="0">
                  <a:lnSpc>
                    <a:spcPct val="120000"/>
                  </a:lnSpc>
                  <a:spcBef>
                    <a:spcPts val="0"/>
                  </a:spcBef>
                  <a:spcAft>
                    <a:spcPts val="0"/>
                  </a:spcAft>
                  <a:buNone/>
                </a:pPr>
                <a:r>
                  <a:rPr lang="en-IN" b="1" dirty="0"/>
                  <a:t>Final Answer:</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352</m:t>
                    </m:r>
                  </m:oMath>
                </a14:m>
                <a:endParaRPr lang="ar-AE" dirty="0"/>
              </a:p>
              <a:p>
                <a:pPr>
                  <a:lnSpc>
                    <a:spcPct val="120000"/>
                  </a:lnSpc>
                  <a:spcBef>
                    <a:spcPts val="0"/>
                  </a:spcBef>
                  <a:spcAft>
                    <a:spcPts val="0"/>
                  </a:spcAft>
                </a:pPr>
                <a:endParaRPr lang="en-IN" dirty="0"/>
              </a:p>
            </p:txBody>
          </p:sp>
        </mc:Choice>
        <mc:Fallback xmlns="">
          <p:sp>
            <p:nvSpPr>
              <p:cNvPr id="4" name="Content Placeholder 2">
                <a:extLst>
                  <a:ext uri="{FF2B5EF4-FFF2-40B4-BE49-F238E27FC236}">
                    <a16:creationId xmlns:a16="http://schemas.microsoft.com/office/drawing/2014/main" id="{9D594FEE-A20E-BA08-18A0-24933B0900FD}"/>
                  </a:ext>
                </a:extLst>
              </p:cNvPr>
              <p:cNvSpPr txBox="1">
                <a:spLocks noRot="1" noChangeAspect="1" noMove="1" noResize="1" noEditPoints="1" noAdjustHandles="1" noChangeArrowheads="1" noChangeShapeType="1" noTextEdit="1"/>
              </p:cNvSpPr>
              <p:nvPr/>
            </p:nvSpPr>
            <p:spPr>
              <a:xfrm>
                <a:off x="6170656" y="1234966"/>
                <a:ext cx="5043881" cy="5001663"/>
              </a:xfrm>
              <a:prstGeom prst="rect">
                <a:avLst/>
              </a:prstGeom>
              <a:blipFill>
                <a:blip r:embed="rId3"/>
                <a:stretch>
                  <a:fillRect l="-3382" b="-732"/>
                </a:stretch>
              </a:blipFill>
            </p:spPr>
            <p:txBody>
              <a:bodyPr/>
              <a:lstStyle/>
              <a:p>
                <a:r>
                  <a:rPr lang="en-IN">
                    <a:noFill/>
                  </a:rPr>
                  <a:t> </a:t>
                </a:r>
              </a:p>
            </p:txBody>
          </p:sp>
        </mc:Fallback>
      </mc:AlternateContent>
    </p:spTree>
    <p:extLst>
      <p:ext uri="{BB962C8B-B14F-4D97-AF65-F5344CB8AC3E}">
        <p14:creationId xmlns:p14="http://schemas.microsoft.com/office/powerpoint/2010/main" val="156256542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7C02C-E87B-4908-DDBB-3002130B800D}"/>
              </a:ext>
            </a:extLst>
          </p:cNvPr>
          <p:cNvSpPr>
            <a:spLocks noGrp="1"/>
          </p:cNvSpPr>
          <p:nvPr>
            <p:ph type="title"/>
          </p:nvPr>
        </p:nvSpPr>
        <p:spPr>
          <a:xfrm>
            <a:off x="1066800" y="317449"/>
            <a:ext cx="10058400" cy="677258"/>
          </a:xfrm>
        </p:spPr>
        <p:txBody>
          <a:bodyPr>
            <a:normAutofit fontScale="90000"/>
          </a:bodyPr>
          <a:lstStyle/>
          <a:p>
            <a:r>
              <a:rPr lang="en-IN" dirty="0"/>
              <a:t>Delta-RNN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D35C17E-2661-5FBC-E21E-99D527CD9DF1}"/>
                  </a:ext>
                </a:extLst>
              </p:cNvPr>
              <p:cNvSpPr>
                <a:spLocks noGrp="1"/>
              </p:cNvSpPr>
              <p:nvPr>
                <p:ph idx="1"/>
              </p:nvPr>
            </p:nvSpPr>
            <p:spPr/>
            <p:txBody>
              <a:bodyPr/>
              <a:lstStyle/>
              <a:p>
                <a:r>
                  <a:rPr lang="en-IN" b="1" dirty="0"/>
                  <a:t>What is Delta-RNN?</a:t>
                </a:r>
              </a:p>
              <a:p>
                <a:r>
                  <a:rPr lang="en-IN" b="1" dirty="0"/>
                  <a:t>Delta-RNN (</a:t>
                </a:r>
                <a:r>
                  <a:rPr lang="el-GR" b="1" dirty="0"/>
                  <a:t>Δ-</a:t>
                </a:r>
                <a:r>
                  <a:rPr lang="en-IN" b="1" dirty="0"/>
                  <a:t>RNN)</a:t>
                </a:r>
                <a:r>
                  <a:rPr lang="en-IN" dirty="0"/>
                  <a:t> is a recurrent neural network that focuses on </a:t>
                </a:r>
                <a:r>
                  <a:rPr lang="en-IN" b="1" dirty="0" err="1"/>
                  <a:t>modeling</a:t>
                </a:r>
                <a:r>
                  <a:rPr lang="en-IN" b="1" dirty="0"/>
                  <a:t> changes (</a:t>
                </a:r>
                <a:r>
                  <a:rPr lang="el-GR" b="1" dirty="0"/>
                  <a:t>Δ = </a:t>
                </a:r>
                <a:r>
                  <a:rPr lang="en-IN" b="1" dirty="0"/>
                  <a:t>difference)</a:t>
                </a:r>
                <a:r>
                  <a:rPr lang="en-IN" dirty="0"/>
                  <a:t> in hidden states rather than recomputing everything at each time step.</a:t>
                </a:r>
              </a:p>
              <a:p>
                <a:r>
                  <a:rPr lang="en-IN" dirty="0"/>
                  <a:t> </a:t>
                </a:r>
                <a:r>
                  <a:rPr lang="en-IN" b="1" dirty="0"/>
                  <a:t>Key idea:</a:t>
                </a:r>
              </a:p>
              <a:p>
                <a:r>
                  <a:rPr lang="en-IN" dirty="0"/>
                  <a:t>Instead of computing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oMath>
                </a14:m>
                <a:r>
                  <a:rPr lang="en-IN" dirty="0"/>
                  <a:t>from scratch </a:t>
                </a:r>
              </a:p>
              <a:p>
                <a:r>
                  <a:rPr lang="en-IN" dirty="0"/>
                  <a:t>Compute </a:t>
                </a:r>
                <a:r>
                  <a:rPr lang="en-IN" b="1" dirty="0"/>
                  <a:t>how much the hidden state should change</a:t>
                </a:r>
                <a:r>
                  <a:rPr lang="en-IN" dirty="0"/>
                  <a:t> </a:t>
                </a:r>
              </a:p>
              <a:p>
                <a:endParaRPr lang="en-IN" dirty="0"/>
              </a:p>
            </p:txBody>
          </p:sp>
        </mc:Choice>
        <mc:Fallback xmlns="">
          <p:sp>
            <p:nvSpPr>
              <p:cNvPr id="3" name="Content Placeholder 2">
                <a:extLst>
                  <a:ext uri="{FF2B5EF4-FFF2-40B4-BE49-F238E27FC236}">
                    <a16:creationId xmlns:a16="http://schemas.microsoft.com/office/drawing/2014/main" id="{ED35C17E-2661-5FBC-E21E-99D527CD9DF1}"/>
                  </a:ext>
                </a:extLst>
              </p:cNvPr>
              <p:cNvSpPr>
                <a:spLocks noGrp="1" noRot="1" noChangeAspect="1" noMove="1" noResize="1" noEditPoints="1" noAdjustHandles="1" noChangeArrowheads="1" noChangeShapeType="1" noTextEdit="1"/>
              </p:cNvSpPr>
              <p:nvPr>
                <p:ph idx="1"/>
              </p:nvPr>
            </p:nvSpPr>
            <p:spPr>
              <a:blipFill>
                <a:blip r:embed="rId2"/>
                <a:stretch>
                  <a:fillRect l="-1758" t="-2023" r="-1091"/>
                </a:stretch>
              </a:blipFill>
            </p:spPr>
            <p:txBody>
              <a:bodyPr/>
              <a:lstStyle/>
              <a:p>
                <a:r>
                  <a:rPr lang="en-IN">
                    <a:noFill/>
                  </a:rPr>
                  <a:t> </a:t>
                </a:r>
              </a:p>
            </p:txBody>
          </p:sp>
        </mc:Fallback>
      </mc:AlternateContent>
    </p:spTree>
    <p:extLst>
      <p:ext uri="{BB962C8B-B14F-4D97-AF65-F5344CB8AC3E}">
        <p14:creationId xmlns:p14="http://schemas.microsoft.com/office/powerpoint/2010/main" val="308236377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AE01C-FA78-30C2-8B98-0C27F3E607BE}"/>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6CEF12-E94C-0668-FDC2-18F91E12F11C}"/>
                  </a:ext>
                </a:extLst>
              </p:cNvPr>
              <p:cNvSpPr>
                <a:spLocks noGrp="1"/>
              </p:cNvSpPr>
              <p:nvPr>
                <p:ph idx="1"/>
              </p:nvPr>
            </p:nvSpPr>
            <p:spPr/>
            <p:txBody>
              <a:bodyPr/>
              <a:lstStyle/>
              <a:p>
                <a:r>
                  <a:rPr lang="en-IN" dirty="0"/>
                  <a:t>Traditional RNN:</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r>
                          <a:rPr lang="ar-AE" i="1">
                            <a:latin typeface="Cambria Math" panose="02040503050406030204" pitchFamily="18" charset="0"/>
                          </a:rPr>
                          <m:t>𝑊</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𝑈</m:t>
                        </m:r>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e>
                    </m:d>
                  </m:oMath>
                </a14:m>
                <a:endParaRPr lang="ar-AE" dirty="0"/>
              </a:p>
              <a:p>
                <a:r>
                  <a:rPr lang="en-IN" dirty="0"/>
                  <a:t> Delta-RNN:</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r>
                      <m:rPr>
                        <m:sty m:val="p"/>
                      </m:rPr>
                      <a:rPr lang="el-GR">
                        <a:latin typeface="Cambria Math" panose="02040503050406030204" pitchFamily="18" charset="0"/>
                      </a:rPr>
                      <m:t>Δ</m:t>
                    </m:r>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oMath>
                </a14:m>
                <a:endParaRPr lang="ar-AE" dirty="0"/>
              </a:p>
              <a:p>
                <a:pPr marL="0" indent="0">
                  <a:buNone/>
                </a:pPr>
                <a:r>
                  <a:rPr lang="en-IN"/>
                  <a:t>Only </a:t>
                </a:r>
                <a:r>
                  <a:rPr lang="en-IN" dirty="0"/>
                  <a:t>update </a:t>
                </a:r>
                <a:r>
                  <a:rPr lang="en-IN" b="1" dirty="0"/>
                  <a:t>what is necessary</a:t>
                </a:r>
                <a:endParaRPr lang="en-IN" dirty="0"/>
              </a:p>
              <a:p>
                <a:endParaRPr lang="en-IN" dirty="0"/>
              </a:p>
            </p:txBody>
          </p:sp>
        </mc:Choice>
        <mc:Fallback xmlns="">
          <p:sp>
            <p:nvSpPr>
              <p:cNvPr id="3" name="Content Placeholder 2">
                <a:extLst>
                  <a:ext uri="{FF2B5EF4-FFF2-40B4-BE49-F238E27FC236}">
                    <a16:creationId xmlns:a16="http://schemas.microsoft.com/office/drawing/2014/main" id="{9C6CEF12-E94C-0668-FDC2-18F91E12F11C}"/>
                  </a:ext>
                </a:extLst>
              </p:cNvPr>
              <p:cNvSpPr>
                <a:spLocks noGrp="1" noRot="1" noChangeAspect="1" noMove="1" noResize="1" noEditPoints="1" noAdjustHandles="1" noChangeArrowheads="1" noChangeShapeType="1" noTextEdit="1"/>
              </p:cNvSpPr>
              <p:nvPr>
                <p:ph idx="1"/>
              </p:nvPr>
            </p:nvSpPr>
            <p:spPr>
              <a:blipFill>
                <a:blip r:embed="rId2"/>
                <a:stretch>
                  <a:fillRect l="-1879" t="-2023"/>
                </a:stretch>
              </a:blipFill>
            </p:spPr>
            <p:txBody>
              <a:bodyPr/>
              <a:lstStyle/>
              <a:p>
                <a:r>
                  <a:rPr lang="en-IN">
                    <a:noFill/>
                  </a:rPr>
                  <a:t> </a:t>
                </a:r>
              </a:p>
            </p:txBody>
          </p:sp>
        </mc:Fallback>
      </mc:AlternateContent>
    </p:spTree>
    <p:extLst>
      <p:ext uri="{BB962C8B-B14F-4D97-AF65-F5344CB8AC3E}">
        <p14:creationId xmlns:p14="http://schemas.microsoft.com/office/powerpoint/2010/main" val="292830438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48C40-2269-07BB-DF58-FCBD7FF60A16}"/>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A9724B-B68E-6727-ED52-F374091F5B24}"/>
                  </a:ext>
                </a:extLst>
              </p:cNvPr>
              <p:cNvSpPr>
                <a:spLocks noGrp="1"/>
              </p:cNvSpPr>
              <p:nvPr>
                <p:ph idx="1"/>
              </p:nvPr>
            </p:nvSpPr>
            <p:spPr>
              <a:xfrm>
                <a:off x="1025842" y="1608083"/>
                <a:ext cx="10201275" cy="4518187"/>
              </a:xfrm>
            </p:spPr>
            <p:txBody>
              <a:bodyPr>
                <a:normAutofit fontScale="92500" lnSpcReduction="20000"/>
              </a:bodyPr>
              <a:lstStyle/>
              <a:p>
                <a:pPr marL="0" indent="0">
                  <a:lnSpc>
                    <a:spcPct val="120000"/>
                  </a:lnSpc>
                  <a:spcBef>
                    <a:spcPts val="0"/>
                  </a:spcBef>
                  <a:spcAft>
                    <a:spcPts val="0"/>
                  </a:spcAft>
                  <a:buNone/>
                </a:pPr>
                <a:r>
                  <a:rPr lang="en-IN" b="1" dirty="0"/>
                  <a:t>Mathematical Formulation</a:t>
                </a:r>
              </a:p>
              <a:p>
                <a:pPr marL="0" indent="0">
                  <a:lnSpc>
                    <a:spcPct val="120000"/>
                  </a:lnSpc>
                  <a:spcBef>
                    <a:spcPts val="0"/>
                  </a:spcBef>
                  <a:spcAft>
                    <a:spcPts val="0"/>
                  </a:spcAft>
                  <a:buNone/>
                </a:pPr>
                <a:endParaRPr lang="en-IN" dirty="0"/>
              </a:p>
              <a:p>
                <a:pPr marL="0" indent="0">
                  <a:lnSpc>
                    <a:spcPct val="120000"/>
                  </a:lnSpc>
                  <a:spcBef>
                    <a:spcPts val="0"/>
                  </a:spcBef>
                  <a:spcAft>
                    <a:spcPts val="0"/>
                  </a:spcAft>
                  <a:buNone/>
                </a:pPr>
                <a:r>
                  <a:rPr lang="en-IN" b="1" dirty="0"/>
                  <a:t> Step 1: Compute Intermediate Representations</a:t>
                </a:r>
              </a:p>
              <a:p>
                <a:pPr>
                  <a:lnSpc>
                    <a:spcPct val="120000"/>
                  </a:lnSpc>
                  <a:spcBef>
                    <a:spcPts val="0"/>
                  </a:spcBef>
                  <a:spcAft>
                    <a:spcPts val="0"/>
                  </a:spcAft>
                </a:pPr>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𝑑</m:t>
                        </m:r>
                      </m:e>
                      <m:sub>
                        <m:r>
                          <a:rPr lang="ar-AE" i="1">
                            <a:latin typeface="Cambria Math" panose="02040503050406030204" pitchFamily="18" charset="0"/>
                          </a:rPr>
                          <m:t>𝑡</m:t>
                        </m:r>
                      </m:sub>
                      <m:sup>
                        <m:r>
                          <a:rPr lang="ar-AE" i="1">
                            <a:latin typeface="Cambria Math" panose="02040503050406030204" pitchFamily="18" charset="0"/>
                          </a:rPr>
                          <m:t>𝑟𝑒𝑐</m:t>
                        </m:r>
                      </m:sup>
                    </m:sSubSup>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𝑉</m:t>
                        </m:r>
                      </m:e>
                      <m:sub>
                        <m:r>
                          <a:rPr lang="ar-AE" i="1">
                            <a:latin typeface="Cambria Math" panose="02040503050406030204" pitchFamily="18" charset="0"/>
                          </a:rPr>
                          <m:t>𝑑</m:t>
                        </m:r>
                      </m:sub>
                    </m:sSub>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oMath>
                </a14:m>
                <a:endParaRPr lang="ar-AE" dirty="0"/>
              </a:p>
              <a:p>
                <a:pPr>
                  <a:lnSpc>
                    <a:spcPct val="120000"/>
                  </a:lnSpc>
                  <a:spcBef>
                    <a:spcPts val="0"/>
                  </a:spcBef>
                  <a:spcAft>
                    <a:spcPts val="0"/>
                  </a:spcAft>
                </a:pPr>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𝑑</m:t>
                        </m:r>
                      </m:e>
                      <m:sub>
                        <m:r>
                          <a:rPr lang="ar-AE" i="1">
                            <a:latin typeface="Cambria Math" panose="02040503050406030204" pitchFamily="18" charset="0"/>
                          </a:rPr>
                          <m:t>𝑡</m:t>
                        </m:r>
                      </m:sub>
                      <m:sup>
                        <m:r>
                          <a:rPr lang="ar-AE" i="1">
                            <a:latin typeface="Cambria Math" panose="02040503050406030204" pitchFamily="18" charset="0"/>
                          </a:rPr>
                          <m:t>𝑑𝑎𝑡</m:t>
                        </m:r>
                      </m:sup>
                    </m:sSubSup>
                    <m:r>
                      <a:rPr lang="ar-AE">
                        <a:latin typeface="Cambria Math" panose="02040503050406030204" pitchFamily="18" charset="0"/>
                      </a:rPr>
                      <m:t>=</m:t>
                    </m:r>
                    <m:r>
                      <a:rPr lang="ar-AE" i="1">
                        <a:latin typeface="Cambria Math" panose="02040503050406030204" pitchFamily="18" charset="0"/>
                      </a:rPr>
                      <m:t>𝑊</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oMath>
                </a14:m>
                <a:endParaRPr lang="ar-AE" dirty="0"/>
              </a:p>
              <a:p>
                <a:pPr marL="0" indent="0">
                  <a:lnSpc>
                    <a:spcPct val="120000"/>
                  </a:lnSpc>
                  <a:spcBef>
                    <a:spcPts val="0"/>
                  </a:spcBef>
                  <a:spcAft>
                    <a:spcPts val="0"/>
                  </a:spcAft>
                  <a:buNone/>
                </a:pPr>
                <a:endParaRPr lang="en-IN" b="1" dirty="0"/>
              </a:p>
              <a:p>
                <a:pPr marL="0" indent="0">
                  <a:lnSpc>
                    <a:spcPct val="120000"/>
                  </a:lnSpc>
                  <a:spcBef>
                    <a:spcPts val="0"/>
                  </a:spcBef>
                  <a:spcAft>
                    <a:spcPts val="0"/>
                  </a:spcAft>
                  <a:buNone/>
                </a:pPr>
                <a:r>
                  <a:rPr lang="en-IN" b="1" dirty="0"/>
                  <a:t> Step 2: Combine (Element-wise Interaction)</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𝛼</m:t>
                    </m:r>
                    <m:r>
                      <a:rPr lang="ar-AE">
                        <a:latin typeface="Cambria Math" panose="02040503050406030204" pitchFamily="18" charset="0"/>
                      </a:rPr>
                      <m:t>⊙</m:t>
                    </m:r>
                    <m:sSubSup>
                      <m:sSubSupPr>
                        <m:ctrlPr>
                          <a:rPr lang="ar-AE" i="1">
                            <a:latin typeface="Cambria Math" panose="02040503050406030204" pitchFamily="18" charset="0"/>
                          </a:rPr>
                        </m:ctrlPr>
                      </m:sSubSupPr>
                      <m:e>
                        <m:r>
                          <a:rPr lang="ar-AE" i="1">
                            <a:latin typeface="Cambria Math" panose="02040503050406030204" pitchFamily="18" charset="0"/>
                          </a:rPr>
                          <m:t>𝑑</m:t>
                        </m:r>
                      </m:e>
                      <m:sub>
                        <m:r>
                          <a:rPr lang="ar-AE" i="1">
                            <a:latin typeface="Cambria Math" panose="02040503050406030204" pitchFamily="18" charset="0"/>
                          </a:rPr>
                          <m:t>𝑡</m:t>
                        </m:r>
                      </m:sub>
                      <m:sup>
                        <m:r>
                          <a:rPr lang="ar-AE" i="1">
                            <a:latin typeface="Cambria Math" panose="02040503050406030204" pitchFamily="18" charset="0"/>
                          </a:rPr>
                          <m:t>𝑟𝑒𝑐</m:t>
                        </m:r>
                      </m:sup>
                    </m:sSubSup>
                    <m:r>
                      <a:rPr lang="ar-AE">
                        <a:latin typeface="Cambria Math" panose="02040503050406030204" pitchFamily="18" charset="0"/>
                      </a:rPr>
                      <m:t>⊙</m:t>
                    </m:r>
                    <m:sSubSup>
                      <m:sSubSupPr>
                        <m:ctrlPr>
                          <a:rPr lang="ar-AE" i="1">
                            <a:latin typeface="Cambria Math" panose="02040503050406030204" pitchFamily="18" charset="0"/>
                          </a:rPr>
                        </m:ctrlPr>
                      </m:sSubSupPr>
                      <m:e>
                        <m:r>
                          <a:rPr lang="ar-AE" i="1">
                            <a:latin typeface="Cambria Math" panose="02040503050406030204" pitchFamily="18" charset="0"/>
                          </a:rPr>
                          <m:t>𝑑</m:t>
                        </m:r>
                      </m:e>
                      <m:sub>
                        <m:r>
                          <a:rPr lang="ar-AE" i="1">
                            <a:latin typeface="Cambria Math" panose="02040503050406030204" pitchFamily="18" charset="0"/>
                          </a:rPr>
                          <m:t>𝑡</m:t>
                        </m:r>
                      </m:sub>
                      <m:sup>
                        <m:r>
                          <a:rPr lang="ar-AE" i="1">
                            <a:latin typeface="Cambria Math" panose="02040503050406030204" pitchFamily="18" charset="0"/>
                          </a:rPr>
                          <m:t>𝑑𝑎𝑡</m:t>
                        </m:r>
                      </m:sup>
                    </m:sSubSup>
                  </m:oMath>
                </a14:m>
                <a:endParaRPr lang="ar-AE" dirty="0"/>
              </a:p>
              <a:p>
                <a:pPr>
                  <a:lnSpc>
                    <a:spcPct val="120000"/>
                  </a:lnSpc>
                  <a:spcBef>
                    <a:spcPts val="0"/>
                  </a:spcBef>
                  <a:spcAft>
                    <a:spcPts val="0"/>
                  </a:spcAft>
                </a:pPr>
                <a:r>
                  <a:rPr lang="en-IN" dirty="0"/>
                  <a:t> </a:t>
                </a:r>
                <a14:m>
                  <m:oMath xmlns:m="http://schemas.openxmlformats.org/officeDocument/2006/math">
                    <m:r>
                      <a:rPr lang="en-IN" i="1">
                        <a:latin typeface="Cambria Math" panose="02040503050406030204" pitchFamily="18" charset="0"/>
                      </a:rPr>
                      <m:t>𝛼</m:t>
                    </m:r>
                  </m:oMath>
                </a14:m>
                <a:r>
                  <a:rPr lang="en-IN" dirty="0"/>
                  <a:t>= learnable parameter</a:t>
                </a:r>
                <a:br>
                  <a:rPr lang="en-IN" dirty="0"/>
                </a:br>
                <a:r>
                  <a:rPr lang="en-IN" dirty="0"/>
                  <a:t>Captures interaction between input &amp; memory</a:t>
                </a:r>
              </a:p>
              <a:p>
                <a:pPr>
                  <a:lnSpc>
                    <a:spcPct val="120000"/>
                  </a:lnSpc>
                  <a:spcBef>
                    <a:spcPts val="0"/>
                  </a:spcBef>
                  <a:spcAft>
                    <a:spcPts val="0"/>
                  </a:spcAft>
                </a:pPr>
                <a:r>
                  <a:rPr lang="en-IN" b="1" dirty="0"/>
                  <a:t>Step 3: Nonlinear Transformation</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h</m:t>
                            </m:r>
                          </m:e>
                        </m:acc>
                      </m:e>
                      <m:sub>
                        <m:r>
                          <a:rPr lang="ar-AE" i="1">
                            <a:latin typeface="Cambria Math" panose="02040503050406030204" pitchFamily="18" charset="0"/>
                          </a:rPr>
                          <m:t>𝑡</m:t>
                        </m:r>
                      </m:sub>
                    </m:sSub>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sSubSup>
                          <m:sSubSupPr>
                            <m:ctrlPr>
                              <a:rPr lang="ar-AE" i="1">
                                <a:latin typeface="Cambria Math" panose="02040503050406030204" pitchFamily="18" charset="0"/>
                              </a:rPr>
                            </m:ctrlPr>
                          </m:sSubSupPr>
                          <m:e>
                            <m:r>
                              <a:rPr lang="ar-AE" i="1">
                                <a:latin typeface="Cambria Math" panose="02040503050406030204" pitchFamily="18" charset="0"/>
                              </a:rPr>
                              <m:t>𝑑</m:t>
                            </m:r>
                          </m:e>
                          <m:sub>
                            <m:r>
                              <a:rPr lang="ar-AE" i="1">
                                <a:latin typeface="Cambria Math" panose="02040503050406030204" pitchFamily="18" charset="0"/>
                              </a:rPr>
                              <m:t>𝑡</m:t>
                            </m:r>
                          </m:sub>
                          <m:sup>
                            <m:r>
                              <a:rPr lang="ar-AE" i="1">
                                <a:latin typeface="Cambria Math" panose="02040503050406030204" pitchFamily="18" charset="0"/>
                              </a:rPr>
                              <m:t>𝑟𝑒𝑐</m:t>
                            </m:r>
                          </m:sup>
                        </m:sSubSup>
                        <m:r>
                          <a:rPr lang="ar-AE">
                            <a:latin typeface="Cambria Math" panose="02040503050406030204" pitchFamily="18" charset="0"/>
                          </a:rPr>
                          <m:t>+</m:t>
                        </m:r>
                        <m:sSubSup>
                          <m:sSubSupPr>
                            <m:ctrlPr>
                              <a:rPr lang="ar-AE" i="1">
                                <a:latin typeface="Cambria Math" panose="02040503050406030204" pitchFamily="18" charset="0"/>
                              </a:rPr>
                            </m:ctrlPr>
                          </m:sSubSupPr>
                          <m:e>
                            <m:r>
                              <a:rPr lang="ar-AE" i="1">
                                <a:latin typeface="Cambria Math" panose="02040503050406030204" pitchFamily="18" charset="0"/>
                              </a:rPr>
                              <m:t>𝑑</m:t>
                            </m:r>
                          </m:e>
                          <m:sub>
                            <m:r>
                              <a:rPr lang="ar-AE" i="1">
                                <a:latin typeface="Cambria Math" panose="02040503050406030204" pitchFamily="18" charset="0"/>
                              </a:rPr>
                              <m:t>𝑡</m:t>
                            </m:r>
                          </m:sub>
                          <m:sup>
                            <m:r>
                              <a:rPr lang="ar-AE" i="1">
                                <a:latin typeface="Cambria Math" panose="02040503050406030204" pitchFamily="18" charset="0"/>
                              </a:rPr>
                              <m:t>𝑑𝑎𝑡</m:t>
                            </m:r>
                          </m:sup>
                        </m:sSubSup>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𝑡</m:t>
                            </m:r>
                          </m:sub>
                        </m:sSub>
                      </m:e>
                    </m:d>
                  </m:oMath>
                </a14:m>
                <a:endParaRPr lang="ar-AE" dirty="0"/>
              </a:p>
              <a:p>
                <a:pPr>
                  <a:lnSpc>
                    <a:spcPct val="120000"/>
                  </a:lnSpc>
                  <a:spcBef>
                    <a:spcPts val="0"/>
                  </a:spcBef>
                  <a:spcAft>
                    <a:spcPts val="0"/>
                  </a:spcAft>
                </a:pPr>
                <a:endParaRPr lang="en-IN" dirty="0"/>
              </a:p>
            </p:txBody>
          </p:sp>
        </mc:Choice>
        <mc:Fallback xmlns="">
          <p:sp>
            <p:nvSpPr>
              <p:cNvPr id="3" name="Content Placeholder 2">
                <a:extLst>
                  <a:ext uri="{FF2B5EF4-FFF2-40B4-BE49-F238E27FC236}">
                    <a16:creationId xmlns:a16="http://schemas.microsoft.com/office/drawing/2014/main" id="{09A9724B-B68E-6727-ED52-F374091F5B24}"/>
                  </a:ext>
                </a:extLst>
              </p:cNvPr>
              <p:cNvSpPr>
                <a:spLocks noGrp="1" noRot="1" noChangeAspect="1" noMove="1" noResize="1" noEditPoints="1" noAdjustHandles="1" noChangeArrowheads="1" noChangeShapeType="1" noTextEdit="1"/>
              </p:cNvSpPr>
              <p:nvPr>
                <p:ph idx="1"/>
              </p:nvPr>
            </p:nvSpPr>
            <p:spPr>
              <a:xfrm>
                <a:off x="1025842" y="1608083"/>
                <a:ext cx="10201275" cy="4518187"/>
              </a:xfrm>
              <a:blipFill>
                <a:blip r:embed="rId2"/>
                <a:stretch>
                  <a:fillRect l="-1673" t="-945" b="-135"/>
                </a:stretch>
              </a:blipFill>
            </p:spPr>
            <p:txBody>
              <a:bodyPr/>
              <a:lstStyle/>
              <a:p>
                <a:r>
                  <a:rPr lang="en-IN">
                    <a:noFill/>
                  </a:rPr>
                  <a:t> </a:t>
                </a:r>
              </a:p>
            </p:txBody>
          </p:sp>
        </mc:Fallback>
      </mc:AlternateContent>
    </p:spTree>
    <p:extLst>
      <p:ext uri="{BB962C8B-B14F-4D97-AF65-F5344CB8AC3E}">
        <p14:creationId xmlns:p14="http://schemas.microsoft.com/office/powerpoint/2010/main" val="12909105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998EF-CF2D-D6A8-CE11-B16F7DFA509E}"/>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78B0501-1E17-2CDA-9532-5C8FEA4CE950}"/>
                  </a:ext>
                </a:extLst>
              </p:cNvPr>
              <p:cNvSpPr>
                <a:spLocks noGrp="1"/>
              </p:cNvSpPr>
              <p:nvPr>
                <p:ph idx="1"/>
              </p:nvPr>
            </p:nvSpPr>
            <p:spPr/>
            <p:txBody>
              <a:bodyPr/>
              <a:lstStyle/>
              <a:p>
                <a:r>
                  <a:rPr lang="en-IN" b="1" dirty="0"/>
                  <a:t>Step 4: Compute Delta (Change)</a:t>
                </a:r>
              </a:p>
              <a:p>
                <a14:m>
                  <m:oMath xmlns:m="http://schemas.openxmlformats.org/officeDocument/2006/math">
                    <m:r>
                      <m:rPr>
                        <m:sty m:val="p"/>
                      </m:rPr>
                      <a:rPr lang="el-GR">
                        <a:latin typeface="Cambria Math" panose="02040503050406030204" pitchFamily="18" charset="0"/>
                      </a:rPr>
                      <m:t>Δ</m:t>
                    </m:r>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r>
                      <a:rPr lang="ar-AE">
                        <a:latin typeface="Cambria Math" panose="02040503050406030204" pitchFamily="18" charset="0"/>
                      </a:rPr>
                      <m:t>=</m:t>
                    </m:r>
                    <m:r>
                      <m:rPr>
                        <m:sty m:val="p"/>
                      </m:rPr>
                      <a:rPr lang="el-GR">
                        <a:latin typeface="Cambria Math" panose="02040503050406030204" pitchFamily="18" charset="0"/>
                      </a:rPr>
                      <m:t>Φ</m:t>
                    </m:r>
                    <m:r>
                      <a:rPr lang="el-GR">
                        <a:latin typeface="Cambria Math" panose="02040503050406030204" pitchFamily="18" charset="0"/>
                      </a:rPr>
                      <m:t>⊙</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h</m:t>
                                </m:r>
                              </m:e>
                            </m:acc>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e>
                    </m:d>
                  </m:oMath>
                </a14:m>
                <a:endParaRPr lang="ar-AE" dirty="0"/>
              </a:p>
              <a:p>
                <a:r>
                  <a:rPr lang="en-IN" dirty="0"/>
                  <a:t> </a:t>
                </a:r>
                <a14:m>
                  <m:oMath xmlns:m="http://schemas.openxmlformats.org/officeDocument/2006/math">
                    <m:r>
                      <m:rPr>
                        <m:sty m:val="p"/>
                      </m:rPr>
                      <a:rPr lang="el-GR">
                        <a:latin typeface="Cambria Math" panose="02040503050406030204" pitchFamily="18" charset="0"/>
                      </a:rPr>
                      <m:t>Φ</m:t>
                    </m:r>
                  </m:oMath>
                </a14:m>
                <a:r>
                  <a:rPr lang="el-GR" dirty="0"/>
                  <a:t>= </a:t>
                </a:r>
                <a:r>
                  <a:rPr lang="en-IN" dirty="0"/>
                  <a:t>gate-like scaling factor</a:t>
                </a:r>
              </a:p>
              <a:p>
                <a:r>
                  <a:rPr lang="en-IN" b="1" dirty="0"/>
                  <a:t> Step 5: Final Hidden State</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r>
                      <m:rPr>
                        <m:sty m:val="p"/>
                      </m:rPr>
                      <a:rPr lang="el-GR">
                        <a:latin typeface="Cambria Math" panose="02040503050406030204" pitchFamily="18" charset="0"/>
                      </a:rPr>
                      <m:t>Δ</m:t>
                    </m:r>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678B0501-1E17-2CDA-9532-5C8FEA4CE950}"/>
                  </a:ext>
                </a:extLst>
              </p:cNvPr>
              <p:cNvSpPr>
                <a:spLocks noGrp="1" noRot="1" noChangeAspect="1" noMove="1" noResize="1" noEditPoints="1" noAdjustHandles="1" noChangeArrowheads="1" noChangeShapeType="1" noTextEdit="1"/>
              </p:cNvSpPr>
              <p:nvPr>
                <p:ph idx="1"/>
              </p:nvPr>
            </p:nvSpPr>
            <p:spPr>
              <a:blipFill>
                <a:blip r:embed="rId2"/>
                <a:stretch>
                  <a:fillRect l="-1758" t="-2023"/>
                </a:stretch>
              </a:blipFill>
            </p:spPr>
            <p:txBody>
              <a:bodyPr/>
              <a:lstStyle/>
              <a:p>
                <a:r>
                  <a:rPr lang="en-IN">
                    <a:noFill/>
                  </a:rPr>
                  <a:t> </a:t>
                </a:r>
              </a:p>
            </p:txBody>
          </p:sp>
        </mc:Fallback>
      </mc:AlternateContent>
    </p:spTree>
    <p:extLst>
      <p:ext uri="{BB962C8B-B14F-4D97-AF65-F5344CB8AC3E}">
        <p14:creationId xmlns:p14="http://schemas.microsoft.com/office/powerpoint/2010/main" val="399066153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BB60F-3D4A-8BE5-1ABC-9E26ECC130D4}"/>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579AA529-52CC-500A-2FF8-13620255C2CE}"/>
              </a:ext>
            </a:extLst>
          </p:cNvPr>
          <p:cNvSpPr>
            <a:spLocks noGrp="1"/>
          </p:cNvSpPr>
          <p:nvPr>
            <p:ph idx="1"/>
          </p:nvPr>
        </p:nvSpPr>
        <p:spPr>
          <a:xfrm>
            <a:off x="863600" y="1351280"/>
            <a:ext cx="10363517" cy="4774990"/>
          </a:xfrm>
        </p:spPr>
        <p:txBody>
          <a:bodyPr>
            <a:normAutofit fontScale="92500" lnSpcReduction="20000"/>
          </a:bodyPr>
          <a:lstStyle/>
          <a:p>
            <a:pPr marL="0" indent="0">
              <a:lnSpc>
                <a:spcPct val="120000"/>
              </a:lnSpc>
              <a:spcBef>
                <a:spcPts val="0"/>
              </a:spcBef>
              <a:spcAft>
                <a:spcPts val="0"/>
              </a:spcAft>
              <a:buNone/>
            </a:pPr>
            <a:r>
              <a:rPr lang="en-US" b="1" dirty="0"/>
              <a:t>Step-by-Step Working</a:t>
            </a:r>
          </a:p>
          <a:p>
            <a:pPr marL="0" indent="0">
              <a:lnSpc>
                <a:spcPct val="120000"/>
              </a:lnSpc>
              <a:spcBef>
                <a:spcPts val="0"/>
              </a:spcBef>
              <a:spcAft>
                <a:spcPts val="0"/>
              </a:spcAft>
              <a:buNone/>
            </a:pPr>
            <a:r>
              <a:rPr lang="en-US" b="1" dirty="0"/>
              <a:t>Step 1:</a:t>
            </a:r>
          </a:p>
          <a:p>
            <a:pPr>
              <a:lnSpc>
                <a:spcPct val="120000"/>
              </a:lnSpc>
              <a:spcBef>
                <a:spcPts val="0"/>
              </a:spcBef>
              <a:spcAft>
                <a:spcPts val="0"/>
              </a:spcAft>
            </a:pPr>
            <a:r>
              <a:rPr lang="en-US" dirty="0"/>
              <a:t>Compute influence of:</a:t>
            </a:r>
          </a:p>
          <a:p>
            <a:pPr>
              <a:lnSpc>
                <a:spcPct val="120000"/>
              </a:lnSpc>
              <a:spcBef>
                <a:spcPts val="0"/>
              </a:spcBef>
              <a:spcAft>
                <a:spcPts val="0"/>
              </a:spcAft>
            </a:pPr>
            <a:r>
              <a:rPr lang="en-US" dirty="0"/>
              <a:t>Previous state </a:t>
            </a:r>
          </a:p>
          <a:p>
            <a:pPr>
              <a:lnSpc>
                <a:spcPct val="120000"/>
              </a:lnSpc>
              <a:spcBef>
                <a:spcPts val="0"/>
              </a:spcBef>
              <a:spcAft>
                <a:spcPts val="0"/>
              </a:spcAft>
            </a:pPr>
            <a:r>
              <a:rPr lang="en-US" dirty="0"/>
              <a:t>Current input </a:t>
            </a:r>
          </a:p>
          <a:p>
            <a:pPr marL="0" indent="0">
              <a:lnSpc>
                <a:spcPct val="120000"/>
              </a:lnSpc>
              <a:spcBef>
                <a:spcPts val="0"/>
              </a:spcBef>
              <a:spcAft>
                <a:spcPts val="0"/>
              </a:spcAft>
              <a:buNone/>
            </a:pPr>
            <a:r>
              <a:rPr lang="en-US" b="1" dirty="0"/>
              <a:t>Step 2:</a:t>
            </a:r>
          </a:p>
          <a:p>
            <a:pPr>
              <a:lnSpc>
                <a:spcPct val="120000"/>
              </a:lnSpc>
              <a:spcBef>
                <a:spcPts val="0"/>
              </a:spcBef>
              <a:spcAft>
                <a:spcPts val="0"/>
              </a:spcAft>
            </a:pPr>
            <a:r>
              <a:rPr lang="en-US" dirty="0"/>
              <a:t>Capture interaction (important!)</a:t>
            </a:r>
          </a:p>
          <a:p>
            <a:pPr marL="0" indent="0">
              <a:lnSpc>
                <a:spcPct val="120000"/>
              </a:lnSpc>
              <a:spcBef>
                <a:spcPts val="0"/>
              </a:spcBef>
              <a:spcAft>
                <a:spcPts val="0"/>
              </a:spcAft>
              <a:buNone/>
            </a:pPr>
            <a:r>
              <a:rPr lang="en-US" b="1" dirty="0"/>
              <a:t>Step 3:</a:t>
            </a:r>
          </a:p>
          <a:p>
            <a:pPr>
              <a:lnSpc>
                <a:spcPct val="120000"/>
              </a:lnSpc>
              <a:spcBef>
                <a:spcPts val="0"/>
              </a:spcBef>
              <a:spcAft>
                <a:spcPts val="0"/>
              </a:spcAft>
            </a:pPr>
            <a:r>
              <a:rPr lang="en-US" dirty="0"/>
              <a:t>Generate candidate state</a:t>
            </a:r>
          </a:p>
          <a:p>
            <a:pPr marL="0" indent="0">
              <a:lnSpc>
                <a:spcPct val="120000"/>
              </a:lnSpc>
              <a:spcBef>
                <a:spcPts val="0"/>
              </a:spcBef>
              <a:spcAft>
                <a:spcPts val="0"/>
              </a:spcAft>
              <a:buNone/>
            </a:pPr>
            <a:r>
              <a:rPr lang="en-US" b="1" dirty="0"/>
              <a:t>Step 4:</a:t>
            </a:r>
          </a:p>
          <a:p>
            <a:pPr>
              <a:lnSpc>
                <a:spcPct val="120000"/>
              </a:lnSpc>
              <a:spcBef>
                <a:spcPts val="0"/>
              </a:spcBef>
              <a:spcAft>
                <a:spcPts val="0"/>
              </a:spcAft>
            </a:pPr>
            <a:r>
              <a:rPr lang="en-US" dirty="0"/>
              <a:t>Compute </a:t>
            </a:r>
            <a:r>
              <a:rPr lang="en-US" b="1" dirty="0"/>
              <a:t>difference from previous state</a:t>
            </a:r>
          </a:p>
          <a:p>
            <a:pPr marL="0" indent="0">
              <a:lnSpc>
                <a:spcPct val="120000"/>
              </a:lnSpc>
              <a:spcBef>
                <a:spcPts val="0"/>
              </a:spcBef>
              <a:spcAft>
                <a:spcPts val="0"/>
              </a:spcAft>
              <a:buNone/>
            </a:pPr>
            <a:r>
              <a:rPr lang="en-US" b="1" dirty="0"/>
              <a:t>Step 5:</a:t>
            </a:r>
          </a:p>
          <a:p>
            <a:pPr>
              <a:lnSpc>
                <a:spcPct val="120000"/>
              </a:lnSpc>
              <a:spcBef>
                <a:spcPts val="0"/>
              </a:spcBef>
              <a:spcAft>
                <a:spcPts val="0"/>
              </a:spcAft>
            </a:pPr>
            <a:r>
              <a:rPr lang="en-US" dirty="0"/>
              <a:t>Update hidden state incrementally</a:t>
            </a:r>
          </a:p>
          <a:p>
            <a:pPr>
              <a:lnSpc>
                <a:spcPct val="120000"/>
              </a:lnSpc>
              <a:spcBef>
                <a:spcPts val="0"/>
              </a:spcBef>
              <a:spcAft>
                <a:spcPts val="0"/>
              </a:spcAft>
            </a:pPr>
            <a:endParaRPr lang="en-IN" dirty="0"/>
          </a:p>
        </p:txBody>
      </p:sp>
    </p:spTree>
    <p:extLst>
      <p:ext uri="{BB962C8B-B14F-4D97-AF65-F5344CB8AC3E}">
        <p14:creationId xmlns:p14="http://schemas.microsoft.com/office/powerpoint/2010/main" val="423206492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17A20-7E98-6ECD-BA75-4A4BB19EF41F}"/>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344D99-8890-1DC8-140F-0082212E3EB2}"/>
                  </a:ext>
                </a:extLst>
              </p:cNvPr>
              <p:cNvSpPr>
                <a:spLocks noGrp="1"/>
              </p:cNvSpPr>
              <p:nvPr>
                <p:ph idx="1"/>
              </p:nvPr>
            </p:nvSpPr>
            <p:spPr>
              <a:xfrm>
                <a:off x="863601" y="1615440"/>
                <a:ext cx="4602480" cy="4510830"/>
              </a:xfrm>
            </p:spPr>
            <p:txBody>
              <a:bodyPr>
                <a:noAutofit/>
              </a:bodyPr>
              <a:lstStyle/>
              <a:p>
                <a:pPr>
                  <a:lnSpc>
                    <a:spcPct val="120000"/>
                  </a:lnSpc>
                  <a:spcBef>
                    <a:spcPts val="0"/>
                  </a:spcBef>
                  <a:spcAft>
                    <a:spcPts val="0"/>
                  </a:spcAft>
                </a:pPr>
                <a:r>
                  <a:rPr lang="en-IN" sz="2000" b="1" dirty="0"/>
                  <a:t>Given:</a:t>
                </a:r>
              </a:p>
              <a:p>
                <a:pPr>
                  <a:lnSpc>
                    <a:spcPct val="120000"/>
                  </a:lnSpc>
                  <a:spcBef>
                    <a:spcPts val="0"/>
                  </a:spcBef>
                  <a:spcAft>
                    <a:spcPts val="0"/>
                  </a:spcAft>
                </a:pP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i="1">
                            <a:latin typeface="Cambria Math" panose="02040503050406030204" pitchFamily="18" charset="0"/>
                          </a:rPr>
                          <m:t>𝑡</m:t>
                        </m:r>
                      </m:sub>
                    </m:sSub>
                    <m:r>
                      <a:rPr lang="ar-AE" sz="2000">
                        <a:latin typeface="Cambria Math" panose="02040503050406030204" pitchFamily="18" charset="0"/>
                      </a:rPr>
                      <m:t>=</m:t>
                    </m:r>
                    <m:r>
                      <a:rPr lang="ar-AE" sz="2000">
                        <a:latin typeface="Cambria Math" panose="02040503050406030204" pitchFamily="18" charset="0"/>
                      </a:rPr>
                      <m:t>0</m:t>
                    </m:r>
                    <m:r>
                      <a:rPr lang="ar-AE" sz="2000">
                        <a:latin typeface="Cambria Math" panose="02040503050406030204" pitchFamily="18" charset="0"/>
                      </a:rPr>
                      <m:t>.</m:t>
                    </m:r>
                    <m:r>
                      <a:rPr lang="ar-AE" sz="2000">
                        <a:latin typeface="Cambria Math" panose="02040503050406030204" pitchFamily="18" charset="0"/>
                      </a:rPr>
                      <m:t>5</m:t>
                    </m:r>
                    <m:r>
                      <a:rPr lang="ar-AE" sz="2000">
                        <a:latin typeface="Cambria Math" panose="02040503050406030204" pitchFamily="18" charset="0"/>
                      </a:rPr>
                      <m:t>,</m:t>
                    </m:r>
                    <m:r>
                      <m:rPr>
                        <m:nor/>
                      </m:rPr>
                      <a:rPr lang="ar-AE" sz="2000" i="1"/>
                      <m:t>  </m:t>
                    </m:r>
                    <m:sSub>
                      <m:sSubPr>
                        <m:ctrlPr>
                          <a:rPr lang="ar-AE" sz="2000" i="1">
                            <a:latin typeface="Cambria Math" panose="02040503050406030204" pitchFamily="18" charset="0"/>
                          </a:rPr>
                        </m:ctrlPr>
                      </m:sSubPr>
                      <m:e>
                        <m:r>
                          <a:rPr lang="ar-AE" sz="2000" i="1">
                            <a:latin typeface="Cambria Math" panose="02040503050406030204" pitchFamily="18" charset="0"/>
                          </a:rPr>
                          <m:t>h</m:t>
                        </m:r>
                      </m:e>
                      <m:sub>
                        <m:r>
                          <a:rPr lang="ar-AE" sz="2000" i="1">
                            <a:latin typeface="Cambria Math" panose="02040503050406030204" pitchFamily="18" charset="0"/>
                          </a:rPr>
                          <m:t>𝑡</m:t>
                        </m:r>
                        <m:r>
                          <a:rPr lang="ar-AE" sz="2000">
                            <a:latin typeface="Cambria Math" panose="02040503050406030204" pitchFamily="18" charset="0"/>
                          </a:rPr>
                          <m:t>−</m:t>
                        </m:r>
                        <m:r>
                          <a:rPr lang="ar-AE" sz="2000">
                            <a:latin typeface="Cambria Math" panose="02040503050406030204" pitchFamily="18" charset="0"/>
                          </a:rPr>
                          <m:t>1</m:t>
                        </m:r>
                      </m:sub>
                    </m:sSub>
                    <m:r>
                      <a:rPr lang="ar-AE" sz="2000">
                        <a:latin typeface="Cambria Math" panose="02040503050406030204" pitchFamily="18" charset="0"/>
                      </a:rPr>
                      <m:t>=</m:t>
                    </m:r>
                    <m:r>
                      <a:rPr lang="ar-AE" sz="2000">
                        <a:latin typeface="Cambria Math" panose="02040503050406030204" pitchFamily="18" charset="0"/>
                      </a:rPr>
                      <m:t>0</m:t>
                    </m:r>
                    <m:r>
                      <a:rPr lang="ar-AE" sz="2000">
                        <a:latin typeface="Cambria Math" panose="02040503050406030204" pitchFamily="18" charset="0"/>
                      </a:rPr>
                      <m:t>.</m:t>
                    </m:r>
                    <m:r>
                      <a:rPr lang="ar-AE" sz="2000">
                        <a:latin typeface="Cambria Math" panose="02040503050406030204" pitchFamily="18" charset="0"/>
                      </a:rPr>
                      <m:t>3</m:t>
                    </m:r>
                  </m:oMath>
                </a14:m>
                <a:endParaRPr lang="ar-AE" sz="2000" dirty="0"/>
              </a:p>
              <a:p>
                <a:pPr>
                  <a:lnSpc>
                    <a:spcPct val="120000"/>
                  </a:lnSpc>
                  <a:spcBef>
                    <a:spcPts val="0"/>
                  </a:spcBef>
                  <a:spcAft>
                    <a:spcPts val="0"/>
                  </a:spcAft>
                </a:pPr>
                <a:r>
                  <a:rPr lang="en-IN" sz="2000" dirty="0"/>
                  <a:t>Weights:</a:t>
                </a:r>
              </a:p>
              <a:p>
                <a:pPr>
                  <a:lnSpc>
                    <a:spcPct val="120000"/>
                  </a:lnSpc>
                  <a:spcBef>
                    <a:spcPts val="0"/>
                  </a:spcBef>
                  <a:spcAft>
                    <a:spcPts val="0"/>
                  </a:spcAft>
                </a:pPr>
                <a14:m>
                  <m:oMath xmlns:m="http://schemas.openxmlformats.org/officeDocument/2006/math">
                    <m:r>
                      <a:rPr lang="en-IN" sz="2000" i="1">
                        <a:latin typeface="Cambria Math" panose="02040503050406030204" pitchFamily="18" charset="0"/>
                      </a:rPr>
                      <m:t>𝑊</m:t>
                    </m:r>
                    <m:r>
                      <a:rPr lang="en-IN" sz="2000">
                        <a:latin typeface="Cambria Math" panose="02040503050406030204" pitchFamily="18" charset="0"/>
                      </a:rPr>
                      <m:t>=</m:t>
                    </m:r>
                    <m:r>
                      <a:rPr lang="en-IN" sz="2000">
                        <a:latin typeface="Cambria Math" panose="02040503050406030204" pitchFamily="18" charset="0"/>
                      </a:rPr>
                      <m:t>0</m:t>
                    </m:r>
                    <m:r>
                      <a:rPr lang="en-IN" sz="2000">
                        <a:latin typeface="Cambria Math" panose="02040503050406030204" pitchFamily="18" charset="0"/>
                      </a:rPr>
                      <m:t>.</m:t>
                    </m:r>
                    <m:r>
                      <a:rPr lang="en-IN" sz="2000">
                        <a:latin typeface="Cambria Math" panose="02040503050406030204" pitchFamily="18" charset="0"/>
                      </a:rPr>
                      <m:t>6</m:t>
                    </m:r>
                    <m:r>
                      <a:rPr lang="en-IN" sz="2000">
                        <a:latin typeface="Cambria Math" panose="02040503050406030204" pitchFamily="18" charset="0"/>
                      </a:rPr>
                      <m:t>,</m:t>
                    </m:r>
                    <m:r>
                      <m:rPr>
                        <m:nor/>
                      </m:rPr>
                      <a:rPr lang="en-IN" sz="2000" i="1"/>
                      <m:t>  </m:t>
                    </m:r>
                    <m:r>
                      <a:rPr lang="en-IN" sz="2000" i="1">
                        <a:latin typeface="Cambria Math" panose="02040503050406030204" pitchFamily="18" charset="0"/>
                      </a:rPr>
                      <m:t>𝑉</m:t>
                    </m:r>
                    <m:r>
                      <a:rPr lang="en-IN" sz="2000">
                        <a:latin typeface="Cambria Math" panose="02040503050406030204" pitchFamily="18" charset="0"/>
                      </a:rPr>
                      <m:t>=</m:t>
                    </m:r>
                    <m:r>
                      <a:rPr lang="en-IN" sz="2000">
                        <a:latin typeface="Cambria Math" panose="02040503050406030204" pitchFamily="18" charset="0"/>
                      </a:rPr>
                      <m:t>0</m:t>
                    </m:r>
                    <m:r>
                      <a:rPr lang="en-IN" sz="2000">
                        <a:latin typeface="Cambria Math" panose="02040503050406030204" pitchFamily="18" charset="0"/>
                      </a:rPr>
                      <m:t>.</m:t>
                    </m:r>
                    <m:r>
                      <a:rPr lang="en-IN" sz="2000">
                        <a:latin typeface="Cambria Math" panose="02040503050406030204" pitchFamily="18" charset="0"/>
                      </a:rPr>
                      <m:t>4</m:t>
                    </m:r>
                    <m:r>
                      <a:rPr lang="en-IN" sz="2000">
                        <a:latin typeface="Cambria Math" panose="02040503050406030204" pitchFamily="18" charset="0"/>
                      </a:rPr>
                      <m:t>,</m:t>
                    </m:r>
                    <m:r>
                      <m:rPr>
                        <m:nor/>
                      </m:rPr>
                      <a:rPr lang="en-IN" sz="2000" i="1"/>
                      <m:t>  </m:t>
                    </m:r>
                    <m:r>
                      <a:rPr lang="en-IN" sz="2000" i="1">
                        <a:latin typeface="Cambria Math" panose="02040503050406030204" pitchFamily="18" charset="0"/>
                      </a:rPr>
                      <m:t>𝛼</m:t>
                    </m:r>
                    <m:r>
                      <a:rPr lang="en-IN" sz="2000">
                        <a:latin typeface="Cambria Math" panose="02040503050406030204" pitchFamily="18" charset="0"/>
                      </a:rPr>
                      <m:t>=</m:t>
                    </m:r>
                    <m:r>
                      <a:rPr lang="en-IN" sz="2000">
                        <a:latin typeface="Cambria Math" panose="02040503050406030204" pitchFamily="18" charset="0"/>
                      </a:rPr>
                      <m:t>0</m:t>
                    </m:r>
                    <m:r>
                      <a:rPr lang="en-IN" sz="2000">
                        <a:latin typeface="Cambria Math" panose="02040503050406030204" pitchFamily="18" charset="0"/>
                      </a:rPr>
                      <m:t>.</m:t>
                    </m:r>
                    <m:r>
                      <a:rPr lang="en-IN" sz="2000">
                        <a:latin typeface="Cambria Math" panose="02040503050406030204" pitchFamily="18" charset="0"/>
                      </a:rPr>
                      <m:t>5</m:t>
                    </m:r>
                    <m:r>
                      <a:rPr lang="en-IN" sz="2000">
                        <a:latin typeface="Cambria Math" panose="02040503050406030204" pitchFamily="18" charset="0"/>
                      </a:rPr>
                      <m:t>,</m:t>
                    </m:r>
                    <m:r>
                      <m:rPr>
                        <m:nor/>
                      </m:rPr>
                      <a:rPr lang="en-IN" sz="2000" i="1"/>
                      <m:t>  </m:t>
                    </m:r>
                    <m:r>
                      <m:rPr>
                        <m:sty m:val="p"/>
                      </m:rPr>
                      <a:rPr lang="el-GR" sz="2000">
                        <a:latin typeface="Cambria Math" panose="02040503050406030204" pitchFamily="18" charset="0"/>
                      </a:rPr>
                      <m:t>Φ</m:t>
                    </m:r>
                    <m:r>
                      <a:rPr lang="el-GR" sz="2000">
                        <a:latin typeface="Cambria Math" panose="02040503050406030204" pitchFamily="18" charset="0"/>
                      </a:rPr>
                      <m:t>=</m:t>
                    </m:r>
                    <m:r>
                      <a:rPr lang="el-GR" sz="2000">
                        <a:latin typeface="Cambria Math" panose="02040503050406030204" pitchFamily="18" charset="0"/>
                      </a:rPr>
                      <m:t>0</m:t>
                    </m:r>
                    <m:r>
                      <a:rPr lang="el-GR" sz="2000">
                        <a:latin typeface="Cambria Math" panose="02040503050406030204" pitchFamily="18" charset="0"/>
                      </a:rPr>
                      <m:t>.</m:t>
                    </m:r>
                    <m:r>
                      <a:rPr lang="el-GR" sz="2000">
                        <a:latin typeface="Cambria Math" panose="02040503050406030204" pitchFamily="18" charset="0"/>
                      </a:rPr>
                      <m:t>7</m:t>
                    </m:r>
                  </m:oMath>
                </a14:m>
                <a:endParaRPr lang="en-US" sz="2000" dirty="0"/>
              </a:p>
              <a:p>
                <a:pPr marL="0" indent="0">
                  <a:lnSpc>
                    <a:spcPct val="120000"/>
                  </a:lnSpc>
                  <a:spcBef>
                    <a:spcPts val="0"/>
                  </a:spcBef>
                  <a:spcAft>
                    <a:spcPts val="0"/>
                  </a:spcAft>
                  <a:buNone/>
                </a:pPr>
                <a:endParaRPr lang="el-GR" sz="2000" dirty="0"/>
              </a:p>
              <a:p>
                <a:pPr marL="0" indent="0">
                  <a:lnSpc>
                    <a:spcPct val="120000"/>
                  </a:lnSpc>
                  <a:spcBef>
                    <a:spcPts val="0"/>
                  </a:spcBef>
                  <a:spcAft>
                    <a:spcPts val="0"/>
                  </a:spcAft>
                  <a:buNone/>
                </a:pPr>
                <a:r>
                  <a:rPr lang="el-GR" sz="2000" b="1" dirty="0"/>
                  <a:t> </a:t>
                </a:r>
                <a:r>
                  <a:rPr lang="en-IN" sz="2000" b="1" dirty="0"/>
                  <a:t>Step 1: Compute Components</a:t>
                </a:r>
              </a:p>
              <a:p>
                <a:pPr>
                  <a:lnSpc>
                    <a:spcPct val="120000"/>
                  </a:lnSpc>
                  <a:spcBef>
                    <a:spcPts val="0"/>
                  </a:spcBef>
                  <a:spcAft>
                    <a:spcPts val="0"/>
                  </a:spcAft>
                </a:pPr>
                <a14:m>
                  <m:oMath xmlns:m="http://schemas.openxmlformats.org/officeDocument/2006/math">
                    <m:sSubSup>
                      <m:sSubSupPr>
                        <m:ctrlPr>
                          <a:rPr lang="ar-AE" sz="2000" i="1">
                            <a:latin typeface="Cambria Math" panose="02040503050406030204" pitchFamily="18" charset="0"/>
                          </a:rPr>
                        </m:ctrlPr>
                      </m:sSubSupPr>
                      <m:e>
                        <m:r>
                          <a:rPr lang="ar-AE" sz="2000" i="1">
                            <a:latin typeface="Cambria Math" panose="02040503050406030204" pitchFamily="18" charset="0"/>
                          </a:rPr>
                          <m:t>𝑑</m:t>
                        </m:r>
                      </m:e>
                      <m:sub>
                        <m:r>
                          <a:rPr lang="ar-AE" sz="2000" i="1">
                            <a:latin typeface="Cambria Math" panose="02040503050406030204" pitchFamily="18" charset="0"/>
                          </a:rPr>
                          <m:t>𝑡</m:t>
                        </m:r>
                      </m:sub>
                      <m:sup>
                        <m:r>
                          <a:rPr lang="ar-AE" sz="2000" i="1">
                            <a:latin typeface="Cambria Math" panose="02040503050406030204" pitchFamily="18" charset="0"/>
                          </a:rPr>
                          <m:t>𝑟𝑒𝑐</m:t>
                        </m:r>
                      </m:sup>
                    </m:sSubSup>
                    <m:r>
                      <a:rPr lang="ar-AE" sz="2000">
                        <a:latin typeface="Cambria Math" panose="02040503050406030204" pitchFamily="18" charset="0"/>
                      </a:rPr>
                      <m:t>=</m:t>
                    </m:r>
                    <m:r>
                      <a:rPr lang="ar-AE" sz="2000">
                        <a:latin typeface="Cambria Math" panose="02040503050406030204" pitchFamily="18" charset="0"/>
                      </a:rPr>
                      <m:t>0</m:t>
                    </m:r>
                    <m:r>
                      <a:rPr lang="ar-AE" sz="2000">
                        <a:latin typeface="Cambria Math" panose="02040503050406030204" pitchFamily="18" charset="0"/>
                      </a:rPr>
                      <m:t>.</m:t>
                    </m:r>
                    <m:r>
                      <a:rPr lang="ar-AE" sz="2000">
                        <a:latin typeface="Cambria Math" panose="02040503050406030204" pitchFamily="18" charset="0"/>
                      </a:rPr>
                      <m:t>4</m:t>
                    </m:r>
                    <m:r>
                      <a:rPr lang="ar-AE" sz="2000">
                        <a:latin typeface="Cambria Math" panose="02040503050406030204" pitchFamily="18" charset="0"/>
                      </a:rPr>
                      <m:t>×</m:t>
                    </m:r>
                    <m:r>
                      <a:rPr lang="ar-AE" sz="2000">
                        <a:latin typeface="Cambria Math" panose="02040503050406030204" pitchFamily="18" charset="0"/>
                      </a:rPr>
                      <m:t>0</m:t>
                    </m:r>
                    <m:r>
                      <a:rPr lang="ar-AE" sz="2000">
                        <a:latin typeface="Cambria Math" panose="02040503050406030204" pitchFamily="18" charset="0"/>
                      </a:rPr>
                      <m:t>.</m:t>
                    </m:r>
                    <m:r>
                      <a:rPr lang="ar-AE" sz="2000">
                        <a:latin typeface="Cambria Math" panose="02040503050406030204" pitchFamily="18" charset="0"/>
                      </a:rPr>
                      <m:t>3</m:t>
                    </m:r>
                    <m:r>
                      <a:rPr lang="ar-AE" sz="2000">
                        <a:latin typeface="Cambria Math" panose="02040503050406030204" pitchFamily="18" charset="0"/>
                      </a:rPr>
                      <m:t>=</m:t>
                    </m:r>
                    <m:r>
                      <a:rPr lang="ar-AE" sz="2000">
                        <a:latin typeface="Cambria Math" panose="02040503050406030204" pitchFamily="18" charset="0"/>
                      </a:rPr>
                      <m:t>0</m:t>
                    </m:r>
                    <m:r>
                      <a:rPr lang="ar-AE" sz="2000">
                        <a:latin typeface="Cambria Math" panose="02040503050406030204" pitchFamily="18" charset="0"/>
                      </a:rPr>
                      <m:t>.</m:t>
                    </m:r>
                    <m:r>
                      <a:rPr lang="ar-AE" sz="2000">
                        <a:latin typeface="Cambria Math" panose="02040503050406030204" pitchFamily="18" charset="0"/>
                      </a:rPr>
                      <m:t>12</m:t>
                    </m:r>
                  </m:oMath>
                </a14:m>
                <a:endParaRPr lang="ar-AE" sz="2000" dirty="0"/>
              </a:p>
              <a:p>
                <a:pPr>
                  <a:lnSpc>
                    <a:spcPct val="120000"/>
                  </a:lnSpc>
                  <a:spcBef>
                    <a:spcPts val="0"/>
                  </a:spcBef>
                  <a:spcAft>
                    <a:spcPts val="0"/>
                  </a:spcAft>
                </a:pPr>
                <a14:m>
                  <m:oMath xmlns:m="http://schemas.openxmlformats.org/officeDocument/2006/math">
                    <m:sSubSup>
                      <m:sSubSupPr>
                        <m:ctrlPr>
                          <a:rPr lang="ar-AE" sz="2000" i="1">
                            <a:latin typeface="Cambria Math" panose="02040503050406030204" pitchFamily="18" charset="0"/>
                          </a:rPr>
                        </m:ctrlPr>
                      </m:sSubSupPr>
                      <m:e>
                        <m:r>
                          <a:rPr lang="ar-AE" sz="2000" i="1">
                            <a:latin typeface="Cambria Math" panose="02040503050406030204" pitchFamily="18" charset="0"/>
                          </a:rPr>
                          <m:t>𝑑</m:t>
                        </m:r>
                      </m:e>
                      <m:sub>
                        <m:r>
                          <a:rPr lang="ar-AE" sz="2000" i="1">
                            <a:latin typeface="Cambria Math" panose="02040503050406030204" pitchFamily="18" charset="0"/>
                          </a:rPr>
                          <m:t>𝑡</m:t>
                        </m:r>
                      </m:sub>
                      <m:sup>
                        <m:r>
                          <a:rPr lang="ar-AE" sz="2000" i="1">
                            <a:latin typeface="Cambria Math" panose="02040503050406030204" pitchFamily="18" charset="0"/>
                          </a:rPr>
                          <m:t>𝑑𝑎𝑡</m:t>
                        </m:r>
                      </m:sup>
                    </m:sSubSup>
                    <m:r>
                      <a:rPr lang="ar-AE" sz="2000">
                        <a:latin typeface="Cambria Math" panose="02040503050406030204" pitchFamily="18" charset="0"/>
                      </a:rPr>
                      <m:t>=</m:t>
                    </m:r>
                    <m:r>
                      <a:rPr lang="ar-AE" sz="2000">
                        <a:latin typeface="Cambria Math" panose="02040503050406030204" pitchFamily="18" charset="0"/>
                      </a:rPr>
                      <m:t>0</m:t>
                    </m:r>
                    <m:r>
                      <a:rPr lang="ar-AE" sz="2000">
                        <a:latin typeface="Cambria Math" panose="02040503050406030204" pitchFamily="18" charset="0"/>
                      </a:rPr>
                      <m:t>.</m:t>
                    </m:r>
                    <m:r>
                      <a:rPr lang="ar-AE" sz="2000">
                        <a:latin typeface="Cambria Math" panose="02040503050406030204" pitchFamily="18" charset="0"/>
                      </a:rPr>
                      <m:t>6</m:t>
                    </m:r>
                    <m:r>
                      <a:rPr lang="ar-AE" sz="2000">
                        <a:latin typeface="Cambria Math" panose="02040503050406030204" pitchFamily="18" charset="0"/>
                      </a:rPr>
                      <m:t>×</m:t>
                    </m:r>
                    <m:r>
                      <a:rPr lang="ar-AE" sz="2000">
                        <a:latin typeface="Cambria Math" panose="02040503050406030204" pitchFamily="18" charset="0"/>
                      </a:rPr>
                      <m:t>0</m:t>
                    </m:r>
                    <m:r>
                      <a:rPr lang="ar-AE" sz="2000">
                        <a:latin typeface="Cambria Math" panose="02040503050406030204" pitchFamily="18" charset="0"/>
                      </a:rPr>
                      <m:t>.</m:t>
                    </m:r>
                    <m:r>
                      <a:rPr lang="ar-AE" sz="2000">
                        <a:latin typeface="Cambria Math" panose="02040503050406030204" pitchFamily="18" charset="0"/>
                      </a:rPr>
                      <m:t>5</m:t>
                    </m:r>
                    <m:r>
                      <a:rPr lang="ar-AE" sz="2000">
                        <a:latin typeface="Cambria Math" panose="02040503050406030204" pitchFamily="18" charset="0"/>
                      </a:rPr>
                      <m:t>=</m:t>
                    </m:r>
                    <m:r>
                      <a:rPr lang="ar-AE" sz="2000">
                        <a:latin typeface="Cambria Math" panose="02040503050406030204" pitchFamily="18" charset="0"/>
                      </a:rPr>
                      <m:t>0</m:t>
                    </m:r>
                    <m:r>
                      <a:rPr lang="ar-AE" sz="2000">
                        <a:latin typeface="Cambria Math" panose="02040503050406030204" pitchFamily="18" charset="0"/>
                      </a:rPr>
                      <m:t>.</m:t>
                    </m:r>
                    <m:r>
                      <a:rPr lang="ar-AE" sz="2000">
                        <a:latin typeface="Cambria Math" panose="02040503050406030204" pitchFamily="18" charset="0"/>
                      </a:rPr>
                      <m:t>30</m:t>
                    </m:r>
                  </m:oMath>
                </a14:m>
                <a:endParaRPr lang="en-US" sz="2000" dirty="0"/>
              </a:p>
              <a:p>
                <a:pPr>
                  <a:lnSpc>
                    <a:spcPct val="120000"/>
                  </a:lnSpc>
                  <a:spcBef>
                    <a:spcPts val="0"/>
                  </a:spcBef>
                  <a:spcAft>
                    <a:spcPts val="0"/>
                  </a:spcAft>
                </a:pPr>
                <a:endParaRPr lang="ar-AE" sz="2000" dirty="0"/>
              </a:p>
              <a:p>
                <a:pPr marL="0" indent="0">
                  <a:lnSpc>
                    <a:spcPct val="120000"/>
                  </a:lnSpc>
                  <a:spcBef>
                    <a:spcPts val="0"/>
                  </a:spcBef>
                  <a:spcAft>
                    <a:spcPts val="0"/>
                  </a:spcAft>
                  <a:buNone/>
                </a:pPr>
                <a:r>
                  <a:rPr lang="ar-AE" sz="2000" b="1" dirty="0"/>
                  <a:t> </a:t>
                </a:r>
                <a:r>
                  <a:rPr lang="en-IN" sz="2000" b="1" dirty="0"/>
                  <a:t>Step 2: Interaction Term</a:t>
                </a:r>
              </a:p>
              <a:p>
                <a:pPr>
                  <a:lnSpc>
                    <a:spcPct val="120000"/>
                  </a:lnSpc>
                  <a:spcBef>
                    <a:spcPts val="0"/>
                  </a:spcBef>
                  <a:spcAft>
                    <a:spcPts val="0"/>
                  </a:spcAft>
                </a:pP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𝑧</m:t>
                        </m:r>
                      </m:e>
                      <m:sub>
                        <m:r>
                          <a:rPr lang="ar-AE" sz="2000" i="1">
                            <a:latin typeface="Cambria Math" panose="02040503050406030204" pitchFamily="18" charset="0"/>
                          </a:rPr>
                          <m:t>𝑡</m:t>
                        </m:r>
                      </m:sub>
                    </m:sSub>
                    <m:r>
                      <a:rPr lang="ar-AE" sz="2000">
                        <a:latin typeface="Cambria Math" panose="02040503050406030204" pitchFamily="18" charset="0"/>
                      </a:rPr>
                      <m:t>=</m:t>
                    </m:r>
                    <m:r>
                      <a:rPr lang="ar-AE" sz="2000">
                        <a:latin typeface="Cambria Math" panose="02040503050406030204" pitchFamily="18" charset="0"/>
                      </a:rPr>
                      <m:t>0</m:t>
                    </m:r>
                    <m:r>
                      <a:rPr lang="ar-AE" sz="2000">
                        <a:latin typeface="Cambria Math" panose="02040503050406030204" pitchFamily="18" charset="0"/>
                      </a:rPr>
                      <m:t>.</m:t>
                    </m:r>
                    <m:r>
                      <a:rPr lang="ar-AE" sz="2000">
                        <a:latin typeface="Cambria Math" panose="02040503050406030204" pitchFamily="18" charset="0"/>
                      </a:rPr>
                      <m:t>5</m:t>
                    </m:r>
                    <m:r>
                      <a:rPr lang="ar-AE" sz="2000">
                        <a:latin typeface="Cambria Math" panose="02040503050406030204" pitchFamily="18" charset="0"/>
                      </a:rPr>
                      <m:t>×</m:t>
                    </m:r>
                    <m:r>
                      <a:rPr lang="ar-AE" sz="2000">
                        <a:latin typeface="Cambria Math" panose="02040503050406030204" pitchFamily="18" charset="0"/>
                      </a:rPr>
                      <m:t>0</m:t>
                    </m:r>
                    <m:r>
                      <a:rPr lang="ar-AE" sz="2000">
                        <a:latin typeface="Cambria Math" panose="02040503050406030204" pitchFamily="18" charset="0"/>
                      </a:rPr>
                      <m:t>.</m:t>
                    </m:r>
                    <m:r>
                      <a:rPr lang="ar-AE" sz="2000">
                        <a:latin typeface="Cambria Math" panose="02040503050406030204" pitchFamily="18" charset="0"/>
                      </a:rPr>
                      <m:t>12</m:t>
                    </m:r>
                    <m:r>
                      <a:rPr lang="ar-AE" sz="2000">
                        <a:latin typeface="Cambria Math" panose="02040503050406030204" pitchFamily="18" charset="0"/>
                      </a:rPr>
                      <m:t>×</m:t>
                    </m:r>
                    <m:r>
                      <a:rPr lang="ar-AE" sz="2000">
                        <a:latin typeface="Cambria Math" panose="02040503050406030204" pitchFamily="18" charset="0"/>
                      </a:rPr>
                      <m:t>0</m:t>
                    </m:r>
                    <m:r>
                      <a:rPr lang="ar-AE" sz="2000">
                        <a:latin typeface="Cambria Math" panose="02040503050406030204" pitchFamily="18" charset="0"/>
                      </a:rPr>
                      <m:t>.</m:t>
                    </m:r>
                    <m:r>
                      <a:rPr lang="ar-AE" sz="2000">
                        <a:latin typeface="Cambria Math" panose="02040503050406030204" pitchFamily="18" charset="0"/>
                      </a:rPr>
                      <m:t>30</m:t>
                    </m:r>
                    <m:r>
                      <a:rPr lang="ar-AE" sz="2000">
                        <a:latin typeface="Cambria Math" panose="02040503050406030204" pitchFamily="18" charset="0"/>
                      </a:rPr>
                      <m:t>=</m:t>
                    </m:r>
                    <m:r>
                      <a:rPr lang="ar-AE" sz="2000">
                        <a:latin typeface="Cambria Math" panose="02040503050406030204" pitchFamily="18" charset="0"/>
                      </a:rPr>
                      <m:t>0</m:t>
                    </m:r>
                    <m:r>
                      <a:rPr lang="ar-AE" sz="2000">
                        <a:latin typeface="Cambria Math" panose="02040503050406030204" pitchFamily="18" charset="0"/>
                      </a:rPr>
                      <m:t>.</m:t>
                    </m:r>
                    <m:r>
                      <a:rPr lang="ar-AE" sz="2000">
                        <a:latin typeface="Cambria Math" panose="02040503050406030204" pitchFamily="18" charset="0"/>
                      </a:rPr>
                      <m:t>018</m:t>
                    </m:r>
                  </m:oMath>
                </a14:m>
                <a:endParaRPr lang="ar-AE" sz="2000" dirty="0"/>
              </a:p>
            </p:txBody>
          </p:sp>
        </mc:Choice>
        <mc:Fallback xmlns="">
          <p:sp>
            <p:nvSpPr>
              <p:cNvPr id="3" name="Content Placeholder 2">
                <a:extLst>
                  <a:ext uri="{FF2B5EF4-FFF2-40B4-BE49-F238E27FC236}">
                    <a16:creationId xmlns:a16="http://schemas.microsoft.com/office/drawing/2014/main" id="{7A344D99-8890-1DC8-140F-0082212E3EB2}"/>
                  </a:ext>
                </a:extLst>
              </p:cNvPr>
              <p:cNvSpPr>
                <a:spLocks noGrp="1" noRot="1" noChangeAspect="1" noMove="1" noResize="1" noEditPoints="1" noAdjustHandles="1" noChangeArrowheads="1" noChangeShapeType="1" noTextEdit="1"/>
              </p:cNvSpPr>
              <p:nvPr>
                <p:ph idx="1"/>
              </p:nvPr>
            </p:nvSpPr>
            <p:spPr>
              <a:xfrm>
                <a:off x="863601" y="1615440"/>
                <a:ext cx="4602480" cy="4510830"/>
              </a:xfrm>
              <a:blipFill>
                <a:blip r:embed="rId2"/>
                <a:stretch>
                  <a:fillRect l="-357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E1F2BFAB-9BB2-6165-33D2-498153F1EE6A}"/>
                  </a:ext>
                </a:extLst>
              </p:cNvPr>
              <p:cNvSpPr txBox="1">
                <a:spLocks/>
              </p:cNvSpPr>
              <p:nvPr/>
            </p:nvSpPr>
            <p:spPr>
              <a:xfrm>
                <a:off x="6380797" y="1615440"/>
                <a:ext cx="4419283" cy="4217604"/>
              </a:xfrm>
              <a:prstGeom prst="rect">
                <a:avLst/>
              </a:prstGeom>
            </p:spPr>
            <p:txBody>
              <a:bodyPr vert="horz" lIns="0" tIns="45720" rIns="0" bIns="45720" rtlCol="0">
                <a:normAutofit fontScale="85000" lnSpcReduction="20000"/>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nSpc>
                    <a:spcPct val="120000"/>
                  </a:lnSpc>
                  <a:spcBef>
                    <a:spcPts val="0"/>
                  </a:spcBef>
                  <a:spcAft>
                    <a:spcPts val="0"/>
                  </a:spcAft>
                  <a:buNone/>
                </a:pPr>
                <a:r>
                  <a:rPr lang="en-IN" b="1" dirty="0"/>
                  <a:t>Step 3: Candidate State</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h</m:t>
                            </m:r>
                          </m:e>
                        </m:acc>
                      </m:e>
                      <m:sub>
                        <m:r>
                          <a:rPr lang="ar-AE" i="1">
                            <a:latin typeface="Cambria Math" panose="02040503050406030204" pitchFamily="18" charset="0"/>
                          </a:rPr>
                          <m:t>𝑡</m:t>
                        </m:r>
                      </m:sub>
                    </m:sSub>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12</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30</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018</m:t>
                        </m:r>
                      </m:e>
                    </m:d>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438</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412</m:t>
                    </m:r>
                  </m:oMath>
                </a14:m>
                <a:endParaRPr lang="en-IN" dirty="0"/>
              </a:p>
              <a:p>
                <a:pPr marL="0" indent="0">
                  <a:lnSpc>
                    <a:spcPct val="120000"/>
                  </a:lnSpc>
                  <a:spcBef>
                    <a:spcPts val="0"/>
                  </a:spcBef>
                  <a:spcAft>
                    <a:spcPts val="0"/>
                  </a:spcAft>
                  <a:buNone/>
                </a:pPr>
                <a:endParaRPr lang="en-IN" b="1" dirty="0"/>
              </a:p>
              <a:p>
                <a:pPr marL="0" indent="0">
                  <a:lnSpc>
                    <a:spcPct val="120000"/>
                  </a:lnSpc>
                  <a:spcBef>
                    <a:spcPts val="0"/>
                  </a:spcBef>
                  <a:spcAft>
                    <a:spcPts val="0"/>
                  </a:spcAft>
                  <a:buNone/>
                </a:pPr>
                <a:r>
                  <a:rPr lang="en-IN" b="1" dirty="0"/>
                  <a:t>Step 4: Delta Update</a:t>
                </a:r>
              </a:p>
              <a:p>
                <a:pPr>
                  <a:lnSpc>
                    <a:spcPct val="120000"/>
                  </a:lnSpc>
                  <a:spcBef>
                    <a:spcPts val="0"/>
                  </a:spcBef>
                  <a:spcAft>
                    <a:spcPts val="0"/>
                  </a:spcAft>
                </a:pPr>
                <a14:m>
                  <m:oMath xmlns:m="http://schemas.openxmlformats.org/officeDocument/2006/math">
                    <m:r>
                      <m:rPr>
                        <m:sty m:val="p"/>
                      </m:rPr>
                      <a:rPr lang="el-GR">
                        <a:latin typeface="Cambria Math" panose="02040503050406030204" pitchFamily="18" charset="0"/>
                      </a:rPr>
                      <m:t>Δ</m:t>
                    </m:r>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m:t>
                    </m:r>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412</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e>
                    </m:d>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112</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0784</m:t>
                    </m:r>
                  </m:oMath>
                </a14:m>
                <a:endParaRPr lang="ar-AE" dirty="0"/>
              </a:p>
              <a:p>
                <a:pPr marL="0" indent="0">
                  <a:lnSpc>
                    <a:spcPct val="120000"/>
                  </a:lnSpc>
                  <a:spcBef>
                    <a:spcPts val="0"/>
                  </a:spcBef>
                  <a:spcAft>
                    <a:spcPts val="0"/>
                  </a:spcAft>
                  <a:buNone/>
                </a:pPr>
                <a:endParaRPr lang="ar-AE" dirty="0"/>
              </a:p>
              <a:p>
                <a:pPr marL="0" indent="0">
                  <a:lnSpc>
                    <a:spcPct val="120000"/>
                  </a:lnSpc>
                  <a:spcBef>
                    <a:spcPts val="0"/>
                  </a:spcBef>
                  <a:spcAft>
                    <a:spcPts val="0"/>
                  </a:spcAft>
                  <a:buNone/>
                </a:pPr>
                <a:r>
                  <a:rPr lang="en-IN" b="1" dirty="0"/>
                  <a:t>Step 5: Final Hidden State</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0784</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3784</m:t>
                    </m:r>
                  </m:oMath>
                </a14:m>
                <a:endParaRPr lang="ar-AE" dirty="0"/>
              </a:p>
              <a:p>
                <a:pPr marL="0" indent="0">
                  <a:lnSpc>
                    <a:spcPct val="120000"/>
                  </a:lnSpc>
                  <a:spcBef>
                    <a:spcPts val="0"/>
                  </a:spcBef>
                  <a:spcAft>
                    <a:spcPts val="0"/>
                  </a:spcAft>
                  <a:buNone/>
                </a:pPr>
                <a:r>
                  <a:rPr lang="en-IN" b="1" dirty="0"/>
                  <a:t>Final Answer:</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378</m:t>
                    </m:r>
                  </m:oMath>
                </a14:m>
                <a:endParaRPr lang="ar-AE" dirty="0"/>
              </a:p>
              <a:p>
                <a:pPr>
                  <a:lnSpc>
                    <a:spcPct val="120000"/>
                  </a:lnSpc>
                  <a:spcBef>
                    <a:spcPts val="0"/>
                  </a:spcBef>
                  <a:spcAft>
                    <a:spcPts val="0"/>
                  </a:spcAft>
                </a:pPr>
                <a:endParaRPr lang="en-IN" dirty="0"/>
              </a:p>
            </p:txBody>
          </p:sp>
        </mc:Choice>
        <mc:Fallback xmlns="">
          <p:sp>
            <p:nvSpPr>
              <p:cNvPr id="4" name="Content Placeholder 2">
                <a:extLst>
                  <a:ext uri="{FF2B5EF4-FFF2-40B4-BE49-F238E27FC236}">
                    <a16:creationId xmlns:a16="http://schemas.microsoft.com/office/drawing/2014/main" id="{E1F2BFAB-9BB2-6165-33D2-498153F1EE6A}"/>
                  </a:ext>
                </a:extLst>
              </p:cNvPr>
              <p:cNvSpPr txBox="1">
                <a:spLocks noRot="1" noChangeAspect="1" noMove="1" noResize="1" noEditPoints="1" noAdjustHandles="1" noChangeArrowheads="1" noChangeShapeType="1" noTextEdit="1"/>
              </p:cNvSpPr>
              <p:nvPr/>
            </p:nvSpPr>
            <p:spPr>
              <a:xfrm>
                <a:off x="6380797" y="1615440"/>
                <a:ext cx="4419283" cy="4217604"/>
              </a:xfrm>
              <a:prstGeom prst="rect">
                <a:avLst/>
              </a:prstGeom>
              <a:blipFill>
                <a:blip r:embed="rId3"/>
                <a:stretch>
                  <a:fillRect l="-3586" t="-723"/>
                </a:stretch>
              </a:blipFill>
            </p:spPr>
            <p:txBody>
              <a:bodyPr/>
              <a:lstStyle/>
              <a:p>
                <a:r>
                  <a:rPr lang="en-IN">
                    <a:noFill/>
                  </a:rPr>
                  <a:t> </a:t>
                </a:r>
              </a:p>
            </p:txBody>
          </p:sp>
        </mc:Fallback>
      </mc:AlternateContent>
    </p:spTree>
    <p:extLst>
      <p:ext uri="{BB962C8B-B14F-4D97-AF65-F5344CB8AC3E}">
        <p14:creationId xmlns:p14="http://schemas.microsoft.com/office/powerpoint/2010/main" val="360182100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DEB59-105C-5A5A-76B8-3EE0415B026D}"/>
              </a:ext>
            </a:extLst>
          </p:cNvPr>
          <p:cNvSpPr>
            <a:spLocks noGrp="1"/>
          </p:cNvSpPr>
          <p:nvPr>
            <p:ph type="title"/>
          </p:nvPr>
        </p:nvSpPr>
        <p:spPr/>
        <p:txBody>
          <a:bodyPr>
            <a:normAutofit fontScale="90000"/>
          </a:bodyPr>
          <a:lstStyle/>
          <a:p>
            <a:endParaRPr lang="en-IN"/>
          </a:p>
        </p:txBody>
      </p:sp>
      <p:graphicFrame>
        <p:nvGraphicFramePr>
          <p:cNvPr id="5" name="Content Placeholder 4">
            <a:extLst>
              <a:ext uri="{FF2B5EF4-FFF2-40B4-BE49-F238E27FC236}">
                <a16:creationId xmlns:a16="http://schemas.microsoft.com/office/drawing/2014/main" id="{61163818-0B23-154D-6A32-05FD540BFF81}"/>
              </a:ext>
            </a:extLst>
          </p:cNvPr>
          <p:cNvGraphicFramePr>
            <a:graphicFrameLocks noGrp="1"/>
          </p:cNvGraphicFramePr>
          <p:nvPr>
            <p:ph idx="1"/>
            <p:extLst>
              <p:ext uri="{D42A27DB-BD31-4B8C-83A1-F6EECF244321}">
                <p14:modId xmlns:p14="http://schemas.microsoft.com/office/powerpoint/2010/main" val="1937709028"/>
              </p:ext>
            </p:extLst>
          </p:nvPr>
        </p:nvGraphicFramePr>
        <p:xfrm>
          <a:off x="1168398" y="2081048"/>
          <a:ext cx="9142248" cy="3535680"/>
        </p:xfrm>
        <a:graphic>
          <a:graphicData uri="http://schemas.openxmlformats.org/drawingml/2006/table">
            <a:tbl>
              <a:tblPr/>
              <a:tblGrid>
                <a:gridCol w="2285562">
                  <a:extLst>
                    <a:ext uri="{9D8B030D-6E8A-4147-A177-3AD203B41FA5}">
                      <a16:colId xmlns:a16="http://schemas.microsoft.com/office/drawing/2014/main" val="2758027180"/>
                    </a:ext>
                  </a:extLst>
                </a:gridCol>
                <a:gridCol w="2285562">
                  <a:extLst>
                    <a:ext uri="{9D8B030D-6E8A-4147-A177-3AD203B41FA5}">
                      <a16:colId xmlns:a16="http://schemas.microsoft.com/office/drawing/2014/main" val="4015386508"/>
                    </a:ext>
                  </a:extLst>
                </a:gridCol>
                <a:gridCol w="2285562">
                  <a:extLst>
                    <a:ext uri="{9D8B030D-6E8A-4147-A177-3AD203B41FA5}">
                      <a16:colId xmlns:a16="http://schemas.microsoft.com/office/drawing/2014/main" val="612811302"/>
                    </a:ext>
                  </a:extLst>
                </a:gridCol>
                <a:gridCol w="2285562">
                  <a:extLst>
                    <a:ext uri="{9D8B030D-6E8A-4147-A177-3AD203B41FA5}">
                      <a16:colId xmlns:a16="http://schemas.microsoft.com/office/drawing/2014/main" val="2794603895"/>
                    </a:ext>
                  </a:extLst>
                </a:gridCol>
              </a:tblGrid>
              <a:tr h="505567">
                <a:tc>
                  <a:txBody>
                    <a:bodyPr/>
                    <a:lstStyle/>
                    <a:p>
                      <a:pPr>
                        <a:buNone/>
                      </a:pPr>
                      <a:r>
                        <a:rPr lang="en-IN" sz="2800" b="1"/>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b="1"/>
                        <a:t>Gates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b="1"/>
                        <a:t>Memory Cell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b="1" dirty="0"/>
                        <a:t>Complexity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1370102"/>
                  </a:ext>
                </a:extLst>
              </a:tr>
              <a:tr h="505567">
                <a:tc>
                  <a:txBody>
                    <a:bodyPr/>
                    <a:lstStyle/>
                    <a:p>
                      <a:pPr>
                        <a:buNone/>
                      </a:pPr>
                      <a:r>
                        <a:rPr lang="en-IN" sz="2800"/>
                        <a:t>LSTM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9913638"/>
                  </a:ext>
                </a:extLst>
              </a:tr>
              <a:tr h="505567">
                <a:tc>
                  <a:txBody>
                    <a:bodyPr/>
                    <a:lstStyle/>
                    <a:p>
                      <a:pPr>
                        <a:buNone/>
                      </a:pPr>
                      <a:r>
                        <a:rPr lang="en-IN" sz="2800"/>
                        <a:t>GRU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a:t>Medium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5029995"/>
                  </a:ext>
                </a:extLst>
              </a:tr>
              <a:tr h="505567">
                <a:tc>
                  <a:txBody>
                    <a:bodyPr/>
                    <a:lstStyle/>
                    <a:p>
                      <a:pPr>
                        <a:buNone/>
                      </a:pPr>
                      <a:r>
                        <a:rPr lang="en-IN" sz="2800"/>
                        <a:t>MGU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a:t>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6668621"/>
                  </a:ext>
                </a:extLst>
              </a:tr>
              <a:tr h="505567">
                <a:tc>
                  <a:txBody>
                    <a:bodyPr/>
                    <a:lstStyle/>
                    <a:p>
                      <a:pPr>
                        <a:buNone/>
                      </a:pPr>
                      <a:r>
                        <a:rPr lang="en-IN" sz="2800"/>
                        <a:t>UGRNN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a:t>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7116628"/>
                  </a:ext>
                </a:extLst>
              </a:tr>
              <a:tr h="505567">
                <a:tc>
                  <a:txBody>
                    <a:bodyPr/>
                    <a:lstStyle/>
                    <a:p>
                      <a:pPr>
                        <a:buNone/>
                      </a:pPr>
                      <a:r>
                        <a:rPr lang="en-IN" sz="2800"/>
                        <a:t>Peephole LSTM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dirty="0"/>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16997550"/>
                  </a:ext>
                </a:extLst>
              </a:tr>
            </a:tbl>
          </a:graphicData>
        </a:graphic>
      </p:graphicFrame>
      <p:sp>
        <p:nvSpPr>
          <p:cNvPr id="4" name="Content Placeholder 2">
            <a:extLst>
              <a:ext uri="{FF2B5EF4-FFF2-40B4-BE49-F238E27FC236}">
                <a16:creationId xmlns:a16="http://schemas.microsoft.com/office/drawing/2014/main" id="{0FD73E4F-BFE4-1C98-694A-F1A602251D2A}"/>
              </a:ext>
            </a:extLst>
          </p:cNvPr>
          <p:cNvSpPr txBox="1">
            <a:spLocks/>
          </p:cNvSpPr>
          <p:nvPr/>
        </p:nvSpPr>
        <p:spPr>
          <a:xfrm>
            <a:off x="1200248" y="1887645"/>
            <a:ext cx="10058400" cy="4217604"/>
          </a:xfrm>
          <a:prstGeom prst="rect">
            <a:avLst/>
          </a:prstGeom>
        </p:spPr>
        <p:txBody>
          <a:bodyPr vert="horz" lIns="0" tIns="45720" rIns="0" bIns="45720" rtlCol="0">
            <a:normAutofit/>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en-IN"/>
          </a:p>
        </p:txBody>
      </p:sp>
    </p:spTree>
    <p:extLst>
      <p:ext uri="{BB962C8B-B14F-4D97-AF65-F5344CB8AC3E}">
        <p14:creationId xmlns:p14="http://schemas.microsoft.com/office/powerpoint/2010/main" val="198958768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88375-D802-C8C5-9250-F8DFFD04E0CD}"/>
              </a:ext>
            </a:extLst>
          </p:cNvPr>
          <p:cNvSpPr>
            <a:spLocks noGrp="1"/>
          </p:cNvSpPr>
          <p:nvPr>
            <p:ph type="title"/>
          </p:nvPr>
        </p:nvSpPr>
        <p:spPr/>
        <p:txBody>
          <a:bodyPr>
            <a:normAutofit fontScale="90000"/>
          </a:bodyPr>
          <a:lstStyle/>
          <a:p>
            <a:r>
              <a:rPr lang="en-IN" dirty="0"/>
              <a:t>Optimization for Long-Term Dependencies</a:t>
            </a:r>
          </a:p>
        </p:txBody>
      </p:sp>
      <p:sp>
        <p:nvSpPr>
          <p:cNvPr id="3" name="Content Placeholder 2">
            <a:extLst>
              <a:ext uri="{FF2B5EF4-FFF2-40B4-BE49-F238E27FC236}">
                <a16:creationId xmlns:a16="http://schemas.microsoft.com/office/drawing/2014/main" id="{4E4483A2-14CD-9830-BAF1-02665A5C3EF8}"/>
              </a:ext>
            </a:extLst>
          </p:cNvPr>
          <p:cNvSpPr>
            <a:spLocks noGrp="1"/>
          </p:cNvSpPr>
          <p:nvPr>
            <p:ph idx="1"/>
          </p:nvPr>
        </p:nvSpPr>
        <p:spPr>
          <a:xfrm>
            <a:off x="1025842" y="1345324"/>
            <a:ext cx="10201275" cy="4780946"/>
          </a:xfrm>
        </p:spPr>
        <p:txBody>
          <a:bodyPr/>
          <a:lstStyle/>
          <a:p>
            <a:r>
              <a:rPr lang="en-US" dirty="0"/>
              <a:t>This section focuses on optimization strategies to mitigate the vanishing and exploding gradient problems that arise when training RNNs over long sequences via backpropagation through time (BPTT).</a:t>
            </a:r>
          </a:p>
          <a:p>
            <a:r>
              <a:rPr lang="en-US" dirty="0"/>
              <a:t> Even though architectural solutions like LSTMs help, pure optimization techniques can further improve training, especially for vanilla RNNs or as complements.</a:t>
            </a:r>
          </a:p>
          <a:p>
            <a:pPr marL="0" indent="0">
              <a:buNone/>
            </a:pPr>
            <a:r>
              <a:rPr lang="en-IN" b="1" dirty="0"/>
              <a:t>Key Challenges Revisited</a:t>
            </a:r>
          </a:p>
          <a:p>
            <a:r>
              <a:rPr lang="en-US" dirty="0"/>
              <a:t>RNNs unfold into very deep graphs (one layer per timestep). </a:t>
            </a:r>
          </a:p>
          <a:p>
            <a:r>
              <a:rPr lang="en-US" dirty="0"/>
              <a:t>Gradients involve repeated multiplications by Jacobians (or weight matrices), leading to exponential decay (vanishing) or growth (exploding).</a:t>
            </a:r>
          </a:p>
          <a:p>
            <a:endParaRPr lang="en-IN" dirty="0"/>
          </a:p>
        </p:txBody>
      </p:sp>
    </p:spTree>
    <p:extLst>
      <p:ext uri="{BB962C8B-B14F-4D97-AF65-F5344CB8AC3E}">
        <p14:creationId xmlns:p14="http://schemas.microsoft.com/office/powerpoint/2010/main" val="137727890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CB744-4FF2-C9A5-F41C-654E97F5EB84}"/>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D4EB2FC7-D1AB-7C6F-8267-9038C660F16C}"/>
              </a:ext>
            </a:extLst>
          </p:cNvPr>
          <p:cNvSpPr>
            <a:spLocks noGrp="1"/>
          </p:cNvSpPr>
          <p:nvPr>
            <p:ph idx="1"/>
          </p:nvPr>
        </p:nvSpPr>
        <p:spPr>
          <a:xfrm>
            <a:off x="630620" y="1313793"/>
            <a:ext cx="11193517" cy="4812477"/>
          </a:xfrm>
        </p:spPr>
        <p:txBody>
          <a:bodyPr>
            <a:normAutofit fontScale="92500" lnSpcReduction="10000"/>
          </a:bodyPr>
          <a:lstStyle/>
          <a:p>
            <a:r>
              <a:rPr lang="en-US" dirty="0"/>
              <a:t>Martens and </a:t>
            </a:r>
            <a:r>
              <a:rPr lang="en-US" dirty="0" err="1"/>
              <a:t>Sutskever</a:t>
            </a:r>
            <a:r>
              <a:rPr lang="en-US" dirty="0"/>
              <a:t> (2011) noted that second derivatives (Hessian) may vanish alongside first derivatives. </a:t>
            </a:r>
          </a:p>
          <a:p>
            <a:r>
              <a:rPr lang="en-US" dirty="0"/>
              <a:t>Second-order methods (which effectively divide the gradient by curvature, or multiply by the inverse Hessian) could theoretically stabilize updates if the ratio of first-to-second derivatives remains reasonable. </a:t>
            </a:r>
          </a:p>
          <a:p>
            <a:r>
              <a:rPr lang="en-US" dirty="0"/>
              <a:t>However, these methods are computationally expensive, require large minibatches, and are prone to saddle points. </a:t>
            </a:r>
          </a:p>
          <a:p>
            <a:r>
              <a:rPr lang="en-US" dirty="0"/>
              <a:t>Later work (</a:t>
            </a:r>
            <a:r>
              <a:rPr lang="en-US" dirty="0" err="1"/>
              <a:t>Sutskever</a:t>
            </a:r>
            <a:r>
              <a:rPr lang="en-US" dirty="0"/>
              <a:t> et al., 2013; </a:t>
            </a:r>
            <a:r>
              <a:rPr lang="en-US" dirty="0" err="1"/>
              <a:t>Sutskever</a:t>
            </a:r>
            <a:r>
              <a:rPr lang="en-US" dirty="0"/>
              <a:t>, 2012) showed that simpler first-order methods like Nesterov momentum with careful initialization could achieve similar results.</a:t>
            </a:r>
          </a:p>
          <a:p>
            <a:r>
              <a:rPr lang="en-US" dirty="0"/>
              <a:t>In practice, simple SGD (even without momentum) on well-designed models like LSTMs often suffices. </a:t>
            </a:r>
          </a:p>
          <a:p>
            <a:r>
              <a:rPr lang="en-US" dirty="0"/>
              <a:t>A recurring theme in the book: it is usually easier to design models that are easy to optimize than to invent powerful optimizers.</a:t>
            </a:r>
            <a:endParaRPr lang="en-IN" dirty="0"/>
          </a:p>
        </p:txBody>
      </p:sp>
    </p:spTree>
    <p:extLst>
      <p:ext uri="{BB962C8B-B14F-4D97-AF65-F5344CB8AC3E}">
        <p14:creationId xmlns:p14="http://schemas.microsoft.com/office/powerpoint/2010/main" val="160332650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54E90-FEFA-EA53-B181-CD0CA98B83BC}"/>
              </a:ext>
            </a:extLst>
          </p:cNvPr>
          <p:cNvSpPr>
            <a:spLocks noGrp="1"/>
          </p:cNvSpPr>
          <p:nvPr>
            <p:ph type="title"/>
          </p:nvPr>
        </p:nvSpPr>
        <p:spPr/>
        <p:txBody>
          <a:bodyPr>
            <a:normAutofit fontScale="90000"/>
          </a:bodyPr>
          <a:lstStyle/>
          <a:p>
            <a:r>
              <a:rPr lang="en-US" dirty="0"/>
              <a:t>Gradient Clipping (for Exploding Gradients)</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E05079E-1675-585B-DB44-4F928D5DF71D}"/>
                  </a:ext>
                </a:extLst>
              </p:cNvPr>
              <p:cNvSpPr>
                <a:spLocks noGrp="1"/>
              </p:cNvSpPr>
              <p:nvPr>
                <p:ph idx="1"/>
              </p:nvPr>
            </p:nvSpPr>
            <p:spPr>
              <a:xfrm>
                <a:off x="945931" y="1460938"/>
                <a:ext cx="10281186" cy="4665332"/>
              </a:xfrm>
            </p:spPr>
            <p:txBody>
              <a:bodyPr/>
              <a:lstStyle/>
              <a:p>
                <a:r>
                  <a:rPr lang="en-US" dirty="0"/>
                  <a:t>Strongly nonlinear functions over many timesteps create "cliffs" in the loss landscape: wide flat regions separated by tiny areas of sharp curvature (see figures 8.3 and 10.17 in the book). A large gradient step can catapult parameters far into a high-loss region, undoing progress.</a:t>
                </a:r>
              </a:p>
              <a:p>
                <a:r>
                  <a:rPr lang="en-US" b="1" dirty="0">
                    <a:effectLst/>
                  </a:rPr>
                  <a:t>Gradient clipping</a:t>
                </a:r>
                <a:r>
                  <a:rPr lang="en-US" dirty="0">
                    <a:effectLst/>
                  </a:rPr>
                  <a:t> is a simple, effective heuristic used by practitioners for years (</a:t>
                </a:r>
                <a:r>
                  <a:rPr lang="en-US" dirty="0" err="1">
                    <a:effectLst/>
                  </a:rPr>
                  <a:t>Mikolov</a:t>
                </a:r>
                <a:r>
                  <a:rPr lang="en-US" dirty="0">
                    <a:effectLst/>
                  </a:rPr>
                  <a:t>, 2012; </a:t>
                </a:r>
                <a:r>
                  <a:rPr lang="en-US" dirty="0" err="1">
                    <a:effectLst/>
                  </a:rPr>
                  <a:t>Pascanu</a:t>
                </a:r>
                <a:r>
                  <a:rPr lang="en-US" dirty="0">
                    <a:effectLst/>
                  </a:rPr>
                  <a:t> et al., 2013).</a:t>
                </a:r>
              </a:p>
              <a:p>
                <a:r>
                  <a:rPr lang="en-US" b="1" dirty="0"/>
                  <a:t>Element-wise clipping</a:t>
                </a:r>
                <a:r>
                  <a:rPr lang="en-US" dirty="0"/>
                  <a:t> (</a:t>
                </a:r>
                <a:r>
                  <a:rPr lang="en-US" dirty="0" err="1"/>
                  <a:t>Mikolov</a:t>
                </a:r>
                <a:r>
                  <a:rPr lang="en-US" dirty="0"/>
                  <a:t> et al., 2012): Cap each component of the gradient vector at a threshold.</a:t>
                </a:r>
              </a:p>
              <a:p>
                <a:r>
                  <a:rPr lang="en-US" b="1" dirty="0"/>
                  <a:t>Norm clipping</a:t>
                </a:r>
                <a:r>
                  <a:rPr lang="en-US" dirty="0"/>
                  <a:t> (preferred, </a:t>
                </a:r>
                <a:r>
                  <a:rPr lang="en-US" dirty="0" err="1"/>
                  <a:t>Pascanu</a:t>
                </a:r>
                <a:r>
                  <a:rPr lang="en-US" dirty="0"/>
                  <a:t> et al., 2013): If the norm </a:t>
                </a:r>
                <a14:m>
                  <m:oMath xmlns:m="http://schemas.openxmlformats.org/officeDocument/2006/math">
                    <m:r>
                      <a:rPr lang="en-US">
                        <a:latin typeface="Cambria Math" panose="02040503050406030204" pitchFamily="18" charset="0"/>
                      </a:rPr>
                      <m:t>∥</m:t>
                    </m:r>
                    <m:r>
                      <a:rPr lang="en-US" b="1">
                        <a:latin typeface="Cambria Math" panose="02040503050406030204" pitchFamily="18" charset="0"/>
                      </a:rPr>
                      <m:t>𝐠</m:t>
                    </m:r>
                    <m:r>
                      <a:rPr lang="en-US">
                        <a:latin typeface="Cambria Math" panose="02040503050406030204" pitchFamily="18" charset="0"/>
                      </a:rPr>
                      <m:t>∥</m:t>
                    </m:r>
                  </m:oMath>
                </a14:m>
                <a:r>
                  <a:rPr lang="en-US" dirty="0"/>
                  <a:t>of the gradient </a:t>
                </a:r>
                <a14:m>
                  <m:oMath xmlns:m="http://schemas.openxmlformats.org/officeDocument/2006/math">
                    <m:r>
                      <a:rPr lang="en-US" b="1">
                        <a:latin typeface="Cambria Math" panose="02040503050406030204" pitchFamily="18" charset="0"/>
                      </a:rPr>
                      <m:t>𝐠</m:t>
                    </m:r>
                  </m:oMath>
                </a14:m>
                <a:r>
                  <a:rPr lang="en-US" dirty="0"/>
                  <a:t>exceeds a threshold </a:t>
                </a:r>
                <a14:m>
                  <m:oMath xmlns:m="http://schemas.openxmlformats.org/officeDocument/2006/math">
                    <m:r>
                      <a:rPr lang="en-US" i="1">
                        <a:latin typeface="Cambria Math" panose="02040503050406030204" pitchFamily="18" charset="0"/>
                      </a:rPr>
                      <m:t>𝑣</m:t>
                    </m:r>
                  </m:oMath>
                </a14:m>
                <a:r>
                  <a:rPr lang="en-US" dirty="0"/>
                  <a:t>, rescale it while preserving direction:</a:t>
                </a:r>
              </a:p>
              <a:p>
                <a:endParaRPr lang="en-IN" dirty="0"/>
              </a:p>
            </p:txBody>
          </p:sp>
        </mc:Choice>
        <mc:Fallback xmlns="">
          <p:sp>
            <p:nvSpPr>
              <p:cNvPr id="3" name="Content Placeholder 2">
                <a:extLst>
                  <a:ext uri="{FF2B5EF4-FFF2-40B4-BE49-F238E27FC236}">
                    <a16:creationId xmlns:a16="http://schemas.microsoft.com/office/drawing/2014/main" id="{FE05079E-1675-585B-DB44-4F928D5DF71D}"/>
                  </a:ext>
                </a:extLst>
              </p:cNvPr>
              <p:cNvSpPr>
                <a:spLocks noGrp="1" noRot="1" noChangeAspect="1" noMove="1" noResize="1" noEditPoints="1" noAdjustHandles="1" noChangeArrowheads="1" noChangeShapeType="1" noTextEdit="1"/>
              </p:cNvSpPr>
              <p:nvPr>
                <p:ph idx="1"/>
              </p:nvPr>
            </p:nvSpPr>
            <p:spPr>
              <a:xfrm>
                <a:off x="945931" y="1460938"/>
                <a:ext cx="10281186" cy="4665332"/>
              </a:xfrm>
              <a:blipFill>
                <a:blip r:embed="rId2"/>
                <a:stretch>
                  <a:fillRect l="-1660" t="-1830" r="-2193"/>
                </a:stretch>
              </a:blipFill>
            </p:spPr>
            <p:txBody>
              <a:bodyPr/>
              <a:lstStyle/>
              <a:p>
                <a:r>
                  <a:rPr lang="en-IN">
                    <a:noFill/>
                  </a:rPr>
                  <a:t> </a:t>
                </a:r>
              </a:p>
            </p:txBody>
          </p:sp>
        </mc:Fallback>
      </mc:AlternateContent>
    </p:spTree>
    <p:extLst>
      <p:ext uri="{BB962C8B-B14F-4D97-AF65-F5344CB8AC3E}">
        <p14:creationId xmlns:p14="http://schemas.microsoft.com/office/powerpoint/2010/main" val="3833379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A3833-7867-14CA-4D42-70C8C9B99307}"/>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CBC7941-46CD-F50F-C8B7-A53E3D7B7EA8}"/>
                  </a:ext>
                </a:extLst>
              </p:cNvPr>
              <p:cNvSpPr>
                <a:spLocks noGrp="1"/>
              </p:cNvSpPr>
              <p:nvPr>
                <p:ph idx="1"/>
              </p:nvPr>
            </p:nvSpPr>
            <p:spPr>
              <a:xfrm>
                <a:off x="935421" y="1597572"/>
                <a:ext cx="10291696" cy="4528698"/>
              </a:xfrm>
            </p:spPr>
            <p:txBody>
              <a:bodyPr/>
              <a:lstStyle/>
              <a:p>
                <a:pPr marL="0" indent="0">
                  <a:buNone/>
                </a:pPr>
                <a14:m>
                  <m:oMathPara xmlns:m="http://schemas.openxmlformats.org/officeDocument/2006/math">
                    <m:oMathParaPr>
                      <m:jc m:val="centerGroup"/>
                    </m:oMathParaPr>
                    <m:oMath xmlns:m="http://schemas.openxmlformats.org/officeDocument/2006/math">
                      <m:r>
                        <a:rPr lang="en-IN" b="1">
                          <a:latin typeface="Cambria Math" panose="02040503050406030204" pitchFamily="18" charset="0"/>
                        </a:rPr>
                        <m:t>𝐠</m:t>
                      </m:r>
                      <m:r>
                        <a:rPr lang="en-IN">
                          <a:latin typeface="Cambria Math" panose="02040503050406030204" pitchFamily="18" charset="0"/>
                        </a:rPr>
                        <m:t>←</m:t>
                      </m:r>
                      <m:r>
                        <a:rPr lang="en-IN" b="1">
                          <a:latin typeface="Cambria Math" panose="02040503050406030204" pitchFamily="18" charset="0"/>
                        </a:rPr>
                        <m:t>𝐠</m:t>
                      </m:r>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𝑣</m:t>
                          </m:r>
                        </m:num>
                        <m:den>
                          <m:r>
                            <a:rPr lang="en-IN">
                              <a:latin typeface="Cambria Math" panose="02040503050406030204" pitchFamily="18" charset="0"/>
                            </a:rPr>
                            <m:t>∥</m:t>
                          </m:r>
                          <m:r>
                            <a:rPr lang="en-IN" b="1">
                              <a:latin typeface="Cambria Math" panose="02040503050406030204" pitchFamily="18" charset="0"/>
                            </a:rPr>
                            <m:t>𝐠</m:t>
                          </m:r>
                          <m:r>
                            <a:rPr lang="en-IN">
                              <a:latin typeface="Cambria Math" panose="02040503050406030204" pitchFamily="18" charset="0"/>
                            </a:rPr>
                            <m:t>∥</m:t>
                          </m:r>
                        </m:den>
                      </m:f>
                      <m:r>
                        <a:rPr lang="en-IN">
                          <a:latin typeface="Cambria Math" panose="02040503050406030204" pitchFamily="18" charset="0"/>
                        </a:rPr>
                        <m:t> </m:t>
                      </m:r>
                      <m:r>
                        <m:rPr>
                          <m:nor/>
                        </m:rPr>
                        <a:rPr lang="en-IN" i="1"/>
                        <m:t>if</m:t>
                      </m:r>
                      <m:r>
                        <m:rPr>
                          <m:nor/>
                        </m:rPr>
                        <a:rPr lang="en-IN" i="1"/>
                        <m:t> </m:t>
                      </m:r>
                      <m:r>
                        <a:rPr lang="en-IN">
                          <a:latin typeface="Cambria Math" panose="02040503050406030204" pitchFamily="18" charset="0"/>
                        </a:rPr>
                        <m:t>∥</m:t>
                      </m:r>
                      <m:r>
                        <a:rPr lang="en-IN" b="1">
                          <a:latin typeface="Cambria Math" panose="02040503050406030204" pitchFamily="18" charset="0"/>
                        </a:rPr>
                        <m:t>𝐠</m:t>
                      </m:r>
                      <m:r>
                        <a:rPr lang="en-IN">
                          <a:latin typeface="Cambria Math" panose="02040503050406030204" pitchFamily="18" charset="0"/>
                        </a:rPr>
                        <m:t>∥&gt;</m:t>
                      </m:r>
                      <m:r>
                        <a:rPr lang="en-IN" i="1">
                          <a:latin typeface="Cambria Math" panose="02040503050406030204" pitchFamily="18" charset="0"/>
                        </a:rPr>
                        <m:t>𝑣</m:t>
                      </m:r>
                    </m:oMath>
                  </m:oMathPara>
                </a14:m>
                <a:endParaRPr lang="en-IN" b="0" dirty="0"/>
              </a:p>
              <a:p>
                <a:r>
                  <a:rPr lang="en-US" b="1" dirty="0"/>
                  <a:t>Advantages of norm clipping:</a:t>
                </a:r>
              </a:p>
              <a:p>
                <a:r>
                  <a:rPr lang="en-US" dirty="0"/>
                  <a:t>The entire update stays in the true gradient direction (though scaled).</a:t>
                </a:r>
              </a:p>
              <a:p>
                <a:r>
                  <a:rPr lang="en-US" dirty="0"/>
                  <a:t>It bounds the step size without changing direction per minibatch.</a:t>
                </a:r>
              </a:p>
              <a:p>
                <a:r>
                  <a:rPr lang="en-US" dirty="0"/>
                  <a:t>Experiments show both variants perform similarly.</a:t>
                </a:r>
              </a:p>
              <a:p>
                <a:r>
                  <a:rPr lang="en-US" dirty="0"/>
                  <a:t>Even a random step of fixed size </a:t>
                </a:r>
                <a14:m>
                  <m:oMath xmlns:m="http://schemas.openxmlformats.org/officeDocument/2006/math">
                    <m:r>
                      <a:rPr lang="en-US" i="1">
                        <a:latin typeface="Cambria Math" panose="02040503050406030204" pitchFamily="18" charset="0"/>
                      </a:rPr>
                      <m:t>𝑣</m:t>
                    </m:r>
                  </m:oMath>
                </a14:m>
                <a:r>
                  <a:rPr lang="en-US" dirty="0"/>
                  <a:t>when gradients explode (or become Inf/</a:t>
                </a:r>
                <a:r>
                  <a:rPr lang="en-US" dirty="0" err="1"/>
                  <a:t>NaN</a:t>
                </a:r>
                <a:r>
                  <a:rPr lang="en-US" dirty="0"/>
                  <a:t>) often works well as a fallback—it moves away from unstable regions.</a:t>
                </a:r>
              </a:p>
              <a:p>
                <a:pPr marL="0" indent="0">
                  <a:buNone/>
                </a:pPr>
                <a:endParaRPr lang="en-IN" dirty="0"/>
              </a:p>
              <a:p>
                <a:pPr marL="0" indent="0">
                  <a:buNone/>
                </a:pPr>
                <a:endParaRPr lang="en-IN" b="0" dirty="0"/>
              </a:p>
              <a:p>
                <a:endParaRPr lang="en-IN" dirty="0"/>
              </a:p>
            </p:txBody>
          </p:sp>
        </mc:Choice>
        <mc:Fallback xmlns="">
          <p:sp>
            <p:nvSpPr>
              <p:cNvPr id="3" name="Content Placeholder 2">
                <a:extLst>
                  <a:ext uri="{FF2B5EF4-FFF2-40B4-BE49-F238E27FC236}">
                    <a16:creationId xmlns:a16="http://schemas.microsoft.com/office/drawing/2014/main" id="{DCBC7941-46CD-F50F-C8B7-A53E3D7B7EA8}"/>
                  </a:ext>
                </a:extLst>
              </p:cNvPr>
              <p:cNvSpPr>
                <a:spLocks noGrp="1" noRot="1" noChangeAspect="1" noMove="1" noResize="1" noEditPoints="1" noAdjustHandles="1" noChangeArrowheads="1" noChangeShapeType="1" noTextEdit="1"/>
              </p:cNvSpPr>
              <p:nvPr>
                <p:ph idx="1"/>
              </p:nvPr>
            </p:nvSpPr>
            <p:spPr>
              <a:xfrm>
                <a:off x="935421" y="1597572"/>
                <a:ext cx="10291696" cy="4528698"/>
              </a:xfrm>
              <a:blipFill>
                <a:blip r:embed="rId2"/>
                <a:stretch>
                  <a:fillRect l="-1658" r="-1066"/>
                </a:stretch>
              </a:blipFill>
            </p:spPr>
            <p:txBody>
              <a:bodyPr/>
              <a:lstStyle/>
              <a:p>
                <a:r>
                  <a:rPr lang="en-IN">
                    <a:noFill/>
                  </a:rPr>
                  <a:t> </a:t>
                </a:r>
              </a:p>
            </p:txBody>
          </p:sp>
        </mc:Fallback>
      </mc:AlternateContent>
    </p:spTree>
    <p:extLst>
      <p:ext uri="{BB962C8B-B14F-4D97-AF65-F5344CB8AC3E}">
        <p14:creationId xmlns:p14="http://schemas.microsoft.com/office/powerpoint/2010/main" val="383221041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B22E5-85BC-84C7-D577-B5771117BF54}"/>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93DD77F3-82EA-AF4D-A9AA-A45572FC3B27}"/>
              </a:ext>
            </a:extLst>
          </p:cNvPr>
          <p:cNvSpPr>
            <a:spLocks noGrp="1"/>
          </p:cNvSpPr>
          <p:nvPr>
            <p:ph idx="1"/>
          </p:nvPr>
        </p:nvSpPr>
        <p:spPr>
          <a:xfrm>
            <a:off x="809297" y="1345324"/>
            <a:ext cx="10417820" cy="4780946"/>
          </a:xfrm>
        </p:spPr>
        <p:txBody>
          <a:bodyPr>
            <a:normAutofit lnSpcReduction="10000"/>
          </a:bodyPr>
          <a:lstStyle/>
          <a:p>
            <a:pPr algn="just"/>
            <a:r>
              <a:rPr lang="en-US" dirty="0"/>
              <a:t>Clipping introduces a small bias in the averaged gradient but is cheap and highly effective. </a:t>
            </a:r>
          </a:p>
          <a:p>
            <a:pPr algn="just"/>
            <a:r>
              <a:rPr lang="en-US" dirty="0"/>
              <a:t>without clipping, a step overshoots a ravine and gets propelled away by a steep cliff; </a:t>
            </a:r>
          </a:p>
          <a:p>
            <a:pPr algn="just"/>
            <a:r>
              <a:rPr lang="en-US" dirty="0"/>
              <a:t>with clipping, the step is moderated, allowing continued progress near the solution. </a:t>
            </a:r>
          </a:p>
          <a:p>
            <a:pPr algn="just"/>
            <a:r>
              <a:rPr lang="en-US" dirty="0"/>
              <a:t>Cliffs are exponentially steep in the number of timesteps because the recurrent weight matrix is multiplied by itself repeatedly.</a:t>
            </a:r>
          </a:p>
          <a:p>
            <a:pPr algn="just"/>
            <a:r>
              <a:rPr lang="en-US" dirty="0"/>
              <a:t>Clipping applies to the full parameter gradient (weights + biases jointly) or sometimes to back-propagated hidden gradients. </a:t>
            </a:r>
          </a:p>
          <a:p>
            <a:pPr algn="just"/>
            <a:r>
              <a:rPr lang="en-US" dirty="0"/>
              <a:t>Averaging clipped gradients over minibatches differs from clipping the average, but both work in practice.</a:t>
            </a:r>
          </a:p>
          <a:p>
            <a:pPr algn="just"/>
            <a:endParaRPr lang="en-IN" dirty="0"/>
          </a:p>
        </p:txBody>
      </p:sp>
    </p:spTree>
    <p:extLst>
      <p:ext uri="{BB962C8B-B14F-4D97-AF65-F5344CB8AC3E}">
        <p14:creationId xmlns:p14="http://schemas.microsoft.com/office/powerpoint/2010/main" val="296283250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E9F03-87C3-FA7F-D511-561D029B0380}"/>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3329538A-A428-E8AC-74BB-E391F677BDB6}"/>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AC33A58E-6F5C-0CBB-1B47-63A55365D2A5}"/>
              </a:ext>
            </a:extLst>
          </p:cNvPr>
          <p:cNvPicPr>
            <a:picLocks noChangeAspect="1"/>
          </p:cNvPicPr>
          <p:nvPr/>
        </p:nvPicPr>
        <p:blipFill>
          <a:blip r:embed="rId2"/>
          <a:stretch>
            <a:fillRect/>
          </a:stretch>
        </p:blipFill>
        <p:spPr>
          <a:xfrm>
            <a:off x="2233761" y="2222579"/>
            <a:ext cx="7116422" cy="3379436"/>
          </a:xfrm>
          <a:prstGeom prst="rect">
            <a:avLst/>
          </a:prstGeom>
        </p:spPr>
      </p:pic>
    </p:spTree>
    <p:extLst>
      <p:ext uri="{BB962C8B-B14F-4D97-AF65-F5344CB8AC3E}">
        <p14:creationId xmlns:p14="http://schemas.microsoft.com/office/powerpoint/2010/main" val="352408119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D0153-055C-3529-0659-942A3A8F8B79}"/>
              </a:ext>
            </a:extLst>
          </p:cNvPr>
          <p:cNvSpPr>
            <a:spLocks noGrp="1"/>
          </p:cNvSpPr>
          <p:nvPr>
            <p:ph type="title"/>
          </p:nvPr>
        </p:nvSpPr>
        <p:spPr>
          <a:xfrm>
            <a:off x="903890" y="393101"/>
            <a:ext cx="10878207" cy="677258"/>
          </a:xfrm>
        </p:spPr>
        <p:txBody>
          <a:bodyPr>
            <a:noAutofit/>
          </a:bodyPr>
          <a:lstStyle/>
          <a:p>
            <a:r>
              <a:rPr lang="en-US" sz="3200" dirty="0"/>
              <a:t>Regularizing to Encourage Information Flow (for Vanishing Gradients)</a:t>
            </a:r>
            <a:endParaRPr lang="en-IN" sz="32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FD7469F-9824-CF2B-62C3-6D30505F98B5}"/>
                  </a:ext>
                </a:extLst>
              </p:cNvPr>
              <p:cNvSpPr>
                <a:spLocks noGrp="1"/>
              </p:cNvSpPr>
              <p:nvPr>
                <p:ph idx="1"/>
              </p:nvPr>
            </p:nvSpPr>
            <p:spPr>
              <a:xfrm>
                <a:off x="662152" y="1408387"/>
                <a:ext cx="10564965" cy="4717884"/>
              </a:xfrm>
            </p:spPr>
            <p:txBody>
              <a:bodyPr/>
              <a:lstStyle/>
              <a:p>
                <a:r>
                  <a:rPr lang="en-IN" dirty="0"/>
                  <a:t>Gradient clipping handles explosions but does little for vanishing gradients.</a:t>
                </a:r>
              </a:p>
              <a:p>
                <a:r>
                  <a:rPr lang="en-IN" dirty="0"/>
                  <a:t> The goal is to create computational paths where gradients flow with magnitude near 1 over many timesteps (LSTMs achieve this via additive cell-state updates and gates).</a:t>
                </a:r>
              </a:p>
              <a:p>
                <a:r>
                  <a:rPr lang="en-IN" dirty="0" err="1">
                    <a:effectLst/>
                  </a:rPr>
                  <a:t>Pascanu</a:t>
                </a:r>
                <a:r>
                  <a:rPr lang="en-IN" dirty="0">
                    <a:effectLst/>
                  </a:rPr>
                  <a:t> et al. (2013) propose a </a:t>
                </a:r>
                <a:r>
                  <a:rPr lang="en-IN" dirty="0" err="1">
                    <a:effectLst/>
                  </a:rPr>
                  <a:t>regularizer</a:t>
                </a:r>
                <a:r>
                  <a:rPr lang="en-IN" dirty="0">
                    <a:effectLst/>
                  </a:rPr>
                  <a:t> that penalizes shrinkage of the back-propagated gradient. Let </a:t>
                </a:r>
                <a14:m>
                  <m:oMath xmlns:m="http://schemas.openxmlformats.org/officeDocument/2006/math">
                    <m:sSub>
                      <m:sSubPr>
                        <m:ctrlPr>
                          <a:rPr lang="ar-AE" i="1">
                            <a:latin typeface="Cambria Math" panose="02040503050406030204" pitchFamily="18" charset="0"/>
                          </a:rPr>
                        </m:ctrlPr>
                      </m:sSubPr>
                      <m:e>
                        <m:r>
                          <m:rPr>
                            <m:sty m:val="p"/>
                          </m:rPr>
                          <a:rPr lang="ar-AE">
                            <a:latin typeface="Cambria Math" panose="02040503050406030204" pitchFamily="18" charset="0"/>
                          </a:rPr>
                          <m:t>∇</m:t>
                        </m:r>
                      </m:e>
                      <m:sub>
                        <m:sSup>
                          <m:sSupPr>
                            <m:ctrlPr>
                              <a:rPr lang="ar-AE" i="1">
                                <a:latin typeface="Cambria Math" panose="02040503050406030204" pitchFamily="18" charset="0"/>
                              </a:rPr>
                            </m:ctrlPr>
                          </m:sSupPr>
                          <m:e>
                            <m:r>
                              <a:rPr lang="ar-AE" b="1">
                                <a:latin typeface="Cambria Math" panose="02040503050406030204" pitchFamily="18" charset="0"/>
                              </a:rPr>
                              <m:t>𝐡</m:t>
                            </m:r>
                          </m:e>
                          <m:sup>
                            <m:d>
                              <m:dPr>
                                <m:ctrlPr>
                                  <a:rPr lang="ar-AE" b="1" i="1">
                                    <a:latin typeface="Cambria Math" panose="02040503050406030204" pitchFamily="18" charset="0"/>
                                  </a:rPr>
                                </m:ctrlPr>
                              </m:dPr>
                              <m:e>
                                <m:r>
                                  <a:rPr lang="ar-AE" i="1">
                                    <a:latin typeface="Cambria Math" panose="02040503050406030204" pitchFamily="18" charset="0"/>
                                  </a:rPr>
                                  <m:t>𝑡</m:t>
                                </m:r>
                              </m:e>
                            </m:d>
                          </m:sup>
                        </m:sSup>
                      </m:sub>
                    </m:sSub>
                    <m:r>
                      <a:rPr lang="ar-AE" i="1">
                        <a:latin typeface="Cambria Math" panose="02040503050406030204" pitchFamily="18" charset="0"/>
                      </a:rPr>
                      <m:t>𝐿</m:t>
                    </m:r>
                  </m:oMath>
                </a14:m>
                <a:r>
                  <a:rPr lang="en-IN" dirty="0">
                    <a:effectLst/>
                  </a:rPr>
                  <a:t>be the gradient of the loss </a:t>
                </a:r>
                <a:r>
                  <a:rPr lang="en-IN" dirty="0" err="1">
                    <a:effectLst/>
                  </a:rPr>
                  <a:t>w.r.t.</a:t>
                </a:r>
                <a:r>
                  <a:rPr lang="en-IN" dirty="0">
                    <a:effectLst/>
                  </a:rPr>
                  <a:t> the hidden state at time </a:t>
                </a:r>
                <a14:m>
                  <m:oMath xmlns:m="http://schemas.openxmlformats.org/officeDocument/2006/math">
                    <m:r>
                      <a:rPr lang="en-IN" i="1">
                        <a:latin typeface="Cambria Math" panose="02040503050406030204" pitchFamily="18" charset="0"/>
                      </a:rPr>
                      <m:t>𝑡</m:t>
                    </m:r>
                  </m:oMath>
                </a14:m>
                <a:r>
                  <a:rPr lang="en-IN" dirty="0">
                    <a:effectLst/>
                  </a:rPr>
                  <a:t>. The aim is:</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IN" i="1">
                              <a:latin typeface="Cambria Math" panose="02040503050406030204" pitchFamily="18" charset="0"/>
                            </a:rPr>
                          </m:ctrlPr>
                        </m:dPr>
                        <m:e>
                          <m:d>
                            <m:dPr>
                              <m:ctrlPr>
                                <a:rPr lang="en-IN" i="1">
                                  <a:latin typeface="Cambria Math" panose="02040503050406030204" pitchFamily="18" charset="0"/>
                                </a:rPr>
                              </m:ctrlPr>
                            </m:dPr>
                            <m:e>
                              <m:sSub>
                                <m:sSubPr>
                                  <m:ctrlPr>
                                    <a:rPr lang="en-IN" i="1">
                                      <a:latin typeface="Cambria Math" panose="02040503050406030204" pitchFamily="18" charset="0"/>
                                    </a:rPr>
                                  </m:ctrlPr>
                                </m:sSubPr>
                                <m:e>
                                  <m:r>
                                    <m:rPr>
                                      <m:sty m:val="p"/>
                                    </m:rPr>
                                    <a:rPr lang="en-IN">
                                      <a:latin typeface="Cambria Math" panose="02040503050406030204" pitchFamily="18" charset="0"/>
                                    </a:rPr>
                                    <m:t>∇</m:t>
                                  </m:r>
                                </m:e>
                                <m:sub>
                                  <m:sSup>
                                    <m:sSupPr>
                                      <m:ctrlPr>
                                        <a:rPr lang="en-IN" i="1">
                                          <a:latin typeface="Cambria Math" panose="02040503050406030204" pitchFamily="18" charset="0"/>
                                        </a:rPr>
                                      </m:ctrlPr>
                                    </m:sSupPr>
                                    <m:e>
                                      <m:r>
                                        <a:rPr lang="en-IN" b="1">
                                          <a:latin typeface="Cambria Math" panose="02040503050406030204" pitchFamily="18" charset="0"/>
                                        </a:rPr>
                                        <m:t>𝐡</m:t>
                                      </m:r>
                                    </m:e>
                                    <m:sup>
                                      <m:d>
                                        <m:dPr>
                                          <m:ctrlPr>
                                            <a:rPr lang="en-IN" b="1" i="1">
                                              <a:latin typeface="Cambria Math" panose="02040503050406030204" pitchFamily="18" charset="0"/>
                                            </a:rPr>
                                          </m:ctrlPr>
                                        </m:dPr>
                                        <m:e>
                                          <m:r>
                                            <a:rPr lang="en-IN" i="1">
                                              <a:latin typeface="Cambria Math" panose="02040503050406030204" pitchFamily="18" charset="0"/>
                                            </a:rPr>
                                            <m:t>𝑡</m:t>
                                          </m:r>
                                        </m:e>
                                      </m:d>
                                    </m:sup>
                                  </m:sSup>
                                </m:sub>
                              </m:sSub>
                              <m:r>
                                <a:rPr lang="en-IN" i="1">
                                  <a:latin typeface="Cambria Math" panose="02040503050406030204" pitchFamily="18" charset="0"/>
                                </a:rPr>
                                <m:t>𝐿</m:t>
                              </m:r>
                            </m:e>
                          </m:d>
                          <m:r>
                            <a:rPr lang="en-IN">
                              <a:latin typeface="Cambria Math" panose="02040503050406030204" pitchFamily="18" charset="0"/>
                            </a:rPr>
                            <m:t>⋅</m:t>
                          </m:r>
                          <m:f>
                            <m:fPr>
                              <m:ctrlPr>
                                <a:rPr lang="en-IN" i="1">
                                  <a:latin typeface="Cambria Math" panose="02040503050406030204" pitchFamily="18" charset="0"/>
                                </a:rPr>
                              </m:ctrlPr>
                            </m:fPr>
                            <m:num>
                              <m:r>
                                <a:rPr lang="en-IN">
                                  <a:latin typeface="Cambria Math" panose="02040503050406030204" pitchFamily="18" charset="0"/>
                                </a:rPr>
                                <m:t>𝜕</m:t>
                              </m:r>
                              <m:sSup>
                                <m:sSupPr>
                                  <m:ctrlPr>
                                    <a:rPr lang="en-IN" i="1">
                                      <a:latin typeface="Cambria Math" panose="02040503050406030204" pitchFamily="18" charset="0"/>
                                    </a:rPr>
                                  </m:ctrlPr>
                                </m:sSupPr>
                                <m:e>
                                  <m:r>
                                    <a:rPr lang="en-IN" b="1">
                                      <a:latin typeface="Cambria Math" panose="02040503050406030204" pitchFamily="18" charset="0"/>
                                    </a:rPr>
                                    <m:t>𝐡</m:t>
                                  </m:r>
                                </m:e>
                                <m:sup>
                                  <m:d>
                                    <m:dPr>
                                      <m:ctrlPr>
                                        <a:rPr lang="en-IN" b="1" i="1">
                                          <a:latin typeface="Cambria Math" panose="02040503050406030204" pitchFamily="18" charset="0"/>
                                        </a:rPr>
                                      </m:ctrlPr>
                                    </m:dPr>
                                    <m:e>
                                      <m:r>
                                        <a:rPr lang="en-IN" i="1">
                                          <a:latin typeface="Cambria Math" panose="02040503050406030204" pitchFamily="18" charset="0"/>
                                        </a:rPr>
                                        <m:t>𝑡</m:t>
                                      </m:r>
                                    </m:e>
                                  </m:d>
                                </m:sup>
                              </m:sSup>
                            </m:num>
                            <m:den>
                              <m:r>
                                <a:rPr lang="en-IN">
                                  <a:latin typeface="Cambria Math" panose="02040503050406030204" pitchFamily="18" charset="0"/>
                                </a:rPr>
                                <m:t>𝜕</m:t>
                              </m:r>
                              <m:sSup>
                                <m:sSupPr>
                                  <m:ctrlPr>
                                    <a:rPr lang="en-IN" i="1">
                                      <a:latin typeface="Cambria Math" panose="02040503050406030204" pitchFamily="18" charset="0"/>
                                    </a:rPr>
                                  </m:ctrlPr>
                                </m:sSupPr>
                                <m:e>
                                  <m:r>
                                    <a:rPr lang="en-IN" b="1">
                                      <a:latin typeface="Cambria Math" panose="02040503050406030204" pitchFamily="18" charset="0"/>
                                    </a:rPr>
                                    <m:t>𝐡</m:t>
                                  </m:r>
                                </m:e>
                                <m:sup>
                                  <m:d>
                                    <m:dPr>
                                      <m:ctrlPr>
                                        <a:rPr lang="en-IN" b="1" i="1">
                                          <a:latin typeface="Cambria Math" panose="02040503050406030204" pitchFamily="18" charset="0"/>
                                        </a:rPr>
                                      </m:ctrlPr>
                                    </m:dPr>
                                    <m:e>
                                      <m:r>
                                        <a:rPr lang="en-IN" i="1">
                                          <a:latin typeface="Cambria Math" panose="02040503050406030204" pitchFamily="18" charset="0"/>
                                        </a:rPr>
                                        <m:t>𝑡</m:t>
                                      </m:r>
                                      <m:r>
                                        <a:rPr lang="en-IN">
                                          <a:latin typeface="Cambria Math" panose="02040503050406030204" pitchFamily="18" charset="0"/>
                                        </a:rPr>
                                        <m:t>−</m:t>
                                      </m:r>
                                      <m:r>
                                        <a:rPr lang="en-IN">
                                          <a:latin typeface="Cambria Math" panose="02040503050406030204" pitchFamily="18" charset="0"/>
                                        </a:rPr>
                                        <m:t>1</m:t>
                                      </m:r>
                                    </m:e>
                                  </m:d>
                                </m:sup>
                              </m:sSup>
                            </m:den>
                          </m:f>
                        </m:e>
                      </m:d>
                      <m:r>
                        <a:rPr lang="en-IN">
                          <a:latin typeface="Cambria Math" panose="02040503050406030204" pitchFamily="18" charset="0"/>
                        </a:rPr>
                        <m:t>≈</m:t>
                      </m:r>
                      <m:d>
                        <m:dPr>
                          <m:begChr m:val="∥"/>
                          <m:endChr m:val="∥"/>
                          <m:ctrlPr>
                            <a:rPr lang="en-IN" i="1">
                              <a:latin typeface="Cambria Math" panose="02040503050406030204" pitchFamily="18" charset="0"/>
                            </a:rPr>
                          </m:ctrlPr>
                        </m:dPr>
                        <m:e>
                          <m:sSub>
                            <m:sSubPr>
                              <m:ctrlPr>
                                <a:rPr lang="en-IN" i="1">
                                  <a:latin typeface="Cambria Math" panose="02040503050406030204" pitchFamily="18" charset="0"/>
                                </a:rPr>
                              </m:ctrlPr>
                            </m:sSubPr>
                            <m:e>
                              <m:r>
                                <m:rPr>
                                  <m:sty m:val="p"/>
                                </m:rPr>
                                <a:rPr lang="en-IN">
                                  <a:latin typeface="Cambria Math" panose="02040503050406030204" pitchFamily="18" charset="0"/>
                                </a:rPr>
                                <m:t>∇</m:t>
                              </m:r>
                            </m:e>
                            <m:sub>
                              <m:sSup>
                                <m:sSupPr>
                                  <m:ctrlPr>
                                    <a:rPr lang="en-IN" i="1">
                                      <a:latin typeface="Cambria Math" panose="02040503050406030204" pitchFamily="18" charset="0"/>
                                    </a:rPr>
                                  </m:ctrlPr>
                                </m:sSupPr>
                                <m:e>
                                  <m:r>
                                    <a:rPr lang="en-IN" b="1">
                                      <a:latin typeface="Cambria Math" panose="02040503050406030204" pitchFamily="18" charset="0"/>
                                    </a:rPr>
                                    <m:t>𝐡</m:t>
                                  </m:r>
                                </m:e>
                                <m:sup>
                                  <m:d>
                                    <m:dPr>
                                      <m:ctrlPr>
                                        <a:rPr lang="en-IN" b="1" i="1">
                                          <a:latin typeface="Cambria Math" panose="02040503050406030204" pitchFamily="18" charset="0"/>
                                        </a:rPr>
                                      </m:ctrlPr>
                                    </m:dPr>
                                    <m:e>
                                      <m:r>
                                        <a:rPr lang="en-IN" i="1">
                                          <a:latin typeface="Cambria Math" panose="02040503050406030204" pitchFamily="18" charset="0"/>
                                        </a:rPr>
                                        <m:t>𝑡</m:t>
                                      </m:r>
                                    </m:e>
                                  </m:d>
                                </m:sup>
                              </m:sSup>
                            </m:sub>
                          </m:sSub>
                          <m:r>
                            <a:rPr lang="en-IN" i="1">
                              <a:latin typeface="Cambria Math" panose="02040503050406030204" pitchFamily="18" charset="0"/>
                            </a:rPr>
                            <m:t>𝐿</m:t>
                          </m:r>
                        </m:e>
                      </m:d>
                    </m:oMath>
                  </m:oMathPara>
                </a14:m>
                <a:endParaRPr lang="en-IN" b="0" dirty="0"/>
              </a:p>
              <a:p>
                <a:endParaRPr lang="en-IN" dirty="0">
                  <a:effectLst/>
                </a:endParaRPr>
              </a:p>
              <a:p>
                <a:r>
                  <a:rPr lang="en-US" dirty="0"/>
                  <a:t>across timesteps (encouraging the Jacobian multiplier to preserve norm).</a:t>
                </a:r>
              </a:p>
              <a:p>
                <a:endParaRPr lang="en-IN" dirty="0"/>
              </a:p>
            </p:txBody>
          </p:sp>
        </mc:Choice>
        <mc:Fallback xmlns="">
          <p:sp>
            <p:nvSpPr>
              <p:cNvPr id="3" name="Content Placeholder 2">
                <a:extLst>
                  <a:ext uri="{FF2B5EF4-FFF2-40B4-BE49-F238E27FC236}">
                    <a16:creationId xmlns:a16="http://schemas.microsoft.com/office/drawing/2014/main" id="{EFD7469F-9824-CF2B-62C3-6D30505F98B5}"/>
                  </a:ext>
                </a:extLst>
              </p:cNvPr>
              <p:cNvSpPr>
                <a:spLocks noGrp="1" noRot="1" noChangeAspect="1" noMove="1" noResize="1" noEditPoints="1" noAdjustHandles="1" noChangeArrowheads="1" noChangeShapeType="1" noTextEdit="1"/>
              </p:cNvSpPr>
              <p:nvPr>
                <p:ph idx="1"/>
              </p:nvPr>
            </p:nvSpPr>
            <p:spPr>
              <a:xfrm>
                <a:off x="662152" y="1408387"/>
                <a:ext cx="10564965" cy="4717884"/>
              </a:xfrm>
              <a:blipFill>
                <a:blip r:embed="rId2"/>
                <a:stretch>
                  <a:fillRect l="-1673" t="-1809" r="-2308"/>
                </a:stretch>
              </a:blipFill>
            </p:spPr>
            <p:txBody>
              <a:bodyPr/>
              <a:lstStyle/>
              <a:p>
                <a:r>
                  <a:rPr lang="en-IN">
                    <a:noFill/>
                  </a:rPr>
                  <a:t> </a:t>
                </a:r>
              </a:p>
            </p:txBody>
          </p:sp>
        </mc:Fallback>
      </mc:AlternateContent>
    </p:spTree>
    <p:extLst>
      <p:ext uri="{BB962C8B-B14F-4D97-AF65-F5344CB8AC3E}">
        <p14:creationId xmlns:p14="http://schemas.microsoft.com/office/powerpoint/2010/main" val="207644497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A9F6B-C062-3754-56FF-5D7C56DC32A8}"/>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BC39629-FD6B-7AEA-7611-460D6E99F760}"/>
                  </a:ext>
                </a:extLst>
              </p:cNvPr>
              <p:cNvSpPr>
                <a:spLocks noGrp="1"/>
              </p:cNvSpPr>
              <p:nvPr>
                <p:ph idx="1"/>
              </p:nvPr>
            </p:nvSpPr>
            <p:spPr>
              <a:xfrm>
                <a:off x="1025842" y="1366345"/>
                <a:ext cx="10201275" cy="4759925"/>
              </a:xfrm>
            </p:spPr>
            <p:txBody>
              <a:bodyPr/>
              <a:lstStyle/>
              <a:p>
                <a:pPr algn="just"/>
                <a:r>
                  <a:rPr lang="en-IN" dirty="0"/>
                  <a:t>The </a:t>
                </a:r>
                <a:r>
                  <a:rPr lang="en-IN" dirty="0" err="1"/>
                  <a:t>regularizer</a:t>
                </a:r>
                <a:r>
                  <a:rPr lang="en-IN" dirty="0"/>
                  <a:t> </a:t>
                </a:r>
                <a14:m>
                  <m:oMath xmlns:m="http://schemas.openxmlformats.org/officeDocument/2006/math">
                    <m:r>
                      <m:rPr>
                        <m:sty m:val="p"/>
                      </m:rPr>
                      <a:rPr lang="el-GR">
                        <a:latin typeface="Cambria Math" panose="02040503050406030204" pitchFamily="18" charset="0"/>
                      </a:rPr>
                      <m:t>Ω</m:t>
                    </m:r>
                  </m:oMath>
                </a14:m>
                <a:r>
                  <a:rPr lang="en-IN" dirty="0">
                    <a:effectLst/>
                  </a:rPr>
                  <a:t>is:</a:t>
                </a:r>
              </a:p>
              <a:p>
                <a:pPr marL="0" indent="0" algn="just">
                  <a:buNone/>
                </a:pPr>
                <a14:m>
                  <m:oMathPara xmlns:m="http://schemas.openxmlformats.org/officeDocument/2006/math">
                    <m:oMathParaPr>
                      <m:jc m:val="centerGroup"/>
                    </m:oMathParaPr>
                    <m:oMath xmlns:m="http://schemas.openxmlformats.org/officeDocument/2006/math">
                      <m:r>
                        <m:rPr>
                          <m:sty m:val="p"/>
                        </m:rPr>
                        <a:rPr lang="el-GR">
                          <a:latin typeface="Cambria Math" panose="02040503050406030204" pitchFamily="18" charset="0"/>
                        </a:rPr>
                        <m:t>Ω</m:t>
                      </m:r>
                      <m:r>
                        <a:rPr lang="el-GR">
                          <a:latin typeface="Cambria Math" panose="02040503050406030204" pitchFamily="18" charset="0"/>
                        </a:rPr>
                        <m:t>=</m:t>
                      </m:r>
                      <m:nary>
                        <m:naryPr>
                          <m:chr m:val="∑"/>
                          <m:grow m:val="on"/>
                          <m:supHide m:val="on"/>
                          <m:ctrlPr>
                            <a:rPr lang="ar-AE" i="1">
                              <a:latin typeface="Cambria Math" panose="02040503050406030204" pitchFamily="18" charset="0"/>
                            </a:rPr>
                          </m:ctrlPr>
                        </m:naryPr>
                        <m:sub>
                          <m:r>
                            <a:rPr lang="ar-AE" i="1">
                              <a:latin typeface="Cambria Math" panose="02040503050406030204" pitchFamily="18" charset="0"/>
                            </a:rPr>
                            <m:t>𝑡</m:t>
                          </m:r>
                        </m:sub>
                        <m:sup/>
                        <m:e>
                          <m:sSup>
                            <m:sSupPr>
                              <m:ctrlPr>
                                <a:rPr lang="ar-AE" i="1">
                                  <a:latin typeface="Cambria Math" panose="02040503050406030204" pitchFamily="18" charset="0"/>
                                </a:rPr>
                              </m:ctrlPr>
                            </m:sSupPr>
                            <m:e>
                              <m:d>
                                <m:dPr>
                                  <m:ctrlPr>
                                    <a:rPr lang="ar-AE" i="1">
                                      <a:latin typeface="Cambria Math" panose="02040503050406030204" pitchFamily="18" charset="0"/>
                                    </a:rPr>
                                  </m:ctrlPr>
                                </m:dPr>
                                <m:e>
                                  <m:f>
                                    <m:fPr>
                                      <m:ctrlPr>
                                        <a:rPr lang="ar-AE" i="1">
                                          <a:latin typeface="Cambria Math" panose="02040503050406030204" pitchFamily="18" charset="0"/>
                                        </a:rPr>
                                      </m:ctrlPr>
                                    </m:fPr>
                                    <m:num>
                                      <m:d>
                                        <m:dPr>
                                          <m:begChr m:val="∥"/>
                                          <m:endChr m:val="∥"/>
                                          <m:ctrlPr>
                                            <a:rPr lang="ar-AE" i="1">
                                              <a:latin typeface="Cambria Math" panose="02040503050406030204" pitchFamily="18" charset="0"/>
                                            </a:rPr>
                                          </m:ctrlPr>
                                        </m:dPr>
                                        <m:e>
                                          <m:sSub>
                                            <m:sSubPr>
                                              <m:ctrlPr>
                                                <a:rPr lang="ar-AE" i="1">
                                                  <a:latin typeface="Cambria Math" panose="02040503050406030204" pitchFamily="18" charset="0"/>
                                                </a:rPr>
                                              </m:ctrlPr>
                                            </m:sSubPr>
                                            <m:e>
                                              <m:r>
                                                <m:rPr>
                                                  <m:sty m:val="p"/>
                                                </m:rPr>
                                                <a:rPr lang="ar-AE">
                                                  <a:latin typeface="Cambria Math" panose="02040503050406030204" pitchFamily="18" charset="0"/>
                                                </a:rPr>
                                                <m:t>∇</m:t>
                                              </m:r>
                                            </m:e>
                                            <m:sub>
                                              <m:sSup>
                                                <m:sSupPr>
                                                  <m:ctrlPr>
                                                    <a:rPr lang="ar-AE" i="1">
                                                      <a:latin typeface="Cambria Math" panose="02040503050406030204" pitchFamily="18" charset="0"/>
                                                    </a:rPr>
                                                  </m:ctrlPr>
                                                </m:sSupPr>
                                                <m:e>
                                                  <m:r>
                                                    <a:rPr lang="ar-AE" b="1">
                                                      <a:latin typeface="Cambria Math" panose="02040503050406030204" pitchFamily="18" charset="0"/>
                                                    </a:rPr>
                                                    <m:t>𝐡</m:t>
                                                  </m:r>
                                                </m:e>
                                                <m:sup>
                                                  <m:d>
                                                    <m:dPr>
                                                      <m:ctrlPr>
                                                        <a:rPr lang="ar-AE" b="1" i="1">
                                                          <a:latin typeface="Cambria Math" panose="02040503050406030204" pitchFamily="18" charset="0"/>
                                                        </a:rPr>
                                                      </m:ctrlPr>
                                                    </m:dPr>
                                                    <m:e>
                                                      <m:r>
                                                        <a:rPr lang="ar-AE" i="1">
                                                          <a:latin typeface="Cambria Math" panose="02040503050406030204" pitchFamily="18" charset="0"/>
                                                        </a:rPr>
                                                        <m:t>𝑡</m:t>
                                                      </m:r>
                                                    </m:e>
                                                  </m:d>
                                                </m:sup>
                                              </m:sSup>
                                            </m:sub>
                                          </m:sSub>
                                          <m:r>
                                            <a:rPr lang="ar-AE" i="1">
                                              <a:latin typeface="Cambria Math" panose="02040503050406030204" pitchFamily="18" charset="0"/>
                                            </a:rPr>
                                            <m:t>𝐿</m:t>
                                          </m:r>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m:t>
                                              </m:r>
                                              <m:sSup>
                                                <m:sSupPr>
                                                  <m:ctrlPr>
                                                    <a:rPr lang="ar-AE" i="1">
                                                      <a:latin typeface="Cambria Math" panose="02040503050406030204" pitchFamily="18" charset="0"/>
                                                    </a:rPr>
                                                  </m:ctrlPr>
                                                </m:sSupPr>
                                                <m:e>
                                                  <m:r>
                                                    <a:rPr lang="ar-AE" b="1">
                                                      <a:latin typeface="Cambria Math" panose="02040503050406030204" pitchFamily="18" charset="0"/>
                                                    </a:rPr>
                                                    <m:t>𝐡</m:t>
                                                  </m:r>
                                                </m:e>
                                                <m:sup>
                                                  <m:d>
                                                    <m:dPr>
                                                      <m:ctrlPr>
                                                        <a:rPr lang="ar-AE" b="1" i="1">
                                                          <a:latin typeface="Cambria Math" panose="02040503050406030204" pitchFamily="18" charset="0"/>
                                                        </a:rPr>
                                                      </m:ctrlPr>
                                                    </m:dPr>
                                                    <m:e>
                                                      <m:r>
                                                        <a:rPr lang="ar-AE" i="1">
                                                          <a:latin typeface="Cambria Math" panose="02040503050406030204" pitchFamily="18" charset="0"/>
                                                        </a:rPr>
                                                        <m:t>𝑡</m:t>
                                                      </m:r>
                                                    </m:e>
                                                  </m:d>
                                                </m:sup>
                                              </m:sSup>
                                            </m:num>
                                            <m:den>
                                              <m:r>
                                                <a:rPr lang="ar-AE">
                                                  <a:latin typeface="Cambria Math" panose="02040503050406030204" pitchFamily="18" charset="0"/>
                                                </a:rPr>
                                                <m:t>𝜕</m:t>
                                              </m:r>
                                              <m:sSup>
                                                <m:sSupPr>
                                                  <m:ctrlPr>
                                                    <a:rPr lang="ar-AE" i="1">
                                                      <a:latin typeface="Cambria Math" panose="02040503050406030204" pitchFamily="18" charset="0"/>
                                                    </a:rPr>
                                                  </m:ctrlPr>
                                                </m:sSupPr>
                                                <m:e>
                                                  <m:r>
                                                    <a:rPr lang="ar-AE" b="1">
                                                      <a:latin typeface="Cambria Math" panose="02040503050406030204" pitchFamily="18" charset="0"/>
                                                    </a:rPr>
                                                    <m:t>𝐡</m:t>
                                                  </m:r>
                                                </m:e>
                                                <m:sup>
                                                  <m:d>
                                                    <m:dPr>
                                                      <m:ctrlPr>
                                                        <a:rPr lang="ar-AE" b="1" i="1">
                                                          <a:latin typeface="Cambria Math" panose="02040503050406030204" pitchFamily="18" charset="0"/>
                                                        </a:rPr>
                                                      </m:ctrlPr>
                                                    </m:dPr>
                                                    <m:e>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e>
                                                  </m:d>
                                                </m:sup>
                                              </m:sSup>
                                            </m:den>
                                          </m:f>
                                        </m:e>
                                      </m:d>
                                    </m:num>
                                    <m:den>
                                      <m:d>
                                        <m:dPr>
                                          <m:begChr m:val="∥"/>
                                          <m:endChr m:val="∥"/>
                                          <m:ctrlPr>
                                            <a:rPr lang="ar-AE" i="1">
                                              <a:latin typeface="Cambria Math" panose="02040503050406030204" pitchFamily="18" charset="0"/>
                                            </a:rPr>
                                          </m:ctrlPr>
                                        </m:dPr>
                                        <m:e>
                                          <m:sSub>
                                            <m:sSubPr>
                                              <m:ctrlPr>
                                                <a:rPr lang="ar-AE" i="1">
                                                  <a:latin typeface="Cambria Math" panose="02040503050406030204" pitchFamily="18" charset="0"/>
                                                </a:rPr>
                                              </m:ctrlPr>
                                            </m:sSubPr>
                                            <m:e>
                                              <m:r>
                                                <m:rPr>
                                                  <m:sty m:val="p"/>
                                                </m:rPr>
                                                <a:rPr lang="ar-AE">
                                                  <a:latin typeface="Cambria Math" panose="02040503050406030204" pitchFamily="18" charset="0"/>
                                                </a:rPr>
                                                <m:t>∇</m:t>
                                              </m:r>
                                            </m:e>
                                            <m:sub>
                                              <m:sSup>
                                                <m:sSupPr>
                                                  <m:ctrlPr>
                                                    <a:rPr lang="ar-AE" i="1">
                                                      <a:latin typeface="Cambria Math" panose="02040503050406030204" pitchFamily="18" charset="0"/>
                                                    </a:rPr>
                                                  </m:ctrlPr>
                                                </m:sSupPr>
                                                <m:e>
                                                  <m:r>
                                                    <a:rPr lang="ar-AE" b="1">
                                                      <a:latin typeface="Cambria Math" panose="02040503050406030204" pitchFamily="18" charset="0"/>
                                                    </a:rPr>
                                                    <m:t>𝐡</m:t>
                                                  </m:r>
                                                </m:e>
                                                <m:sup>
                                                  <m:d>
                                                    <m:dPr>
                                                      <m:ctrlPr>
                                                        <a:rPr lang="ar-AE" b="1" i="1">
                                                          <a:latin typeface="Cambria Math" panose="02040503050406030204" pitchFamily="18" charset="0"/>
                                                        </a:rPr>
                                                      </m:ctrlPr>
                                                    </m:dPr>
                                                    <m:e>
                                                      <m:r>
                                                        <a:rPr lang="ar-AE" i="1">
                                                          <a:latin typeface="Cambria Math" panose="02040503050406030204" pitchFamily="18" charset="0"/>
                                                        </a:rPr>
                                                        <m:t>𝑡</m:t>
                                                      </m:r>
                                                    </m:e>
                                                  </m:d>
                                                </m:sup>
                                              </m:sSup>
                                            </m:sub>
                                          </m:sSub>
                                          <m:r>
                                            <a:rPr lang="ar-AE" i="1">
                                              <a:latin typeface="Cambria Math" panose="02040503050406030204" pitchFamily="18" charset="0"/>
                                            </a:rPr>
                                            <m:t>𝐿</m:t>
                                          </m:r>
                                        </m:e>
                                      </m:d>
                                    </m:den>
                                  </m:f>
                                  <m:r>
                                    <a:rPr lang="ar-AE">
                                      <a:latin typeface="Cambria Math" panose="02040503050406030204" pitchFamily="18" charset="0"/>
                                    </a:rPr>
                                    <m:t>−</m:t>
                                  </m:r>
                                  <m:r>
                                    <a:rPr lang="ar-AE">
                                      <a:latin typeface="Cambria Math" panose="02040503050406030204" pitchFamily="18" charset="0"/>
                                    </a:rPr>
                                    <m:t>1</m:t>
                                  </m:r>
                                </m:e>
                              </m:d>
                            </m:e>
                            <m:sup>
                              <m:r>
                                <a:rPr lang="ar-AE">
                                  <a:latin typeface="Cambria Math" panose="02040503050406030204" pitchFamily="18" charset="0"/>
                                </a:rPr>
                                <m:t>2</m:t>
                              </m:r>
                            </m:sup>
                          </m:sSup>
                        </m:e>
                      </m:nary>
                    </m:oMath>
                  </m:oMathPara>
                </a14:m>
                <a:endParaRPr lang="ar-AE" b="0" dirty="0"/>
              </a:p>
              <a:p>
                <a:pPr algn="just"/>
                <a:r>
                  <a:rPr lang="en-US" dirty="0"/>
                  <a:t>Approximated by treating back-propagated gradients as constants when computing its gradient </a:t>
                </a:r>
                <a:r>
                  <a:rPr lang="en-US" dirty="0" err="1"/>
                  <a:t>w.r.t.</a:t>
                </a:r>
                <a:r>
                  <a:rPr lang="en-US" dirty="0"/>
                  <a:t> parameters.)</a:t>
                </a:r>
              </a:p>
              <a:p>
                <a:pPr algn="just"/>
                <a:r>
                  <a:rPr lang="en-US" dirty="0"/>
                  <a:t>Combined with norm clipping (to control the resulting near-explosion dynamics), this significantly extends the range of learnable dependencies.</a:t>
                </a:r>
              </a:p>
              <a:p>
                <a:pPr algn="just"/>
                <a:r>
                  <a:rPr lang="en-US" dirty="0"/>
                  <a:t> It keeps RNN dynamics near the "edge of explosion," making clipping essential—without it, training fails.</a:t>
                </a:r>
              </a:p>
              <a:p>
                <a:pPr algn="just"/>
                <a:endParaRPr lang="en-IN" dirty="0"/>
              </a:p>
            </p:txBody>
          </p:sp>
        </mc:Choice>
        <mc:Fallback xmlns="">
          <p:sp>
            <p:nvSpPr>
              <p:cNvPr id="3" name="Content Placeholder 2">
                <a:extLst>
                  <a:ext uri="{FF2B5EF4-FFF2-40B4-BE49-F238E27FC236}">
                    <a16:creationId xmlns:a16="http://schemas.microsoft.com/office/drawing/2014/main" id="{5BC39629-FD6B-7AEA-7611-460D6E99F760}"/>
                  </a:ext>
                </a:extLst>
              </p:cNvPr>
              <p:cNvSpPr>
                <a:spLocks noGrp="1" noRot="1" noChangeAspect="1" noMove="1" noResize="1" noEditPoints="1" noAdjustHandles="1" noChangeArrowheads="1" noChangeShapeType="1" noTextEdit="1"/>
              </p:cNvSpPr>
              <p:nvPr>
                <p:ph idx="1"/>
              </p:nvPr>
            </p:nvSpPr>
            <p:spPr>
              <a:xfrm>
                <a:off x="1025842" y="1366345"/>
                <a:ext cx="10201275" cy="4759925"/>
              </a:xfrm>
              <a:blipFill>
                <a:blip r:embed="rId2"/>
                <a:stretch>
                  <a:fillRect l="-1673" t="-1793" r="-2509"/>
                </a:stretch>
              </a:blipFill>
            </p:spPr>
            <p:txBody>
              <a:bodyPr/>
              <a:lstStyle/>
              <a:p>
                <a:r>
                  <a:rPr lang="en-IN">
                    <a:noFill/>
                  </a:rPr>
                  <a:t> </a:t>
                </a:r>
              </a:p>
            </p:txBody>
          </p:sp>
        </mc:Fallback>
      </mc:AlternateContent>
    </p:spTree>
    <p:extLst>
      <p:ext uri="{BB962C8B-B14F-4D97-AF65-F5344CB8AC3E}">
        <p14:creationId xmlns:p14="http://schemas.microsoft.com/office/powerpoint/2010/main" val="186346893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33ED5-D3F3-AF7D-415E-F12806612C68}"/>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CF626B42-83C5-C531-99BA-3D352697C745}"/>
              </a:ext>
            </a:extLst>
          </p:cNvPr>
          <p:cNvSpPr>
            <a:spLocks noGrp="1"/>
          </p:cNvSpPr>
          <p:nvPr>
            <p:ph idx="1"/>
          </p:nvPr>
        </p:nvSpPr>
        <p:spPr>
          <a:xfrm>
            <a:off x="1025842" y="1481959"/>
            <a:ext cx="10201275" cy="4644311"/>
          </a:xfrm>
        </p:spPr>
        <p:txBody>
          <a:bodyPr/>
          <a:lstStyle/>
          <a:p>
            <a:r>
              <a:rPr lang="en-US" b="1" dirty="0"/>
              <a:t>Limitations</a:t>
            </a:r>
            <a:r>
              <a:rPr lang="en-US" dirty="0"/>
              <a:t>: This is less effective than LSTMs/GRUs when data is abundant (e.g., language modeling). </a:t>
            </a:r>
          </a:p>
          <a:p>
            <a:r>
              <a:rPr lang="en-US" dirty="0"/>
              <a:t>Architectural changes that make information flow easy often outperform optimization tweaks alone.</a:t>
            </a:r>
          </a:p>
          <a:p>
            <a:r>
              <a:rPr lang="en-US" b="1" dirty="0"/>
              <a:t>Summary</a:t>
            </a:r>
          </a:p>
          <a:p>
            <a:r>
              <a:rPr lang="en-US" dirty="0"/>
              <a:t>Targeted heuristics (clipping + regularization) help, but designing models with natural gradient pathways (gated units, proper initialization, orthogonal weights) is usually more powerful.</a:t>
            </a:r>
          </a:p>
          <a:p>
            <a:r>
              <a:rPr lang="en-US" dirty="0"/>
              <a:t> Second-order ideas are insightful but rarely used today in this context.</a:t>
            </a:r>
          </a:p>
          <a:p>
            <a:endParaRPr lang="en-IN" dirty="0"/>
          </a:p>
        </p:txBody>
      </p:sp>
    </p:spTree>
    <p:extLst>
      <p:ext uri="{BB962C8B-B14F-4D97-AF65-F5344CB8AC3E}">
        <p14:creationId xmlns:p14="http://schemas.microsoft.com/office/powerpoint/2010/main" val="20793695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D2232-EE52-A1BC-92C0-5153F9305FC9}"/>
              </a:ext>
            </a:extLst>
          </p:cNvPr>
          <p:cNvSpPr>
            <a:spLocks noGrp="1"/>
          </p:cNvSpPr>
          <p:nvPr>
            <p:ph type="title"/>
          </p:nvPr>
        </p:nvSpPr>
        <p:spPr/>
        <p:txBody>
          <a:bodyPr>
            <a:normAutofit fontScale="90000"/>
          </a:bodyPr>
          <a:lstStyle/>
          <a:p>
            <a:r>
              <a:rPr lang="en-IN" dirty="0"/>
              <a:t>Explicit Memory</a:t>
            </a:r>
          </a:p>
        </p:txBody>
      </p:sp>
      <p:sp>
        <p:nvSpPr>
          <p:cNvPr id="3" name="Content Placeholder 2">
            <a:extLst>
              <a:ext uri="{FF2B5EF4-FFF2-40B4-BE49-F238E27FC236}">
                <a16:creationId xmlns:a16="http://schemas.microsoft.com/office/drawing/2014/main" id="{5667E057-F9FD-9E30-B306-D695F4D0DEB5}"/>
              </a:ext>
            </a:extLst>
          </p:cNvPr>
          <p:cNvSpPr>
            <a:spLocks noGrp="1"/>
          </p:cNvSpPr>
          <p:nvPr>
            <p:ph idx="1"/>
          </p:nvPr>
        </p:nvSpPr>
        <p:spPr>
          <a:xfrm>
            <a:off x="767255" y="1545021"/>
            <a:ext cx="10459862" cy="4581249"/>
          </a:xfrm>
        </p:spPr>
        <p:txBody>
          <a:bodyPr/>
          <a:lstStyle/>
          <a:p>
            <a:pPr algn="just"/>
            <a:r>
              <a:rPr lang="en-US" dirty="0"/>
              <a:t>Standard neural networks (including RNNs and LSTMs) store knowledge implicitly in distributed weights.</a:t>
            </a:r>
          </a:p>
          <a:p>
            <a:pPr algn="just"/>
            <a:r>
              <a:rPr lang="en-US" dirty="0"/>
              <a:t> This works well for subconscious/implicit skills (e.g., pattern recognition) but struggles with </a:t>
            </a:r>
            <a:r>
              <a:rPr lang="en-US" b="1" dirty="0"/>
              <a:t>explicit, declarative knowledge</a:t>
            </a:r>
            <a:r>
              <a:rPr lang="en-US" dirty="0"/>
              <a:t> (e.g., specific facts like "the meeting is at 3 PM" or rapid, precise storage/retrieval).</a:t>
            </a:r>
          </a:p>
          <a:p>
            <a:pPr algn="just"/>
            <a:r>
              <a:rPr lang="en-US" dirty="0"/>
              <a:t> SGD requires many repeated presentations to store a fact accurately, and interference can corrupt it.</a:t>
            </a:r>
          </a:p>
          <a:p>
            <a:pPr algn="just"/>
            <a:r>
              <a:rPr lang="en-US" dirty="0"/>
              <a:t>Humans use a "working memory" system for deliberate, goal-directed manipulation of information, enabling step-by-step reasoning .</a:t>
            </a:r>
          </a:p>
          <a:p>
            <a:pPr algn="just"/>
            <a:r>
              <a:rPr lang="en-US" dirty="0"/>
              <a:t> Neural networks historically lacked an analogous mechanism, limiting their ability to perform algorithmic tasks or store/reason over discrete facts.</a:t>
            </a:r>
          </a:p>
          <a:p>
            <a:pPr algn="just"/>
            <a:endParaRPr lang="en-IN" dirty="0"/>
          </a:p>
        </p:txBody>
      </p:sp>
    </p:spTree>
    <p:extLst>
      <p:ext uri="{BB962C8B-B14F-4D97-AF65-F5344CB8AC3E}">
        <p14:creationId xmlns:p14="http://schemas.microsoft.com/office/powerpoint/2010/main" val="68452193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1DC29-1AC5-033D-75CC-25E3317800FA}"/>
              </a:ext>
            </a:extLst>
          </p:cNvPr>
          <p:cNvSpPr>
            <a:spLocks noGrp="1"/>
          </p:cNvSpPr>
          <p:nvPr>
            <p:ph type="title"/>
          </p:nvPr>
        </p:nvSpPr>
        <p:spPr/>
        <p:txBody>
          <a:bodyPr>
            <a:normAutofit fontScale="90000"/>
          </a:bodyPr>
          <a:lstStyle/>
          <a:p>
            <a:endParaRPr lang="en-IN"/>
          </a:p>
        </p:txBody>
      </p:sp>
      <p:pic>
        <p:nvPicPr>
          <p:cNvPr id="5" name="Content Placeholder 4">
            <a:extLst>
              <a:ext uri="{FF2B5EF4-FFF2-40B4-BE49-F238E27FC236}">
                <a16:creationId xmlns:a16="http://schemas.microsoft.com/office/drawing/2014/main" id="{2FB18E67-779E-8E9E-7749-A4EC1BE47E8D}"/>
              </a:ext>
            </a:extLst>
          </p:cNvPr>
          <p:cNvPicPr>
            <a:picLocks noGrp="1" noChangeAspect="1"/>
          </p:cNvPicPr>
          <p:nvPr>
            <p:ph idx="1"/>
          </p:nvPr>
        </p:nvPicPr>
        <p:blipFill>
          <a:blip r:embed="rId2"/>
          <a:stretch>
            <a:fillRect/>
          </a:stretch>
        </p:blipFill>
        <p:spPr>
          <a:xfrm>
            <a:off x="3320449" y="1912882"/>
            <a:ext cx="5551101" cy="4213541"/>
          </a:xfrm>
          <a:prstGeom prst="rect">
            <a:avLst/>
          </a:prstGeom>
        </p:spPr>
      </p:pic>
    </p:spTree>
    <p:extLst>
      <p:ext uri="{BB962C8B-B14F-4D97-AF65-F5344CB8AC3E}">
        <p14:creationId xmlns:p14="http://schemas.microsoft.com/office/powerpoint/2010/main" val="249546029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5B926-F183-9146-8C72-BE5F6627368B}"/>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3DC8FA9B-D6D6-6A1F-FBEA-8E45B50EE142}"/>
              </a:ext>
            </a:extLst>
          </p:cNvPr>
          <p:cNvSpPr>
            <a:spLocks noGrp="1"/>
          </p:cNvSpPr>
          <p:nvPr>
            <p:ph idx="1"/>
          </p:nvPr>
        </p:nvSpPr>
        <p:spPr>
          <a:xfrm>
            <a:off x="735724" y="1450428"/>
            <a:ext cx="10491393" cy="4675842"/>
          </a:xfrm>
        </p:spPr>
        <p:txBody>
          <a:bodyPr>
            <a:normAutofit fontScale="92500" lnSpcReduction="20000"/>
          </a:bodyPr>
          <a:lstStyle/>
          <a:p>
            <a:r>
              <a:rPr lang="en-US" b="1" dirty="0"/>
              <a:t>Memory Networks and Neural Turing Machines (NTMs)</a:t>
            </a:r>
          </a:p>
          <a:p>
            <a:r>
              <a:rPr lang="en-US" b="1" dirty="0"/>
              <a:t>Memory Networks</a:t>
            </a:r>
            <a:r>
              <a:rPr lang="en-US" dirty="0"/>
              <a:t> : Introduce a set of memory cells with an addressing mechanism for read/write. Early versions required supervision on memory usage.</a:t>
            </a:r>
          </a:p>
          <a:p>
            <a:r>
              <a:rPr lang="en-US" b="1" dirty="0"/>
              <a:t>Neural Turing Machines</a:t>
            </a:r>
            <a:r>
              <a:rPr lang="en-US" dirty="0"/>
              <a:t> : Extend this to fully differentiable, end-to-end trainable systems. An NTM couples a neural network "controller" (often an RNN/LSTM) with an external memory bank.</a:t>
            </a:r>
          </a:p>
          <a:p>
            <a:r>
              <a:rPr lang="en-US" dirty="0"/>
              <a:t> The controller learns to read from and write to memory via attentional processes—no explicit supervision on addressing is needed.</a:t>
            </a:r>
          </a:p>
          <a:p>
            <a:r>
              <a:rPr lang="en-US" dirty="0"/>
              <a:t>The architecture:</a:t>
            </a:r>
          </a:p>
          <a:p>
            <a:r>
              <a:rPr lang="en-US" b="1" dirty="0"/>
              <a:t>Controller</a:t>
            </a:r>
            <a:r>
              <a:rPr lang="en-US" dirty="0"/>
              <a:t> (task network, bottom): Processes inputs/outputs, typically recurrent.</a:t>
            </a:r>
          </a:p>
          <a:p>
            <a:r>
              <a:rPr lang="en-US" b="1" dirty="0"/>
              <a:t>Memory</a:t>
            </a:r>
            <a:r>
              <a:rPr lang="en-US" dirty="0"/>
              <a:t>: A matrix of vectors (not scalars).</a:t>
            </a:r>
          </a:p>
          <a:p>
            <a:r>
              <a:rPr lang="en-US" b="1" dirty="0"/>
              <a:t>Read/Write Heads</a:t>
            </a:r>
            <a:r>
              <a:rPr lang="en-US" dirty="0"/>
              <a:t>: Learn soft attentional mechanisms to decide </a:t>
            </a:r>
            <a:r>
              <a:rPr lang="en-US" i="1" dirty="0"/>
              <a:t>where</a:t>
            </a:r>
            <a:r>
              <a:rPr lang="en-US" dirty="0"/>
              <a:t> and </a:t>
            </a:r>
            <a:r>
              <a:rPr lang="en-US" i="1" dirty="0"/>
              <a:t>what</a:t>
            </a:r>
            <a:r>
              <a:rPr lang="en-US" dirty="0"/>
              <a:t> to read/write (bold arrows in the figure).</a:t>
            </a:r>
          </a:p>
          <a:p>
            <a:endParaRPr lang="en-IN" dirty="0"/>
          </a:p>
        </p:txBody>
      </p:sp>
    </p:spTree>
    <p:extLst>
      <p:ext uri="{BB962C8B-B14F-4D97-AF65-F5344CB8AC3E}">
        <p14:creationId xmlns:p14="http://schemas.microsoft.com/office/powerpoint/2010/main" val="70851189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9B499-DC96-B772-4064-91DFD5F1C395}"/>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BD1D1039-5B3D-2A4A-6597-300DB1B4B3A7}"/>
              </a:ext>
            </a:extLst>
          </p:cNvPr>
          <p:cNvSpPr>
            <a:spLocks noGrp="1"/>
          </p:cNvSpPr>
          <p:nvPr>
            <p:ph idx="1"/>
          </p:nvPr>
        </p:nvSpPr>
        <p:spPr>
          <a:xfrm>
            <a:off x="872359" y="1481959"/>
            <a:ext cx="10983310" cy="4656082"/>
          </a:xfrm>
        </p:spPr>
        <p:txBody>
          <a:bodyPr>
            <a:normAutofit fontScale="92500"/>
          </a:bodyPr>
          <a:lstStyle/>
          <a:p>
            <a:r>
              <a:rPr lang="en-US" b="1" dirty="0"/>
              <a:t>Key Design Choices for Differentiability and Optimization</a:t>
            </a:r>
            <a:r>
              <a:rPr lang="en-US" dirty="0"/>
              <a:t>:</a:t>
            </a:r>
          </a:p>
          <a:p>
            <a:r>
              <a:rPr lang="en-US" b="1" dirty="0"/>
              <a:t>Soft/Blurry Addressing</a:t>
            </a:r>
            <a:r>
              <a:rPr lang="en-US" dirty="0"/>
              <a:t> (instead of hard discrete addresses): Read/write interacts with </a:t>
            </a:r>
            <a:r>
              <a:rPr lang="en-US" i="1" dirty="0"/>
              <a:t>many</a:t>
            </a:r>
            <a:r>
              <a:rPr lang="en-US" dirty="0"/>
              <a:t> cells simultaneously via weighted averages (reading) or differential updates (writing). Weights come from </a:t>
            </a:r>
            <a:r>
              <a:rPr lang="en-US" dirty="0" err="1"/>
              <a:t>softmax</a:t>
            </a:r>
            <a:r>
              <a:rPr lang="en-US" dirty="0"/>
              <a:t> over attention scores, focusing on a few cells while remaining differentiable. Gradients are large only for heavily weighted locations.</a:t>
            </a:r>
          </a:p>
          <a:p>
            <a:r>
              <a:rPr lang="en-US" b="1" dirty="0"/>
              <a:t>Vector-valued memory cells</a:t>
            </a:r>
            <a:r>
              <a:rPr lang="en-US" dirty="0"/>
              <a:t>:</a:t>
            </a:r>
          </a:p>
          <a:p>
            <a:pPr lvl="1"/>
            <a:r>
              <a:rPr lang="en-US" dirty="0"/>
              <a:t>Offsets the cost of accessing many cells (vectors pack more information).</a:t>
            </a:r>
          </a:p>
          <a:p>
            <a:pPr lvl="1"/>
            <a:r>
              <a:rPr lang="en-US" dirty="0"/>
              <a:t>Enables </a:t>
            </a:r>
            <a:r>
              <a:rPr lang="en-US" b="1" dirty="0"/>
              <a:t>content-based addressing</a:t>
            </a:r>
            <a:r>
              <a:rPr lang="en-US" dirty="0"/>
              <a:t>: Retrieve based on similarity to a query vector (e.g., recall full lyrics from a snippet of a chorus). This contrasts with pure </a:t>
            </a:r>
            <a:r>
              <a:rPr lang="en-US" b="1" dirty="0"/>
              <a:t>location-based addressing</a:t>
            </a:r>
            <a:r>
              <a:rPr lang="en-US" dirty="0"/>
              <a:t> (fixed slot like "347").</a:t>
            </a:r>
          </a:p>
          <a:p>
            <a:r>
              <a:rPr lang="en-US" b="1" dirty="0"/>
              <a:t>Copy vs. Forget</a:t>
            </a:r>
            <a:r>
              <a:rPr lang="en-US" dirty="0"/>
              <a:t>: If a cell's content is mostly copied (not erased) across steps, information and gradients propagate stably over very long durations without vanishing/exploding.</a:t>
            </a:r>
          </a:p>
          <a:p>
            <a:endParaRPr lang="en-IN" dirty="0"/>
          </a:p>
        </p:txBody>
      </p:sp>
    </p:spTree>
    <p:extLst>
      <p:ext uri="{BB962C8B-B14F-4D97-AF65-F5344CB8AC3E}">
        <p14:creationId xmlns:p14="http://schemas.microsoft.com/office/powerpoint/2010/main" val="208982491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1C904-9046-373C-5DCB-F01625C01E71}"/>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48BA0164-2245-ACD3-5086-2805961376F9}"/>
              </a:ext>
            </a:extLst>
          </p:cNvPr>
          <p:cNvSpPr>
            <a:spLocks noGrp="1"/>
          </p:cNvSpPr>
          <p:nvPr>
            <p:ph idx="1"/>
          </p:nvPr>
        </p:nvSpPr>
        <p:spPr>
          <a:xfrm>
            <a:off x="1025842" y="1408386"/>
            <a:ext cx="10201275" cy="4717884"/>
          </a:xfrm>
        </p:spPr>
        <p:txBody>
          <a:bodyPr>
            <a:normAutofit/>
          </a:bodyPr>
          <a:lstStyle/>
          <a:p>
            <a:r>
              <a:rPr lang="en-US" dirty="0"/>
              <a:t>Addressing is closely related to the attention mechanism (</a:t>
            </a:r>
            <a:r>
              <a:rPr lang="en-US" dirty="0" err="1"/>
              <a:t>Bahdanau</a:t>
            </a:r>
            <a:r>
              <a:rPr lang="en-US" dirty="0"/>
              <a:t> et al., 2015; also used in machine translation and handwriting synthesis).</a:t>
            </a:r>
          </a:p>
          <a:p>
            <a:r>
              <a:rPr lang="en-US" dirty="0"/>
              <a:t> In NTMs/memory networks, attention can jump arbitrarily; in some generative tasks, it is more constrained.</a:t>
            </a:r>
          </a:p>
          <a:p>
            <a:r>
              <a:rPr lang="en-US" b="1" dirty="0"/>
              <a:t>Advantages and Alternatives</a:t>
            </a:r>
          </a:p>
          <a:p>
            <a:r>
              <a:rPr lang="en-US" dirty="0"/>
              <a:t>Explicit memory allows rapid, one-shot storage/retrieval and enables learning simple algorithms (copying, sorting, associative recall) from examples—tasks difficult for plain RNNs/LSTMs.</a:t>
            </a:r>
          </a:p>
          <a:p>
            <a:r>
              <a:rPr lang="en-US" dirty="0"/>
              <a:t>Information propagates reliably because memory acts like a stable "tape."</a:t>
            </a:r>
          </a:p>
          <a:p>
            <a:endParaRPr lang="en-IN" dirty="0"/>
          </a:p>
        </p:txBody>
      </p:sp>
    </p:spTree>
    <p:extLst>
      <p:ext uri="{BB962C8B-B14F-4D97-AF65-F5344CB8AC3E}">
        <p14:creationId xmlns:p14="http://schemas.microsoft.com/office/powerpoint/2010/main" val="317253412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05078-B40B-9FD2-E276-25DEDC720894}"/>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75C4D035-FE93-5B5F-F147-B22853EC80F4}"/>
              </a:ext>
            </a:extLst>
          </p:cNvPr>
          <p:cNvSpPr>
            <a:spLocks noGrp="1"/>
          </p:cNvSpPr>
          <p:nvPr>
            <p:ph idx="1"/>
          </p:nvPr>
        </p:nvSpPr>
        <p:spPr>
          <a:xfrm>
            <a:off x="809297" y="1345324"/>
            <a:ext cx="10417820" cy="4780946"/>
          </a:xfrm>
        </p:spPr>
        <p:txBody>
          <a:bodyPr/>
          <a:lstStyle/>
          <a:p>
            <a:r>
              <a:rPr lang="en-US" b="1" dirty="0"/>
              <a:t>Alternative: </a:t>
            </a:r>
            <a:r>
              <a:rPr lang="en-US" dirty="0"/>
              <a:t>Stochastic reading (interpret weights as probabilities and sample one cell; Zaremba and </a:t>
            </a:r>
            <a:r>
              <a:rPr lang="en-US" dirty="0" err="1"/>
              <a:t>Sutskever</a:t>
            </a:r>
            <a:r>
              <a:rPr lang="en-US" dirty="0"/>
              <a:t>, 2015</a:t>
            </a:r>
            <a:r>
              <a:rPr lang="en-US"/>
              <a:t>). </a:t>
            </a:r>
          </a:p>
          <a:p>
            <a:r>
              <a:rPr lang="en-US"/>
              <a:t>This </a:t>
            </a:r>
            <a:r>
              <a:rPr lang="en-US" dirty="0"/>
              <a:t>is harder to optimize (requires reinforcement learning-style methods for discrete choices; see section 20.9.1) compared to deterministic soft attention.</a:t>
            </a:r>
          </a:p>
          <a:p>
            <a:r>
              <a:rPr lang="en-US" dirty="0"/>
              <a:t>Later variants (e.g., Differentiable Neural Computers, end-to-end memory networks) built on these ideas, with soft attention becoming standard (Sukhbaatar et al., 2015; </a:t>
            </a:r>
            <a:r>
              <a:rPr lang="en-US" dirty="0" err="1"/>
              <a:t>Joulin</a:t>
            </a:r>
            <a:r>
              <a:rPr lang="en-US" dirty="0"/>
              <a:t> and </a:t>
            </a:r>
            <a:r>
              <a:rPr lang="en-US" dirty="0" err="1"/>
              <a:t>Mikolov</a:t>
            </a:r>
            <a:r>
              <a:rPr lang="en-US" dirty="0"/>
              <a:t>, 2015; etc.).</a:t>
            </a:r>
          </a:p>
          <a:p>
            <a:endParaRPr lang="en-IN" dirty="0"/>
          </a:p>
        </p:txBody>
      </p:sp>
    </p:spTree>
    <p:extLst>
      <p:ext uri="{BB962C8B-B14F-4D97-AF65-F5344CB8AC3E}">
        <p14:creationId xmlns:p14="http://schemas.microsoft.com/office/powerpoint/2010/main" val="1586578768"/>
      </p:ext>
    </p:extLst>
  </p:cSld>
  <p:clrMapOvr>
    <a:masterClrMapping/>
  </p:clrMapOvr>
</p:sld>
</file>

<file path=ppt/theme/theme1.xml><?xml version="1.0" encoding="utf-8"?>
<a:theme xmlns:a="http://schemas.openxmlformats.org/drawingml/2006/main" name="Retrospec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9D9A2368AF1418CA9A4BDBEB848A7" ma:contentTypeVersion="3" ma:contentTypeDescription="Create a new document." ma:contentTypeScope="" ma:versionID="ed4482c8128c479f1c7ed524388f5946">
  <xsd:schema xmlns:xsd="http://www.w3.org/2001/XMLSchema" xmlns:xs="http://www.w3.org/2001/XMLSchema" xmlns:p="http://schemas.microsoft.com/office/2006/metadata/properties" xmlns:ns2="ae805b06-2a12-48cc-9df9-71e0a5172f32" targetNamespace="http://schemas.microsoft.com/office/2006/metadata/properties" ma:root="true" ma:fieldsID="2b049cf2964ab8f6ee39770229980d91" ns2:_="">
    <xsd:import namespace="ae805b06-2a12-48cc-9df9-71e0a5172f32"/>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805b06-2a12-48cc-9df9-71e0a5172f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40CD579-9676-4A90-B0F2-44E0EEDA735E}">
  <ds:schemaRefs>
    <ds:schemaRef ds:uri="http://schemas.microsoft.com/sharepoint/v3/contenttype/forms"/>
  </ds:schemaRefs>
</ds:datastoreItem>
</file>

<file path=customXml/itemProps2.xml><?xml version="1.0" encoding="utf-8"?>
<ds:datastoreItem xmlns:ds="http://schemas.openxmlformats.org/officeDocument/2006/customXml" ds:itemID="{5C5EFE2F-0913-4F3C-BA5F-85104D050042}">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47B30A0E-36C6-4334-AE84-5C5D47162F9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e805b06-2a12-48cc-9df9-71e0a5172f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Retrospect</Template>
  <TotalTime>9675</TotalTime>
  <Words>6968</Words>
  <Application>Microsoft Office PowerPoint</Application>
  <PresentationFormat>Widescreen</PresentationFormat>
  <Paragraphs>878</Paragraphs>
  <Slides>117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117</vt:i4>
      </vt:variant>
    </vt:vector>
  </HeadingPairs>
  <TitlesOfParts>
    <vt:vector size="124" baseType="lpstr">
      <vt:lpstr>Arial</vt:lpstr>
      <vt:lpstr>Calibri</vt:lpstr>
      <vt:lpstr>Calibri Light</vt:lpstr>
      <vt:lpstr>Cambria Math</vt:lpstr>
      <vt:lpstr>Courier New</vt:lpstr>
      <vt:lpstr>Nunito</vt:lpstr>
      <vt:lpstr>Retrospect</vt:lpstr>
      <vt:lpstr>Module 5</vt:lpstr>
      <vt:lpstr>Long-Term Dependencies </vt:lpstr>
      <vt:lpstr>PowerPoint Presentation</vt:lpstr>
      <vt:lpstr>Problem with Long-Term Dependencies in RNN</vt:lpstr>
      <vt:lpstr>Solutions</vt:lpstr>
      <vt:lpstr>PowerPoint Presentation</vt:lpstr>
      <vt:lpstr>Echo State Networks ( ESN)</vt:lpstr>
      <vt:lpstr>PowerPoint Presentation</vt:lpstr>
      <vt:lpstr>PowerPoint Presentation</vt:lpstr>
      <vt:lpstr>PowerPoint Presentation</vt:lpstr>
      <vt:lpstr>Concepts of Echo-State Networks</vt:lpstr>
      <vt:lpstr>PowerPoint Presentation</vt:lpstr>
      <vt:lpstr>PowerPoint Presentation</vt:lpstr>
      <vt:lpstr>Architecture of Echo State Network</vt:lpstr>
      <vt:lpstr>Architecture of Echo State Network</vt:lpstr>
      <vt:lpstr>PowerPoint Presentation</vt:lpstr>
      <vt:lpstr>PowerPoint Presentation</vt:lpstr>
      <vt:lpstr>PowerPoint Presentation</vt:lpstr>
      <vt:lpstr>Working of Echo State Network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Long Short-Term Memory</vt:lpstr>
      <vt:lpstr>PowerPoint Presentation</vt:lpstr>
      <vt:lpstr>PowerPoint Presentation</vt:lpstr>
      <vt:lpstr>PowerPoint Presentation</vt:lpstr>
      <vt:lpstr>LSTM Architecture</vt:lpstr>
      <vt:lpstr>Working of LSTM</vt:lpstr>
      <vt:lpstr>PowerPoint Presentation</vt:lpstr>
      <vt:lpstr>PowerPoint Presentation</vt:lpstr>
      <vt:lpstr>PowerPoint Presentation</vt:lpstr>
      <vt:lpstr>PowerPoint Presentation</vt:lpstr>
      <vt:lpstr>PowerPoint Presentation</vt:lpstr>
      <vt:lpstr>PowerPoint Presentation</vt:lpstr>
      <vt:lpstr>Intuition of Gates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Gated Recurrent Unit Networks</vt:lpstr>
      <vt:lpst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Other Gated RNNS</vt:lpstr>
      <vt:lpstr>Peephole Architecture</vt:lpstr>
      <vt:lpstr>PowerPoint Presentation</vt:lpstr>
      <vt:lpstr>PowerPoint Presentation</vt:lpstr>
      <vt:lpstr>Mathematical Formulation</vt:lpstr>
      <vt:lpstr>PowerPoint Presentation</vt:lpstr>
      <vt:lpstr>PowerPoint Presentation</vt:lpstr>
      <vt:lpstr>PowerPoint Presentation</vt:lpstr>
      <vt:lpstr>PowerPoint Presentation</vt:lpstr>
      <vt:lpstr>PowerPoint Presentation</vt:lpstr>
      <vt:lpstr>PowerPoint Presentation</vt:lpstr>
      <vt:lpstr>Minimal Gated Unit (MGU)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Update Gate RNN (UGRNN)</vt:lpstr>
      <vt:lpstr>PowerPoint Presentation</vt:lpstr>
      <vt:lpstr>PowerPoint Presentation</vt:lpstr>
      <vt:lpstr>PowerPoint Presentation</vt:lpstr>
      <vt:lpstr>PowerPoint Presentation</vt:lpstr>
      <vt:lpstr>PowerPoint Presentation</vt:lpstr>
      <vt:lpstr>Delta-RNN</vt:lpstr>
      <vt:lpstr>PowerPoint Presentation</vt:lpstr>
      <vt:lpstr>PowerPoint Presentation</vt:lpstr>
      <vt:lpstr>PowerPoint Presentation</vt:lpstr>
      <vt:lpstr>PowerPoint Presentation</vt:lpstr>
      <vt:lpstr>PowerPoint Presentation</vt:lpstr>
      <vt:lpstr>PowerPoint Presentation</vt:lpstr>
      <vt:lpstr>Optimization for Long-Term Dependencies</vt:lpstr>
      <vt:lpstr>PowerPoint Presentation</vt:lpstr>
      <vt:lpstr>Gradient Clipping (for Exploding Gradients)</vt:lpstr>
      <vt:lpstr>PowerPoint Presentation</vt:lpstr>
      <vt:lpstr>PowerPoint Presentation</vt:lpstr>
      <vt:lpstr>PowerPoint Presentation</vt:lpstr>
      <vt:lpstr>Regularizing to Encourage Information Flow (for Vanishing Gradients)</vt:lpstr>
      <vt:lpstr>PowerPoint Presentation</vt:lpstr>
      <vt:lpstr>PowerPoint Presentation</vt:lpstr>
      <vt:lpstr>Explicit Memory</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Rajarajeshwari S</dc:creator>
  <cp:lastModifiedBy>Dheetchanya Mohan</cp:lastModifiedBy>
  <cp:revision>7</cp:revision>
  <dcterms:created xsi:type="dcterms:W3CDTF">2025-07-15T13:21:18Z</dcterms:created>
  <dcterms:modified xsi:type="dcterms:W3CDTF">2026-04-25T13:25:13Z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0x01010079F9D9A2368AF1418CA9A4BDBEB848A7</vt:lpwstr>
  </property>
</Properties>
</file>