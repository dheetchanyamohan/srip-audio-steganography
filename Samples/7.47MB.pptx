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4"/>
  </p:sldMasterIdLst>
  <p:notesMasterIdLst>
    <p:notesMasterId r:id="rId207"/>
  </p:notesMasterIdLst>
  <p:sldIdLst>
    <p:sldId id="256" r:id="rId5"/>
    <p:sldId id="257" r:id="rId6"/>
    <p:sldId id="259" r:id="rId7"/>
    <p:sldId id="260" r:id="rId8"/>
    <p:sldId id="261" r:id="rId9"/>
    <p:sldId id="262" r:id="rId10"/>
    <p:sldId id="313" r:id="rId11"/>
    <p:sldId id="269" r:id="rId12"/>
    <p:sldId id="264" r:id="rId13"/>
    <p:sldId id="265" r:id="rId14"/>
    <p:sldId id="267" r:id="rId15"/>
    <p:sldId id="266" r:id="rId16"/>
    <p:sldId id="263" r:id="rId17"/>
    <p:sldId id="270" r:id="rId18"/>
    <p:sldId id="271" r:id="rId19"/>
    <p:sldId id="272" r:id="rId20"/>
    <p:sldId id="273" r:id="rId21"/>
    <p:sldId id="274" r:id="rId22"/>
    <p:sldId id="275" r:id="rId23"/>
    <p:sldId id="276" r:id="rId24"/>
    <p:sldId id="277" r:id="rId25"/>
    <p:sldId id="278" r:id="rId26"/>
    <p:sldId id="279" r:id="rId27"/>
    <p:sldId id="314" r:id="rId28"/>
    <p:sldId id="297" r:id="rId29"/>
    <p:sldId id="280" r:id="rId30"/>
    <p:sldId id="281" r:id="rId31"/>
    <p:sldId id="282" r:id="rId32"/>
    <p:sldId id="283" r:id="rId33"/>
    <p:sldId id="284" r:id="rId34"/>
    <p:sldId id="285" r:id="rId35"/>
    <p:sldId id="286" r:id="rId36"/>
    <p:sldId id="315" r:id="rId37"/>
    <p:sldId id="316" r:id="rId38"/>
    <p:sldId id="287" r:id="rId39"/>
    <p:sldId id="288" r:id="rId40"/>
    <p:sldId id="298" r:id="rId41"/>
    <p:sldId id="299" r:id="rId42"/>
    <p:sldId id="289" r:id="rId43"/>
    <p:sldId id="300" r:id="rId44"/>
    <p:sldId id="301" r:id="rId45"/>
    <p:sldId id="291" r:id="rId46"/>
    <p:sldId id="292" r:id="rId47"/>
    <p:sldId id="293" r:id="rId48"/>
    <p:sldId id="294" r:id="rId49"/>
    <p:sldId id="312" r:id="rId50"/>
    <p:sldId id="367" r:id="rId51"/>
    <p:sldId id="368" r:id="rId52"/>
    <p:sldId id="369" r:id="rId53"/>
    <p:sldId id="370" r:id="rId54"/>
    <p:sldId id="371" r:id="rId55"/>
    <p:sldId id="372" r:id="rId56"/>
    <p:sldId id="373" r:id="rId57"/>
    <p:sldId id="374" r:id="rId58"/>
    <p:sldId id="375" r:id="rId59"/>
    <p:sldId id="376" r:id="rId60"/>
    <p:sldId id="377" r:id="rId61"/>
    <p:sldId id="378" r:id="rId62"/>
    <p:sldId id="379" r:id="rId63"/>
    <p:sldId id="380" r:id="rId64"/>
    <p:sldId id="381" r:id="rId65"/>
    <p:sldId id="382" r:id="rId66"/>
    <p:sldId id="383" r:id="rId67"/>
    <p:sldId id="295" r:id="rId68"/>
    <p:sldId id="302" r:id="rId69"/>
    <p:sldId id="309" r:id="rId70"/>
    <p:sldId id="303" r:id="rId71"/>
    <p:sldId id="310" r:id="rId72"/>
    <p:sldId id="308" r:id="rId73"/>
    <p:sldId id="311" r:id="rId74"/>
    <p:sldId id="304" r:id="rId75"/>
    <p:sldId id="305" r:id="rId76"/>
    <p:sldId id="306" r:id="rId77"/>
    <p:sldId id="307" r:id="rId78"/>
    <p:sldId id="317" r:id="rId79"/>
    <p:sldId id="318" r:id="rId80"/>
    <p:sldId id="319" r:id="rId81"/>
    <p:sldId id="320" r:id="rId82"/>
    <p:sldId id="321" r:id="rId83"/>
    <p:sldId id="324" r:id="rId84"/>
    <p:sldId id="328" r:id="rId85"/>
    <p:sldId id="329" r:id="rId86"/>
    <p:sldId id="330" r:id="rId87"/>
    <p:sldId id="325" r:id="rId88"/>
    <p:sldId id="326" r:id="rId89"/>
    <p:sldId id="336" r:id="rId90"/>
    <p:sldId id="337" r:id="rId91"/>
    <p:sldId id="338" r:id="rId92"/>
    <p:sldId id="339" r:id="rId93"/>
    <p:sldId id="340" r:id="rId94"/>
    <p:sldId id="341" r:id="rId95"/>
    <p:sldId id="342" r:id="rId96"/>
    <p:sldId id="343" r:id="rId97"/>
    <p:sldId id="344" r:id="rId98"/>
    <p:sldId id="345" r:id="rId99"/>
    <p:sldId id="346" r:id="rId100"/>
    <p:sldId id="347" r:id="rId101"/>
    <p:sldId id="348" r:id="rId102"/>
    <p:sldId id="349" r:id="rId103"/>
    <p:sldId id="350" r:id="rId104"/>
    <p:sldId id="351" r:id="rId105"/>
    <p:sldId id="327" r:id="rId106"/>
    <p:sldId id="331" r:id="rId107"/>
    <p:sldId id="332" r:id="rId108"/>
    <p:sldId id="333" r:id="rId109"/>
    <p:sldId id="334" r:id="rId110"/>
    <p:sldId id="335" r:id="rId111"/>
    <p:sldId id="352" r:id="rId112"/>
    <p:sldId id="353" r:id="rId113"/>
    <p:sldId id="354" r:id="rId114"/>
    <p:sldId id="322" r:id="rId115"/>
    <p:sldId id="323" r:id="rId116"/>
    <p:sldId id="356" r:id="rId117"/>
    <p:sldId id="357" r:id="rId118"/>
    <p:sldId id="358" r:id="rId119"/>
    <p:sldId id="359" r:id="rId120"/>
    <p:sldId id="360" r:id="rId121"/>
    <p:sldId id="361" r:id="rId122"/>
    <p:sldId id="362" r:id="rId123"/>
    <p:sldId id="363" r:id="rId124"/>
    <p:sldId id="364" r:id="rId125"/>
    <p:sldId id="365" r:id="rId126"/>
    <p:sldId id="366" r:id="rId127"/>
    <p:sldId id="384" r:id="rId128"/>
    <p:sldId id="385" r:id="rId129"/>
    <p:sldId id="386" r:id="rId130"/>
    <p:sldId id="389" r:id="rId131"/>
    <p:sldId id="387" r:id="rId132"/>
    <p:sldId id="390" r:id="rId133"/>
    <p:sldId id="391" r:id="rId134"/>
    <p:sldId id="392" r:id="rId135"/>
    <p:sldId id="393" r:id="rId136"/>
    <p:sldId id="394" r:id="rId137"/>
    <p:sldId id="395" r:id="rId138"/>
    <p:sldId id="396" r:id="rId139"/>
    <p:sldId id="397" r:id="rId140"/>
    <p:sldId id="398" r:id="rId141"/>
    <p:sldId id="399" r:id="rId142"/>
    <p:sldId id="400" r:id="rId143"/>
    <p:sldId id="401" r:id="rId144"/>
    <p:sldId id="402" r:id="rId145"/>
    <p:sldId id="403" r:id="rId146"/>
    <p:sldId id="404" r:id="rId147"/>
    <p:sldId id="406" r:id="rId148"/>
    <p:sldId id="407" r:id="rId149"/>
    <p:sldId id="408" r:id="rId150"/>
    <p:sldId id="409" r:id="rId151"/>
    <p:sldId id="410" r:id="rId152"/>
    <p:sldId id="405" r:id="rId153"/>
    <p:sldId id="411" r:id="rId154"/>
    <p:sldId id="412" r:id="rId155"/>
    <p:sldId id="413" r:id="rId156"/>
    <p:sldId id="414" r:id="rId157"/>
    <p:sldId id="415" r:id="rId158"/>
    <p:sldId id="416" r:id="rId159"/>
    <p:sldId id="417" r:id="rId160"/>
    <p:sldId id="418" r:id="rId161"/>
    <p:sldId id="419" r:id="rId162"/>
    <p:sldId id="420" r:id="rId163"/>
    <p:sldId id="421" r:id="rId164"/>
    <p:sldId id="422" r:id="rId165"/>
    <p:sldId id="423" r:id="rId166"/>
    <p:sldId id="424" r:id="rId167"/>
    <p:sldId id="425" r:id="rId168"/>
    <p:sldId id="426" r:id="rId169"/>
    <p:sldId id="427" r:id="rId170"/>
    <p:sldId id="428" r:id="rId171"/>
    <p:sldId id="429" r:id="rId172"/>
    <p:sldId id="430" r:id="rId173"/>
    <p:sldId id="431" r:id="rId174"/>
    <p:sldId id="432" r:id="rId175"/>
    <p:sldId id="433" r:id="rId176"/>
    <p:sldId id="434" r:id="rId177"/>
    <p:sldId id="435" r:id="rId178"/>
    <p:sldId id="436" r:id="rId179"/>
    <p:sldId id="437" r:id="rId180"/>
    <p:sldId id="438" r:id="rId181"/>
    <p:sldId id="439" r:id="rId182"/>
    <p:sldId id="440" r:id="rId183"/>
    <p:sldId id="441" r:id="rId184"/>
    <p:sldId id="442" r:id="rId185"/>
    <p:sldId id="443" r:id="rId186"/>
    <p:sldId id="444" r:id="rId187"/>
    <p:sldId id="445" r:id="rId188"/>
    <p:sldId id="446" r:id="rId189"/>
    <p:sldId id="447" r:id="rId190"/>
    <p:sldId id="448" r:id="rId191"/>
    <p:sldId id="449" r:id="rId192"/>
    <p:sldId id="450" r:id="rId193"/>
    <p:sldId id="451" r:id="rId194"/>
    <p:sldId id="452" r:id="rId195"/>
    <p:sldId id="453" r:id="rId196"/>
    <p:sldId id="454" r:id="rId197"/>
    <p:sldId id="455" r:id="rId198"/>
    <p:sldId id="456" r:id="rId199"/>
    <p:sldId id="457" r:id="rId200"/>
    <p:sldId id="458" r:id="rId201"/>
    <p:sldId id="459" r:id="rId202"/>
    <p:sldId id="460" r:id="rId203"/>
    <p:sldId id="461" r:id="rId204"/>
    <p:sldId id="388" r:id="rId205"/>
    <p:sldId id="258" r:id="rId20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A6A225-FED4-4349-B59F-F950937FEA7A}">
          <p14:sldIdLst>
            <p14:sldId id="256"/>
            <p14:sldId id="257"/>
            <p14:sldId id="259"/>
            <p14:sldId id="260"/>
            <p14:sldId id="261"/>
            <p14:sldId id="262"/>
            <p14:sldId id="313"/>
            <p14:sldId id="269"/>
            <p14:sldId id="264"/>
            <p14:sldId id="265"/>
            <p14:sldId id="267"/>
            <p14:sldId id="266"/>
            <p14:sldId id="263"/>
            <p14:sldId id="270"/>
            <p14:sldId id="271"/>
            <p14:sldId id="272"/>
            <p14:sldId id="273"/>
            <p14:sldId id="274"/>
            <p14:sldId id="275"/>
            <p14:sldId id="276"/>
            <p14:sldId id="277"/>
            <p14:sldId id="278"/>
            <p14:sldId id="279"/>
            <p14:sldId id="314"/>
            <p14:sldId id="297"/>
            <p14:sldId id="280"/>
            <p14:sldId id="281"/>
            <p14:sldId id="282"/>
            <p14:sldId id="283"/>
            <p14:sldId id="284"/>
            <p14:sldId id="285"/>
            <p14:sldId id="286"/>
            <p14:sldId id="315"/>
            <p14:sldId id="316"/>
            <p14:sldId id="287"/>
            <p14:sldId id="288"/>
            <p14:sldId id="298"/>
            <p14:sldId id="299"/>
            <p14:sldId id="289"/>
            <p14:sldId id="300"/>
            <p14:sldId id="301"/>
            <p14:sldId id="291"/>
            <p14:sldId id="292"/>
            <p14:sldId id="293"/>
            <p14:sldId id="294"/>
            <p14:sldId id="312"/>
            <p14:sldId id="367"/>
            <p14:sldId id="368"/>
            <p14:sldId id="369"/>
            <p14:sldId id="370"/>
            <p14:sldId id="371"/>
            <p14:sldId id="372"/>
            <p14:sldId id="373"/>
            <p14:sldId id="374"/>
            <p14:sldId id="375"/>
            <p14:sldId id="376"/>
            <p14:sldId id="377"/>
            <p14:sldId id="378"/>
            <p14:sldId id="379"/>
            <p14:sldId id="380"/>
            <p14:sldId id="381"/>
            <p14:sldId id="382"/>
            <p14:sldId id="383"/>
            <p14:sldId id="295"/>
            <p14:sldId id="302"/>
            <p14:sldId id="309"/>
            <p14:sldId id="303"/>
            <p14:sldId id="310"/>
            <p14:sldId id="308"/>
            <p14:sldId id="311"/>
            <p14:sldId id="304"/>
            <p14:sldId id="305"/>
            <p14:sldId id="306"/>
            <p14:sldId id="307"/>
            <p14:sldId id="317"/>
            <p14:sldId id="318"/>
            <p14:sldId id="319"/>
            <p14:sldId id="320"/>
            <p14:sldId id="321"/>
            <p14:sldId id="324"/>
            <p14:sldId id="328"/>
            <p14:sldId id="329"/>
            <p14:sldId id="330"/>
            <p14:sldId id="325"/>
            <p14:sldId id="326"/>
            <p14:sldId id="336"/>
            <p14:sldId id="337"/>
            <p14:sldId id="338"/>
            <p14:sldId id="339"/>
            <p14:sldId id="340"/>
            <p14:sldId id="341"/>
            <p14:sldId id="342"/>
            <p14:sldId id="343"/>
            <p14:sldId id="344"/>
            <p14:sldId id="345"/>
            <p14:sldId id="346"/>
            <p14:sldId id="347"/>
            <p14:sldId id="348"/>
            <p14:sldId id="349"/>
            <p14:sldId id="350"/>
            <p14:sldId id="351"/>
            <p14:sldId id="327"/>
            <p14:sldId id="331"/>
            <p14:sldId id="332"/>
            <p14:sldId id="333"/>
            <p14:sldId id="334"/>
            <p14:sldId id="335"/>
            <p14:sldId id="352"/>
            <p14:sldId id="353"/>
            <p14:sldId id="354"/>
            <p14:sldId id="322"/>
            <p14:sldId id="323"/>
            <p14:sldId id="356"/>
            <p14:sldId id="357"/>
            <p14:sldId id="358"/>
            <p14:sldId id="359"/>
            <p14:sldId id="360"/>
            <p14:sldId id="361"/>
            <p14:sldId id="362"/>
            <p14:sldId id="363"/>
            <p14:sldId id="364"/>
            <p14:sldId id="365"/>
            <p14:sldId id="366"/>
            <p14:sldId id="384"/>
            <p14:sldId id="385"/>
            <p14:sldId id="386"/>
            <p14:sldId id="389"/>
            <p14:sldId id="387"/>
            <p14:sldId id="390"/>
            <p14:sldId id="391"/>
            <p14:sldId id="392"/>
            <p14:sldId id="393"/>
            <p14:sldId id="394"/>
            <p14:sldId id="395"/>
            <p14:sldId id="396"/>
            <p14:sldId id="397"/>
            <p14:sldId id="398"/>
            <p14:sldId id="399"/>
            <p14:sldId id="400"/>
            <p14:sldId id="401"/>
            <p14:sldId id="402"/>
            <p14:sldId id="403"/>
            <p14:sldId id="404"/>
            <p14:sldId id="406"/>
            <p14:sldId id="407"/>
            <p14:sldId id="408"/>
            <p14:sldId id="409"/>
            <p14:sldId id="410"/>
            <p14:sldId id="405"/>
            <p14:sldId id="411"/>
            <p14:sldId id="412"/>
            <p14:sldId id="413"/>
            <p14:sldId id="414"/>
            <p14:sldId id="415"/>
            <p14:sldId id="416"/>
            <p14:sldId id="417"/>
            <p14:sldId id="41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388"/>
            <p14:sldId id="25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57E3D55-7A8E-48F6-A82F-15FDB4106718}" v="538" dt="2026-02-19T07:05:33.7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p:restoredLeft sz="14995" autoAdjust="0"/>
    <p:restoredTop sz="94660"/>
  </p:normalViewPr>
  <p:slideViewPr>
    <p:cSldViewPr snapToGrid="0">
      <p:cViewPr varScale="1">
        <p:scale>
          <a:sx n="44" d="100"/>
          <a:sy n="44" d="100"/>
        </p:scale>
        <p:origin x="56" y="6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91" Type="http://schemas.openxmlformats.org/officeDocument/2006/relationships/slide" Target="slides/slide187.xml"/><Relationship Id="rId205" Type="http://schemas.openxmlformats.org/officeDocument/2006/relationships/slide" Target="slides/slide201.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slide" Target="slides/slide177.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92" Type="http://schemas.openxmlformats.org/officeDocument/2006/relationships/slide" Target="slides/slide188.xml"/><Relationship Id="rId206" Type="http://schemas.openxmlformats.org/officeDocument/2006/relationships/slide" Target="slides/slide202.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slide" Target="slides/slide178.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93" Type="http://schemas.openxmlformats.org/officeDocument/2006/relationships/slide" Target="slides/slide189.xml"/><Relationship Id="rId207" Type="http://schemas.openxmlformats.org/officeDocument/2006/relationships/notesMaster" Target="notesMasters/notesMaster1.xml"/><Relationship Id="rId13" Type="http://schemas.openxmlformats.org/officeDocument/2006/relationships/slide" Target="slides/slide9.xml"/><Relationship Id="rId109" Type="http://schemas.openxmlformats.org/officeDocument/2006/relationships/slide" Target="slides/slide105.xml"/><Relationship Id="rId34" Type="http://schemas.openxmlformats.org/officeDocument/2006/relationships/slide" Target="slides/slide30.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20" Type="http://schemas.openxmlformats.org/officeDocument/2006/relationships/slide" Target="slides/slide116.xml"/><Relationship Id="rId141" Type="http://schemas.openxmlformats.org/officeDocument/2006/relationships/slide" Target="slides/slide137.xml"/><Relationship Id="rId7" Type="http://schemas.openxmlformats.org/officeDocument/2006/relationships/slide" Target="slides/slide3.xml"/><Relationship Id="rId162" Type="http://schemas.openxmlformats.org/officeDocument/2006/relationships/slide" Target="slides/slide158.xml"/><Relationship Id="rId183" Type="http://schemas.openxmlformats.org/officeDocument/2006/relationships/slide" Target="slides/slide179.xml"/><Relationship Id="rId24" Type="http://schemas.openxmlformats.org/officeDocument/2006/relationships/slide" Target="slides/slide20.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31" Type="http://schemas.openxmlformats.org/officeDocument/2006/relationships/slide" Target="slides/slide127.xml"/><Relationship Id="rId152" Type="http://schemas.openxmlformats.org/officeDocument/2006/relationships/slide" Target="slides/slide148.xml"/><Relationship Id="rId173" Type="http://schemas.openxmlformats.org/officeDocument/2006/relationships/slide" Target="slides/slide169.xml"/><Relationship Id="rId194" Type="http://schemas.openxmlformats.org/officeDocument/2006/relationships/slide" Target="slides/slide190.xml"/><Relationship Id="rId208"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slide" Target="slides/slide180.xml"/><Relationship Id="rId189" Type="http://schemas.openxmlformats.org/officeDocument/2006/relationships/slide" Target="slides/slide185.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95" Type="http://schemas.openxmlformats.org/officeDocument/2006/relationships/slide" Target="slides/slide191.xml"/><Relationship Id="rId209" Type="http://schemas.openxmlformats.org/officeDocument/2006/relationships/viewProps" Target="viewProps.xml"/><Relationship Id="rId190" Type="http://schemas.openxmlformats.org/officeDocument/2006/relationships/slide" Target="slides/slide186.xml"/><Relationship Id="rId204" Type="http://schemas.openxmlformats.org/officeDocument/2006/relationships/slide" Target="slides/slide200.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slide" Target="slides/slide181.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10" Type="http://schemas.openxmlformats.org/officeDocument/2006/relationships/theme" Target="theme/theme1.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96" Type="http://schemas.openxmlformats.org/officeDocument/2006/relationships/slide" Target="slides/slide192.xml"/><Relationship Id="rId200" Type="http://schemas.openxmlformats.org/officeDocument/2006/relationships/slide" Target="slides/slide196.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186" Type="http://schemas.openxmlformats.org/officeDocument/2006/relationships/slide" Target="slides/slide182.xml"/><Relationship Id="rId211" Type="http://schemas.openxmlformats.org/officeDocument/2006/relationships/tableStyles" Target="tableStyle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97" Type="http://schemas.openxmlformats.org/officeDocument/2006/relationships/slide" Target="slides/slide193.xml"/><Relationship Id="rId201" Type="http://schemas.openxmlformats.org/officeDocument/2006/relationships/slide" Target="slides/slide197.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87" Type="http://schemas.openxmlformats.org/officeDocument/2006/relationships/slide" Target="slides/slide183.xml"/><Relationship Id="rId1" Type="http://schemas.openxmlformats.org/officeDocument/2006/relationships/customXml" Target="../customXml/item1.xml"/><Relationship Id="rId212" Type="http://schemas.microsoft.com/office/2016/11/relationships/changesInfo" Target="changesInfos/changesInfo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 Id="rId198" Type="http://schemas.openxmlformats.org/officeDocument/2006/relationships/slide" Target="slides/slide194.xml"/><Relationship Id="rId202" Type="http://schemas.openxmlformats.org/officeDocument/2006/relationships/slide" Target="slides/slide198.xml"/><Relationship Id="rId18" Type="http://schemas.openxmlformats.org/officeDocument/2006/relationships/slide" Target="slides/slide14.xml"/><Relationship Id="rId39" Type="http://schemas.openxmlformats.org/officeDocument/2006/relationships/slide" Target="slides/slide35.xml"/><Relationship Id="rId50" Type="http://schemas.openxmlformats.org/officeDocument/2006/relationships/slide" Target="slides/slide46.xml"/><Relationship Id="rId104" Type="http://schemas.openxmlformats.org/officeDocument/2006/relationships/slide" Target="slides/slide100.xml"/><Relationship Id="rId125" Type="http://schemas.openxmlformats.org/officeDocument/2006/relationships/slide" Target="slides/slide121.xml"/><Relationship Id="rId146" Type="http://schemas.openxmlformats.org/officeDocument/2006/relationships/slide" Target="slides/slide142.xml"/><Relationship Id="rId167" Type="http://schemas.openxmlformats.org/officeDocument/2006/relationships/slide" Target="slides/slide163.xml"/><Relationship Id="rId188" Type="http://schemas.openxmlformats.org/officeDocument/2006/relationships/slide" Target="slides/slide184.xml"/><Relationship Id="rId71" Type="http://schemas.openxmlformats.org/officeDocument/2006/relationships/slide" Target="slides/slide67.xml"/><Relationship Id="rId92" Type="http://schemas.openxmlformats.org/officeDocument/2006/relationships/slide" Target="slides/slide88.xml"/><Relationship Id="rId213"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40" Type="http://schemas.openxmlformats.org/officeDocument/2006/relationships/slide" Target="slides/slide36.xml"/><Relationship Id="rId115" Type="http://schemas.openxmlformats.org/officeDocument/2006/relationships/slide" Target="slides/slide111.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99" Type="http://schemas.openxmlformats.org/officeDocument/2006/relationships/slide" Target="slides/slide195.xml"/><Relationship Id="rId203" Type="http://schemas.openxmlformats.org/officeDocument/2006/relationships/slide" Target="slides/slide19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rajeshwari S" userId="e4d90711455572c4" providerId="LiveId" clId="{CCD4E902-00B9-4B30-B952-A9A7A2B9871A}"/>
    <pc:docChg chg="undo custSel addSld delSld modSld sldOrd addSection delSection modSection">
      <pc:chgData name="Rajarajeshwari S" userId="e4d90711455572c4" providerId="LiveId" clId="{CCD4E902-00B9-4B30-B952-A9A7A2B9871A}" dt="2026-02-19T07:05:41.575" v="3102" actId="14734"/>
      <pc:docMkLst>
        <pc:docMk/>
      </pc:docMkLst>
      <pc:sldChg chg="modSp mod">
        <pc:chgData name="Rajarajeshwari S" userId="e4d90711455572c4" providerId="LiveId" clId="{CCD4E902-00B9-4B30-B952-A9A7A2B9871A}" dt="2026-01-28T09:56:24.699" v="1005" actId="20577"/>
        <pc:sldMkLst>
          <pc:docMk/>
          <pc:sldMk cId="1731249778" sldId="256"/>
        </pc:sldMkLst>
        <pc:spChg chg="mod">
          <ac:chgData name="Rajarajeshwari S" userId="e4d90711455572c4" providerId="LiveId" clId="{CCD4E902-00B9-4B30-B952-A9A7A2B9871A}" dt="2026-01-28T09:56:24.699" v="1005" actId="20577"/>
          <ac:spMkLst>
            <pc:docMk/>
            <pc:sldMk cId="1731249778" sldId="256"/>
            <ac:spMk id="2" creationId="{C1330AB0-E2A7-A94E-073C-A411BCE69B37}"/>
          </ac:spMkLst>
        </pc:spChg>
      </pc:sldChg>
      <pc:sldChg chg="modSp new mod">
        <pc:chgData name="Rajarajeshwari S" userId="e4d90711455572c4" providerId="LiveId" clId="{CCD4E902-00B9-4B30-B952-A9A7A2B9871A}" dt="2026-02-09T03:35:15.854" v="1548" actId="113"/>
        <pc:sldMkLst>
          <pc:docMk/>
          <pc:sldMk cId="3425763130" sldId="257"/>
        </pc:sldMkLst>
        <pc:spChg chg="mod">
          <ac:chgData name="Rajarajeshwari S" userId="e4d90711455572c4" providerId="LiveId" clId="{CCD4E902-00B9-4B30-B952-A9A7A2B9871A}" dt="2026-01-28T09:56:48.498" v="1025" actId="113"/>
          <ac:spMkLst>
            <pc:docMk/>
            <pc:sldMk cId="3425763130" sldId="257"/>
            <ac:spMk id="2" creationId="{912B5A52-A4CA-6348-68EC-875D54579882}"/>
          </ac:spMkLst>
        </pc:spChg>
        <pc:spChg chg="mod">
          <ac:chgData name="Rajarajeshwari S" userId="e4d90711455572c4" providerId="LiveId" clId="{CCD4E902-00B9-4B30-B952-A9A7A2B9871A}" dt="2026-02-09T03:35:15.854" v="1548" actId="113"/>
          <ac:spMkLst>
            <pc:docMk/>
            <pc:sldMk cId="3425763130" sldId="257"/>
            <ac:spMk id="3" creationId="{CC697C17-E04F-CA22-6663-543F882B960B}"/>
          </ac:spMkLst>
        </pc:spChg>
      </pc:sldChg>
      <pc:sldChg chg="modSp new mod">
        <pc:chgData name="Rajarajeshwari S" userId="e4d90711455572c4" providerId="LiveId" clId="{CCD4E902-00B9-4B30-B952-A9A7A2B9871A}" dt="2026-01-28T09:58:22.358" v="1035" actId="20577"/>
        <pc:sldMkLst>
          <pc:docMk/>
          <pc:sldMk cId="2140296723" sldId="258"/>
        </pc:sldMkLst>
        <pc:spChg chg="mod">
          <ac:chgData name="Rajarajeshwari S" userId="e4d90711455572c4" providerId="LiveId" clId="{CCD4E902-00B9-4B30-B952-A9A7A2B9871A}" dt="2026-01-28T09:57:51.674" v="1028" actId="27636"/>
          <ac:spMkLst>
            <pc:docMk/>
            <pc:sldMk cId="2140296723" sldId="258"/>
            <ac:spMk id="2" creationId="{7791BE95-7BCA-A4FB-F4F6-A15A5F5C2B4F}"/>
          </ac:spMkLst>
        </pc:spChg>
        <pc:spChg chg="mod">
          <ac:chgData name="Rajarajeshwari S" userId="e4d90711455572c4" providerId="LiveId" clId="{CCD4E902-00B9-4B30-B952-A9A7A2B9871A}" dt="2026-01-28T09:58:22.358" v="1035" actId="20577"/>
          <ac:spMkLst>
            <pc:docMk/>
            <pc:sldMk cId="2140296723" sldId="258"/>
            <ac:spMk id="3" creationId="{82C925BB-9E52-6E3E-667D-FB534E6520F5}"/>
          </ac:spMkLst>
        </pc:spChg>
      </pc:sldChg>
      <pc:sldChg chg="modSp new mod">
        <pc:chgData name="Rajarajeshwari S" userId="e4d90711455572c4" providerId="LiveId" clId="{CCD4E902-00B9-4B30-B952-A9A7A2B9871A}" dt="2026-02-09T03:35:32.270" v="1549" actId="113"/>
        <pc:sldMkLst>
          <pc:docMk/>
          <pc:sldMk cId="3197531253" sldId="259"/>
        </pc:sldMkLst>
        <pc:spChg chg="mod">
          <ac:chgData name="Rajarajeshwari S" userId="e4d90711455572c4" providerId="LiveId" clId="{CCD4E902-00B9-4B30-B952-A9A7A2B9871A}" dt="2026-01-28T10:05:52.983" v="1050" actId="27636"/>
          <ac:spMkLst>
            <pc:docMk/>
            <pc:sldMk cId="3197531253" sldId="259"/>
            <ac:spMk id="2" creationId="{C73240F5-1166-700E-5B00-2C6305462342}"/>
          </ac:spMkLst>
        </pc:spChg>
        <pc:spChg chg="mod">
          <ac:chgData name="Rajarajeshwari S" userId="e4d90711455572c4" providerId="LiveId" clId="{CCD4E902-00B9-4B30-B952-A9A7A2B9871A}" dt="2026-02-09T03:35:32.270" v="1549" actId="113"/>
          <ac:spMkLst>
            <pc:docMk/>
            <pc:sldMk cId="3197531253" sldId="259"/>
            <ac:spMk id="3" creationId="{BA9E057E-8195-EFE9-1312-2DD28C4D5D58}"/>
          </ac:spMkLst>
        </pc:spChg>
      </pc:sldChg>
      <pc:sldChg chg="modSp new mod">
        <pc:chgData name="Rajarajeshwari S" userId="e4d90711455572c4" providerId="LiveId" clId="{CCD4E902-00B9-4B30-B952-A9A7A2B9871A}" dt="2026-01-28T10:07:01.968" v="1060" actId="14100"/>
        <pc:sldMkLst>
          <pc:docMk/>
          <pc:sldMk cId="4064113777" sldId="260"/>
        </pc:sldMkLst>
        <pc:spChg chg="mod">
          <ac:chgData name="Rajarajeshwari S" userId="e4d90711455572c4" providerId="LiveId" clId="{CCD4E902-00B9-4B30-B952-A9A7A2B9871A}" dt="2026-01-28T10:06:50.601" v="1057" actId="27636"/>
          <ac:spMkLst>
            <pc:docMk/>
            <pc:sldMk cId="4064113777" sldId="260"/>
            <ac:spMk id="2" creationId="{ACE45900-162A-AD00-F2BD-307C456FC335}"/>
          </ac:spMkLst>
        </pc:spChg>
        <pc:spChg chg="mod">
          <ac:chgData name="Rajarajeshwari S" userId="e4d90711455572c4" providerId="LiveId" clId="{CCD4E902-00B9-4B30-B952-A9A7A2B9871A}" dt="2026-01-28T10:07:01.968" v="1060" actId="14100"/>
          <ac:spMkLst>
            <pc:docMk/>
            <pc:sldMk cId="4064113777" sldId="260"/>
            <ac:spMk id="3" creationId="{A83328D9-66B9-A380-17DA-1A8A1BC6EC90}"/>
          </ac:spMkLst>
        </pc:spChg>
      </pc:sldChg>
      <pc:sldChg chg="modSp new mod">
        <pc:chgData name="Rajarajeshwari S" userId="e4d90711455572c4" providerId="LiveId" clId="{CCD4E902-00B9-4B30-B952-A9A7A2B9871A}" dt="2026-02-09T03:36:42.283" v="1552" actId="113"/>
        <pc:sldMkLst>
          <pc:docMk/>
          <pc:sldMk cId="2231646511" sldId="261"/>
        </pc:sldMkLst>
        <pc:spChg chg="mod">
          <ac:chgData name="Rajarajeshwari S" userId="e4d90711455572c4" providerId="LiveId" clId="{CCD4E902-00B9-4B30-B952-A9A7A2B9871A}" dt="2026-01-28T10:09:16.903" v="1070" actId="27636"/>
          <ac:spMkLst>
            <pc:docMk/>
            <pc:sldMk cId="2231646511" sldId="261"/>
            <ac:spMk id="2" creationId="{0A52045C-23BF-6940-CF45-4C9B25085FB9}"/>
          </ac:spMkLst>
        </pc:spChg>
        <pc:spChg chg="mod">
          <ac:chgData name="Rajarajeshwari S" userId="e4d90711455572c4" providerId="LiveId" clId="{CCD4E902-00B9-4B30-B952-A9A7A2B9871A}" dt="2026-02-09T03:36:42.283" v="1552" actId="113"/>
          <ac:spMkLst>
            <pc:docMk/>
            <pc:sldMk cId="2231646511" sldId="261"/>
            <ac:spMk id="3" creationId="{5FDAC26C-D68B-D5E1-050C-437E5C07B1B8}"/>
          </ac:spMkLst>
        </pc:spChg>
      </pc:sldChg>
      <pc:sldChg chg="modSp new mod">
        <pc:chgData name="Rajarajeshwari S" userId="e4d90711455572c4" providerId="LiveId" clId="{CCD4E902-00B9-4B30-B952-A9A7A2B9871A}" dt="2026-02-09T03:39:06.578" v="1554" actId="113"/>
        <pc:sldMkLst>
          <pc:docMk/>
          <pc:sldMk cId="2887245073" sldId="262"/>
        </pc:sldMkLst>
        <pc:spChg chg="mod">
          <ac:chgData name="Rajarajeshwari S" userId="e4d90711455572c4" providerId="LiveId" clId="{CCD4E902-00B9-4B30-B952-A9A7A2B9871A}" dt="2026-01-28T10:09:57.202" v="1077" actId="27636"/>
          <ac:spMkLst>
            <pc:docMk/>
            <pc:sldMk cId="2887245073" sldId="262"/>
            <ac:spMk id="2" creationId="{3053A9BF-CFF1-8555-5750-3F6A0BF4142A}"/>
          </ac:spMkLst>
        </pc:spChg>
        <pc:spChg chg="mod">
          <ac:chgData name="Rajarajeshwari S" userId="e4d90711455572c4" providerId="LiveId" clId="{CCD4E902-00B9-4B30-B952-A9A7A2B9871A}" dt="2026-02-09T03:39:06.578" v="1554" actId="113"/>
          <ac:spMkLst>
            <pc:docMk/>
            <pc:sldMk cId="2887245073" sldId="262"/>
            <ac:spMk id="3" creationId="{FAE322EE-4381-7A3B-F52A-6ED2E234757A}"/>
          </ac:spMkLst>
        </pc:spChg>
      </pc:sldChg>
      <pc:sldChg chg="modSp new mod ord">
        <pc:chgData name="Rajarajeshwari S" userId="e4d90711455572c4" providerId="LiveId" clId="{CCD4E902-00B9-4B30-B952-A9A7A2B9871A}" dt="2026-02-09T03:45:28.886" v="1569"/>
        <pc:sldMkLst>
          <pc:docMk/>
          <pc:sldMk cId="2790512807" sldId="263"/>
        </pc:sldMkLst>
        <pc:spChg chg="mod">
          <ac:chgData name="Rajarajeshwari S" userId="e4d90711455572c4" providerId="LiveId" clId="{CCD4E902-00B9-4B30-B952-A9A7A2B9871A}" dt="2026-01-28T10:11:30.232" v="1088" actId="27636"/>
          <ac:spMkLst>
            <pc:docMk/>
            <pc:sldMk cId="2790512807" sldId="263"/>
            <ac:spMk id="2" creationId="{29DB0532-067B-5CEB-FFE2-8D4324B0F7EF}"/>
          </ac:spMkLst>
        </pc:spChg>
        <pc:spChg chg="mod">
          <ac:chgData name="Rajarajeshwari S" userId="e4d90711455572c4" providerId="LiveId" clId="{CCD4E902-00B9-4B30-B952-A9A7A2B9871A}" dt="2026-01-28T10:11:30.203" v="1087"/>
          <ac:spMkLst>
            <pc:docMk/>
            <pc:sldMk cId="2790512807" sldId="263"/>
            <ac:spMk id="3" creationId="{0276C903-2E91-EC75-5019-EE99BBAB2A0C}"/>
          </ac:spMkLst>
        </pc:spChg>
      </pc:sldChg>
      <pc:sldChg chg="addSp modSp new mod">
        <pc:chgData name="Rajarajeshwari S" userId="e4d90711455572c4" providerId="LiveId" clId="{CCD4E902-00B9-4B30-B952-A9A7A2B9871A}" dt="2026-02-09T03:43:35.725" v="1560" actId="113"/>
        <pc:sldMkLst>
          <pc:docMk/>
          <pc:sldMk cId="4258377859" sldId="264"/>
        </pc:sldMkLst>
        <pc:spChg chg="mod">
          <ac:chgData name="Rajarajeshwari S" userId="e4d90711455572c4" providerId="LiveId" clId="{CCD4E902-00B9-4B30-B952-A9A7A2B9871A}" dt="2026-01-28T10:11:59.224" v="1092" actId="20577"/>
          <ac:spMkLst>
            <pc:docMk/>
            <pc:sldMk cId="4258377859" sldId="264"/>
            <ac:spMk id="2" creationId="{DE0AAAE1-CE7F-A996-FA42-D27156C99686}"/>
          </ac:spMkLst>
        </pc:spChg>
        <pc:spChg chg="mod">
          <ac:chgData name="Rajarajeshwari S" userId="e4d90711455572c4" providerId="LiveId" clId="{CCD4E902-00B9-4B30-B952-A9A7A2B9871A}" dt="2026-02-09T03:43:35.725" v="1560" actId="113"/>
          <ac:spMkLst>
            <pc:docMk/>
            <pc:sldMk cId="4258377859" sldId="264"/>
            <ac:spMk id="3" creationId="{C436A4B4-26C6-02C2-B00B-D36862368B74}"/>
          </ac:spMkLst>
        </pc:spChg>
        <pc:picChg chg="add mod">
          <ac:chgData name="Rajarajeshwari S" userId="e4d90711455572c4" providerId="LiveId" clId="{CCD4E902-00B9-4B30-B952-A9A7A2B9871A}" dt="2026-01-28T10:12:41.650" v="1104" actId="1076"/>
          <ac:picMkLst>
            <pc:docMk/>
            <pc:sldMk cId="4258377859" sldId="264"/>
            <ac:picMk id="5" creationId="{AF5B830B-98AB-BACD-4452-E9E6C930E1D4}"/>
          </ac:picMkLst>
        </pc:picChg>
      </pc:sldChg>
      <pc:sldChg chg="modSp new mod">
        <pc:chgData name="Rajarajeshwari S" userId="e4d90711455572c4" providerId="LiveId" clId="{CCD4E902-00B9-4B30-B952-A9A7A2B9871A}" dt="2026-02-06T13:59:26.828" v="1131" actId="113"/>
        <pc:sldMkLst>
          <pc:docMk/>
          <pc:sldMk cId="3602974665" sldId="265"/>
        </pc:sldMkLst>
        <pc:spChg chg="mod">
          <ac:chgData name="Rajarajeshwari S" userId="e4d90711455572c4" providerId="LiveId" clId="{CCD4E902-00B9-4B30-B952-A9A7A2B9871A}" dt="2026-01-28T10:12:36.250" v="1102" actId="27636"/>
          <ac:spMkLst>
            <pc:docMk/>
            <pc:sldMk cId="3602974665" sldId="265"/>
            <ac:spMk id="2" creationId="{6FC59B40-37DA-AB31-B042-E99EECDA6189}"/>
          </ac:spMkLst>
        </pc:spChg>
        <pc:spChg chg="mod">
          <ac:chgData name="Rajarajeshwari S" userId="e4d90711455572c4" providerId="LiveId" clId="{CCD4E902-00B9-4B30-B952-A9A7A2B9871A}" dt="2026-02-06T13:59:26.828" v="1131" actId="113"/>
          <ac:spMkLst>
            <pc:docMk/>
            <pc:sldMk cId="3602974665" sldId="265"/>
            <ac:spMk id="3" creationId="{88F6A685-AD94-6872-F33F-D274F79FBF57}"/>
          </ac:spMkLst>
        </pc:spChg>
      </pc:sldChg>
      <pc:sldChg chg="addSp modSp new mod">
        <pc:chgData name="Rajarajeshwari S" userId="e4d90711455572c4" providerId="LiveId" clId="{CCD4E902-00B9-4B30-B952-A9A7A2B9871A}" dt="2026-01-28T10:13:22.407" v="1116" actId="14100"/>
        <pc:sldMkLst>
          <pc:docMk/>
          <pc:sldMk cId="3688962988" sldId="266"/>
        </pc:sldMkLst>
        <pc:spChg chg="mod">
          <ac:chgData name="Rajarajeshwari S" userId="e4d90711455572c4" providerId="LiveId" clId="{CCD4E902-00B9-4B30-B952-A9A7A2B9871A}" dt="2026-01-28T10:13:17.366" v="1114" actId="27636"/>
          <ac:spMkLst>
            <pc:docMk/>
            <pc:sldMk cId="3688962988" sldId="266"/>
            <ac:spMk id="2" creationId="{6829A3AF-B5D5-0F1D-25CE-6F9A7CB4EEF9}"/>
          </ac:spMkLst>
        </pc:spChg>
        <pc:picChg chg="add mod">
          <ac:chgData name="Rajarajeshwari S" userId="e4d90711455572c4" providerId="LiveId" clId="{CCD4E902-00B9-4B30-B952-A9A7A2B9871A}" dt="2026-01-28T10:13:22.407" v="1116" actId="14100"/>
          <ac:picMkLst>
            <pc:docMk/>
            <pc:sldMk cId="3688962988" sldId="266"/>
            <ac:picMk id="5" creationId="{6BCB423B-7014-C68B-5F2D-E8D57DFCC1F5}"/>
          </ac:picMkLst>
        </pc:picChg>
      </pc:sldChg>
      <pc:sldChg chg="addSp modSp new mod">
        <pc:chgData name="Rajarajeshwari S" userId="e4d90711455572c4" providerId="LiveId" clId="{CCD4E902-00B9-4B30-B952-A9A7A2B9871A}" dt="2026-02-07T05:47:22.590" v="1134" actId="14100"/>
        <pc:sldMkLst>
          <pc:docMk/>
          <pc:sldMk cId="1343079936" sldId="267"/>
        </pc:sldMkLst>
        <pc:spChg chg="mod">
          <ac:chgData name="Rajarajeshwari S" userId="e4d90711455572c4" providerId="LiveId" clId="{CCD4E902-00B9-4B30-B952-A9A7A2B9871A}" dt="2026-02-06T13:55:40.058" v="1127" actId="27636"/>
          <ac:spMkLst>
            <pc:docMk/>
            <pc:sldMk cId="1343079936" sldId="267"/>
            <ac:spMk id="2" creationId="{364E4E6D-8E3C-FF7E-9F2E-3EAA8FFC7874}"/>
          </ac:spMkLst>
        </pc:spChg>
        <pc:picChg chg="add mod">
          <ac:chgData name="Rajarajeshwari S" userId="e4d90711455572c4" providerId="LiveId" clId="{CCD4E902-00B9-4B30-B952-A9A7A2B9871A}" dt="2026-02-07T05:47:22.590" v="1134" actId="14100"/>
          <ac:picMkLst>
            <pc:docMk/>
            <pc:sldMk cId="1343079936" sldId="267"/>
            <ac:picMk id="5" creationId="{30C3BE3E-B879-4BD8-5323-97A2853FC4DA}"/>
          </ac:picMkLst>
        </pc:picChg>
      </pc:sldChg>
      <pc:sldChg chg="addSp delSp modSp new mod ord">
        <pc:chgData name="Rajarajeshwari S" userId="e4d90711455572c4" providerId="LiveId" clId="{CCD4E902-00B9-4B30-B952-A9A7A2B9871A}" dt="2026-02-09T03:44:49.765" v="1563"/>
        <pc:sldMkLst>
          <pc:docMk/>
          <pc:sldMk cId="2744365208" sldId="269"/>
        </pc:sldMkLst>
        <pc:spChg chg="mod">
          <ac:chgData name="Rajarajeshwari S" userId="e4d90711455572c4" providerId="LiveId" clId="{CCD4E902-00B9-4B30-B952-A9A7A2B9871A}" dt="2026-02-07T05:53:05.067" v="1152" actId="27636"/>
          <ac:spMkLst>
            <pc:docMk/>
            <pc:sldMk cId="2744365208" sldId="269"/>
            <ac:spMk id="2" creationId="{077C8E66-2633-60ED-959A-17FF6BD63435}"/>
          </ac:spMkLst>
        </pc:spChg>
        <pc:picChg chg="add mod">
          <ac:chgData name="Rajarajeshwari S" userId="e4d90711455572c4" providerId="LiveId" clId="{CCD4E902-00B9-4B30-B952-A9A7A2B9871A}" dt="2026-02-07T05:55:15.117" v="1154" actId="1076"/>
          <ac:picMkLst>
            <pc:docMk/>
            <pc:sldMk cId="2744365208" sldId="269"/>
            <ac:picMk id="5" creationId="{C12A979F-D7BF-BF09-77B1-D1E9E875D429}"/>
          </ac:picMkLst>
        </pc:picChg>
      </pc:sldChg>
      <pc:sldChg chg="modSp new mod">
        <pc:chgData name="Rajarajeshwari S" userId="e4d90711455572c4" providerId="LiveId" clId="{CCD4E902-00B9-4B30-B952-A9A7A2B9871A}" dt="2026-02-09T03:45:14.312" v="1565" actId="113"/>
        <pc:sldMkLst>
          <pc:docMk/>
          <pc:sldMk cId="3278691732" sldId="270"/>
        </pc:sldMkLst>
        <pc:spChg chg="mod">
          <ac:chgData name="Rajarajeshwari S" userId="e4d90711455572c4" providerId="LiveId" clId="{CCD4E902-00B9-4B30-B952-A9A7A2B9871A}" dt="2026-02-07T05:55:33.133" v="1157" actId="27636"/>
          <ac:spMkLst>
            <pc:docMk/>
            <pc:sldMk cId="3278691732" sldId="270"/>
            <ac:spMk id="2" creationId="{28E2A87A-A30A-640A-501D-431C2ED6F4AB}"/>
          </ac:spMkLst>
        </pc:spChg>
        <pc:spChg chg="mod">
          <ac:chgData name="Rajarajeshwari S" userId="e4d90711455572c4" providerId="LiveId" clId="{CCD4E902-00B9-4B30-B952-A9A7A2B9871A}" dt="2026-02-09T03:45:14.312" v="1565" actId="113"/>
          <ac:spMkLst>
            <pc:docMk/>
            <pc:sldMk cId="3278691732" sldId="270"/>
            <ac:spMk id="3" creationId="{ADBABA6A-0091-40BB-2A25-09FBCD93BFBD}"/>
          </ac:spMkLst>
        </pc:spChg>
      </pc:sldChg>
      <pc:sldChg chg="modSp new mod">
        <pc:chgData name="Rajarajeshwari S" userId="e4d90711455572c4" providerId="LiveId" clId="{CCD4E902-00B9-4B30-B952-A9A7A2B9871A}" dt="2026-02-09T03:44:58.764" v="1564" actId="20577"/>
        <pc:sldMkLst>
          <pc:docMk/>
          <pc:sldMk cId="4136504155" sldId="271"/>
        </pc:sldMkLst>
        <pc:spChg chg="mod">
          <ac:chgData name="Rajarajeshwari S" userId="e4d90711455572c4" providerId="LiveId" clId="{CCD4E902-00B9-4B30-B952-A9A7A2B9871A}" dt="2026-02-07T05:58:30.574" v="1164" actId="27636"/>
          <ac:spMkLst>
            <pc:docMk/>
            <pc:sldMk cId="4136504155" sldId="271"/>
            <ac:spMk id="2" creationId="{2132AF57-4EA6-4AE0-26B6-61D635530737}"/>
          </ac:spMkLst>
        </pc:spChg>
        <pc:spChg chg="mod">
          <ac:chgData name="Rajarajeshwari S" userId="e4d90711455572c4" providerId="LiveId" clId="{CCD4E902-00B9-4B30-B952-A9A7A2B9871A}" dt="2026-02-09T03:44:58.764" v="1564" actId="20577"/>
          <ac:spMkLst>
            <pc:docMk/>
            <pc:sldMk cId="4136504155" sldId="271"/>
            <ac:spMk id="3" creationId="{7FB066AA-04E0-56CE-C346-5760A4045AD1}"/>
          </ac:spMkLst>
        </pc:spChg>
      </pc:sldChg>
      <pc:sldChg chg="modSp new mod">
        <pc:chgData name="Rajarajeshwari S" userId="e4d90711455572c4" providerId="LiveId" clId="{CCD4E902-00B9-4B30-B952-A9A7A2B9871A}" dt="2026-02-09T03:45:51.274" v="1574" actId="27636"/>
        <pc:sldMkLst>
          <pc:docMk/>
          <pc:sldMk cId="1169334706" sldId="272"/>
        </pc:sldMkLst>
        <pc:spChg chg="mod">
          <ac:chgData name="Rajarajeshwari S" userId="e4d90711455572c4" providerId="LiveId" clId="{CCD4E902-00B9-4B30-B952-A9A7A2B9871A}" dt="2026-02-07T05:58:50.833" v="1169" actId="20577"/>
          <ac:spMkLst>
            <pc:docMk/>
            <pc:sldMk cId="1169334706" sldId="272"/>
            <ac:spMk id="2" creationId="{2363E61E-3294-6EB2-EFB0-7026B335F871}"/>
          </ac:spMkLst>
        </pc:spChg>
        <pc:spChg chg="mod">
          <ac:chgData name="Rajarajeshwari S" userId="e4d90711455572c4" providerId="LiveId" clId="{CCD4E902-00B9-4B30-B952-A9A7A2B9871A}" dt="2026-02-09T03:45:51.274" v="1574" actId="27636"/>
          <ac:spMkLst>
            <pc:docMk/>
            <pc:sldMk cId="1169334706" sldId="272"/>
            <ac:spMk id="3" creationId="{50F171A2-86DD-185D-2E09-EF3713594826}"/>
          </ac:spMkLst>
        </pc:spChg>
      </pc:sldChg>
      <pc:sldChg chg="modSp new mod">
        <pc:chgData name="Rajarajeshwari S" userId="e4d90711455572c4" providerId="LiveId" clId="{CCD4E902-00B9-4B30-B952-A9A7A2B9871A}" dt="2026-02-09T03:46:24.874" v="1576" actId="113"/>
        <pc:sldMkLst>
          <pc:docMk/>
          <pc:sldMk cId="3005166417" sldId="273"/>
        </pc:sldMkLst>
        <pc:spChg chg="mod">
          <ac:chgData name="Rajarajeshwari S" userId="e4d90711455572c4" providerId="LiveId" clId="{CCD4E902-00B9-4B30-B952-A9A7A2B9871A}" dt="2026-02-07T06:01:13.902" v="1179" actId="20577"/>
          <ac:spMkLst>
            <pc:docMk/>
            <pc:sldMk cId="3005166417" sldId="273"/>
            <ac:spMk id="2" creationId="{C6D6E53B-D788-CB67-75D4-182EB411E4B9}"/>
          </ac:spMkLst>
        </pc:spChg>
        <pc:spChg chg="mod">
          <ac:chgData name="Rajarajeshwari S" userId="e4d90711455572c4" providerId="LiveId" clId="{CCD4E902-00B9-4B30-B952-A9A7A2B9871A}" dt="2026-02-09T03:46:24.874" v="1576" actId="113"/>
          <ac:spMkLst>
            <pc:docMk/>
            <pc:sldMk cId="3005166417" sldId="273"/>
            <ac:spMk id="3" creationId="{4A6343E9-52A5-09FF-21E6-7F0BE7279481}"/>
          </ac:spMkLst>
        </pc:spChg>
      </pc:sldChg>
      <pc:sldChg chg="modSp new mod">
        <pc:chgData name="Rajarajeshwari S" userId="e4d90711455572c4" providerId="LiveId" clId="{CCD4E902-00B9-4B30-B952-A9A7A2B9871A}" dt="2026-02-09T03:47:13.177" v="1578" actId="113"/>
        <pc:sldMkLst>
          <pc:docMk/>
          <pc:sldMk cId="3334933787" sldId="274"/>
        </pc:sldMkLst>
        <pc:spChg chg="mod">
          <ac:chgData name="Rajarajeshwari S" userId="e4d90711455572c4" providerId="LiveId" clId="{CCD4E902-00B9-4B30-B952-A9A7A2B9871A}" dt="2026-02-07T06:02:02.425" v="1188" actId="27636"/>
          <ac:spMkLst>
            <pc:docMk/>
            <pc:sldMk cId="3334933787" sldId="274"/>
            <ac:spMk id="2" creationId="{1BA120D1-D23A-2CBF-CEC9-6EB5831FC432}"/>
          </ac:spMkLst>
        </pc:spChg>
        <pc:spChg chg="mod">
          <ac:chgData name="Rajarajeshwari S" userId="e4d90711455572c4" providerId="LiveId" clId="{CCD4E902-00B9-4B30-B952-A9A7A2B9871A}" dt="2026-02-09T03:47:13.177" v="1578" actId="113"/>
          <ac:spMkLst>
            <pc:docMk/>
            <pc:sldMk cId="3334933787" sldId="274"/>
            <ac:spMk id="3" creationId="{CB1464BF-43F8-75D0-0DDF-914E40D28EC5}"/>
          </ac:spMkLst>
        </pc:spChg>
      </pc:sldChg>
      <pc:sldChg chg="modSp new mod">
        <pc:chgData name="Rajarajeshwari S" userId="e4d90711455572c4" providerId="LiveId" clId="{CCD4E902-00B9-4B30-B952-A9A7A2B9871A}" dt="2026-02-09T03:47:33.003" v="1582" actId="20577"/>
        <pc:sldMkLst>
          <pc:docMk/>
          <pc:sldMk cId="3136594680" sldId="275"/>
        </pc:sldMkLst>
        <pc:spChg chg="mod">
          <ac:chgData name="Rajarajeshwari S" userId="e4d90711455572c4" providerId="LiveId" clId="{CCD4E902-00B9-4B30-B952-A9A7A2B9871A}" dt="2026-02-07T06:02:14.992" v="1195" actId="27636"/>
          <ac:spMkLst>
            <pc:docMk/>
            <pc:sldMk cId="3136594680" sldId="275"/>
            <ac:spMk id="2" creationId="{E9586E71-C7E8-ACF2-5180-8EDD74C734C6}"/>
          </ac:spMkLst>
        </pc:spChg>
        <pc:spChg chg="mod">
          <ac:chgData name="Rajarajeshwari S" userId="e4d90711455572c4" providerId="LiveId" clId="{CCD4E902-00B9-4B30-B952-A9A7A2B9871A}" dt="2026-02-09T03:47:33.003" v="1582" actId="20577"/>
          <ac:spMkLst>
            <pc:docMk/>
            <pc:sldMk cId="3136594680" sldId="275"/>
            <ac:spMk id="3" creationId="{934D5529-4A03-58FF-A275-43086875FC2D}"/>
          </ac:spMkLst>
        </pc:spChg>
      </pc:sldChg>
      <pc:sldChg chg="addSp modSp new mod">
        <pc:chgData name="Rajarajeshwari S" userId="e4d90711455572c4" providerId="LiveId" clId="{CCD4E902-00B9-4B30-B952-A9A7A2B9871A}" dt="2026-02-09T03:47:50.003" v="1583" actId="113"/>
        <pc:sldMkLst>
          <pc:docMk/>
          <pc:sldMk cId="105292355" sldId="276"/>
        </pc:sldMkLst>
        <pc:spChg chg="mod">
          <ac:chgData name="Rajarajeshwari S" userId="e4d90711455572c4" providerId="LiveId" clId="{CCD4E902-00B9-4B30-B952-A9A7A2B9871A}" dt="2026-02-09T03:47:50.003" v="1583" actId="113"/>
          <ac:spMkLst>
            <pc:docMk/>
            <pc:sldMk cId="105292355" sldId="276"/>
            <ac:spMk id="2" creationId="{B05BDCFF-03AB-E09C-C448-1704D8962224}"/>
          </ac:spMkLst>
        </pc:spChg>
        <pc:spChg chg="mod">
          <ac:chgData name="Rajarajeshwari S" userId="e4d90711455572c4" providerId="LiveId" clId="{CCD4E902-00B9-4B30-B952-A9A7A2B9871A}" dt="2026-02-07T06:03:01.381" v="1203" actId="14100"/>
          <ac:spMkLst>
            <pc:docMk/>
            <pc:sldMk cId="105292355" sldId="276"/>
            <ac:spMk id="3" creationId="{879677ED-29A1-0230-23FA-4155F22C6E53}"/>
          </ac:spMkLst>
        </pc:spChg>
        <pc:picChg chg="add mod">
          <ac:chgData name="Rajarajeshwari S" userId="e4d90711455572c4" providerId="LiveId" clId="{CCD4E902-00B9-4B30-B952-A9A7A2B9871A}" dt="2026-02-07T06:03:18.469" v="1207" actId="1076"/>
          <ac:picMkLst>
            <pc:docMk/>
            <pc:sldMk cId="105292355" sldId="276"/>
            <ac:picMk id="5" creationId="{5F6B9158-3F70-44B3-D0F0-C3249DB8E2D1}"/>
          </ac:picMkLst>
        </pc:picChg>
      </pc:sldChg>
      <pc:sldChg chg="addSp modSp new mod">
        <pc:chgData name="Rajarajeshwari S" userId="e4d90711455572c4" providerId="LiveId" clId="{CCD4E902-00B9-4B30-B952-A9A7A2B9871A}" dt="2026-02-09T03:47:58.075" v="1585" actId="1076"/>
        <pc:sldMkLst>
          <pc:docMk/>
          <pc:sldMk cId="1378092880" sldId="277"/>
        </pc:sldMkLst>
        <pc:spChg chg="mod">
          <ac:chgData name="Rajarajeshwari S" userId="e4d90711455572c4" providerId="LiveId" clId="{CCD4E902-00B9-4B30-B952-A9A7A2B9871A}" dt="2026-02-07T06:03:34.777" v="1212" actId="27636"/>
          <ac:spMkLst>
            <pc:docMk/>
            <pc:sldMk cId="1378092880" sldId="277"/>
            <ac:spMk id="2" creationId="{283F3B2A-0E0D-1648-8EA1-06D304B7DDC1}"/>
          </ac:spMkLst>
        </pc:spChg>
        <pc:picChg chg="add mod">
          <ac:chgData name="Rajarajeshwari S" userId="e4d90711455572c4" providerId="LiveId" clId="{CCD4E902-00B9-4B30-B952-A9A7A2B9871A}" dt="2026-02-09T03:47:58.075" v="1585" actId="1076"/>
          <ac:picMkLst>
            <pc:docMk/>
            <pc:sldMk cId="1378092880" sldId="277"/>
            <ac:picMk id="5" creationId="{750545B6-DE72-83E9-83D3-C71C7C5160AC}"/>
          </ac:picMkLst>
        </pc:picChg>
      </pc:sldChg>
      <pc:sldChg chg="addSp modSp new mod">
        <pc:chgData name="Rajarajeshwari S" userId="e4d90711455572c4" providerId="LiveId" clId="{CCD4E902-00B9-4B30-B952-A9A7A2B9871A}" dt="2026-02-07T06:04:06.747" v="1222" actId="1076"/>
        <pc:sldMkLst>
          <pc:docMk/>
          <pc:sldMk cId="1249340172" sldId="278"/>
        </pc:sldMkLst>
        <pc:spChg chg="mod">
          <ac:chgData name="Rajarajeshwari S" userId="e4d90711455572c4" providerId="LiveId" clId="{CCD4E902-00B9-4B30-B952-A9A7A2B9871A}" dt="2026-02-07T06:04:01.357" v="1220" actId="27636"/>
          <ac:spMkLst>
            <pc:docMk/>
            <pc:sldMk cId="1249340172" sldId="278"/>
            <ac:spMk id="2" creationId="{53B30AC5-10BA-2551-F048-368CBD25F6B7}"/>
          </ac:spMkLst>
        </pc:spChg>
        <pc:picChg chg="add mod">
          <ac:chgData name="Rajarajeshwari S" userId="e4d90711455572c4" providerId="LiveId" clId="{CCD4E902-00B9-4B30-B952-A9A7A2B9871A}" dt="2026-02-07T06:04:06.747" v="1222" actId="1076"/>
          <ac:picMkLst>
            <pc:docMk/>
            <pc:sldMk cId="1249340172" sldId="278"/>
            <ac:picMk id="5" creationId="{ED2F5F26-8E66-8EEE-95E5-1DBFF621C58C}"/>
          </ac:picMkLst>
        </pc:picChg>
      </pc:sldChg>
      <pc:sldChg chg="addSp delSp modSp new mod">
        <pc:chgData name="Rajarajeshwari S" userId="e4d90711455572c4" providerId="LiveId" clId="{CCD4E902-00B9-4B30-B952-A9A7A2B9871A}" dt="2026-02-09T03:51:04.373" v="1604" actId="113"/>
        <pc:sldMkLst>
          <pc:docMk/>
          <pc:sldMk cId="2064394071" sldId="279"/>
        </pc:sldMkLst>
        <pc:spChg chg="mod">
          <ac:chgData name="Rajarajeshwari S" userId="e4d90711455572c4" providerId="LiveId" clId="{CCD4E902-00B9-4B30-B952-A9A7A2B9871A}" dt="2026-02-07T06:04:23.263" v="1225" actId="27636"/>
          <ac:spMkLst>
            <pc:docMk/>
            <pc:sldMk cId="2064394071" sldId="279"/>
            <ac:spMk id="2" creationId="{953A62C7-22E3-C233-F4DB-43BA8C7F93B0}"/>
          </ac:spMkLst>
        </pc:spChg>
        <pc:spChg chg="mod">
          <ac:chgData name="Rajarajeshwari S" userId="e4d90711455572c4" providerId="LiveId" clId="{CCD4E902-00B9-4B30-B952-A9A7A2B9871A}" dt="2026-02-09T03:51:04.373" v="1604" actId="113"/>
          <ac:spMkLst>
            <pc:docMk/>
            <pc:sldMk cId="2064394071" sldId="279"/>
            <ac:spMk id="3" creationId="{13678D25-A505-5123-DD27-5FE0AC9B09B8}"/>
          </ac:spMkLst>
        </pc:spChg>
      </pc:sldChg>
      <pc:sldChg chg="addSp modSp new mod">
        <pc:chgData name="Rajarajeshwari S" userId="e4d90711455572c4" providerId="LiveId" clId="{CCD4E902-00B9-4B30-B952-A9A7A2B9871A}" dt="2026-02-07T06:05:37.613" v="1248" actId="1076"/>
        <pc:sldMkLst>
          <pc:docMk/>
          <pc:sldMk cId="378749217" sldId="280"/>
        </pc:sldMkLst>
        <pc:spChg chg="mod">
          <ac:chgData name="Rajarajeshwari S" userId="e4d90711455572c4" providerId="LiveId" clId="{CCD4E902-00B9-4B30-B952-A9A7A2B9871A}" dt="2026-02-07T06:05:14.041" v="1242" actId="20577"/>
          <ac:spMkLst>
            <pc:docMk/>
            <pc:sldMk cId="378749217" sldId="280"/>
            <ac:spMk id="2" creationId="{00BE2080-C961-FD25-B048-4633D3382FB1}"/>
          </ac:spMkLst>
        </pc:spChg>
        <pc:spChg chg="mod">
          <ac:chgData name="Rajarajeshwari S" userId="e4d90711455572c4" providerId="LiveId" clId="{CCD4E902-00B9-4B30-B952-A9A7A2B9871A}" dt="2026-02-07T06:05:25.800" v="1244" actId="14100"/>
          <ac:spMkLst>
            <pc:docMk/>
            <pc:sldMk cId="378749217" sldId="280"/>
            <ac:spMk id="3" creationId="{25CF5A2D-B877-8C1A-45A8-92C00CCF1674}"/>
          </ac:spMkLst>
        </pc:spChg>
        <pc:picChg chg="add mod">
          <ac:chgData name="Rajarajeshwari S" userId="e4d90711455572c4" providerId="LiveId" clId="{CCD4E902-00B9-4B30-B952-A9A7A2B9871A}" dt="2026-02-07T06:05:37.613" v="1248" actId="1076"/>
          <ac:picMkLst>
            <pc:docMk/>
            <pc:sldMk cId="378749217" sldId="280"/>
            <ac:picMk id="5" creationId="{9A6A67A7-B342-16D2-6BF7-E4D012E44430}"/>
          </ac:picMkLst>
        </pc:picChg>
      </pc:sldChg>
      <pc:sldChg chg="modSp new mod">
        <pc:chgData name="Rajarajeshwari S" userId="e4d90711455572c4" providerId="LiveId" clId="{CCD4E902-00B9-4B30-B952-A9A7A2B9871A}" dt="2026-02-09T03:52:22.280" v="1609" actId="108"/>
        <pc:sldMkLst>
          <pc:docMk/>
          <pc:sldMk cId="109455677" sldId="281"/>
        </pc:sldMkLst>
        <pc:spChg chg="mod">
          <ac:chgData name="Rajarajeshwari S" userId="e4d90711455572c4" providerId="LiveId" clId="{CCD4E902-00B9-4B30-B952-A9A7A2B9871A}" dt="2026-02-07T06:05:52.240" v="1251" actId="27636"/>
          <ac:spMkLst>
            <pc:docMk/>
            <pc:sldMk cId="109455677" sldId="281"/>
            <ac:spMk id="2" creationId="{39ADE316-79BE-E9BC-3C10-CD50F7E7B827}"/>
          </ac:spMkLst>
        </pc:spChg>
        <pc:spChg chg="mod">
          <ac:chgData name="Rajarajeshwari S" userId="e4d90711455572c4" providerId="LiveId" clId="{CCD4E902-00B9-4B30-B952-A9A7A2B9871A}" dt="2026-02-09T03:52:22.280" v="1609" actId="108"/>
          <ac:spMkLst>
            <pc:docMk/>
            <pc:sldMk cId="109455677" sldId="281"/>
            <ac:spMk id="3" creationId="{08324AB9-2AD0-4394-B995-BFC25D9322AC}"/>
          </ac:spMkLst>
        </pc:spChg>
      </pc:sldChg>
      <pc:sldChg chg="addSp modSp new mod">
        <pc:chgData name="Rajarajeshwari S" userId="e4d90711455572c4" providerId="LiveId" clId="{CCD4E902-00B9-4B30-B952-A9A7A2B9871A}" dt="2026-02-09T03:54:16.786" v="1611" actId="1076"/>
        <pc:sldMkLst>
          <pc:docMk/>
          <pc:sldMk cId="1921402602" sldId="282"/>
        </pc:sldMkLst>
        <pc:spChg chg="mod">
          <ac:chgData name="Rajarajeshwari S" userId="e4d90711455572c4" providerId="LiveId" clId="{CCD4E902-00B9-4B30-B952-A9A7A2B9871A}" dt="2026-02-07T06:06:44.308" v="1269" actId="113"/>
          <ac:spMkLst>
            <pc:docMk/>
            <pc:sldMk cId="1921402602" sldId="282"/>
            <ac:spMk id="2" creationId="{B7438E1F-A98C-2EA6-76FD-16D2C29404C1}"/>
          </ac:spMkLst>
        </pc:spChg>
        <pc:picChg chg="add mod">
          <ac:chgData name="Rajarajeshwari S" userId="e4d90711455572c4" providerId="LiveId" clId="{CCD4E902-00B9-4B30-B952-A9A7A2B9871A}" dt="2026-02-09T03:54:16.786" v="1611" actId="1076"/>
          <ac:picMkLst>
            <pc:docMk/>
            <pc:sldMk cId="1921402602" sldId="282"/>
            <ac:picMk id="5" creationId="{BE767992-F0AA-3623-434C-0AE1C64E55EB}"/>
          </ac:picMkLst>
        </pc:picChg>
      </pc:sldChg>
      <pc:sldChg chg="addSp delSp modSp new mod">
        <pc:chgData name="Rajarajeshwari S" userId="e4d90711455572c4" providerId="LiveId" clId="{CCD4E902-00B9-4B30-B952-A9A7A2B9871A}" dt="2026-02-11T04:44:48.545" v="1643" actId="14734"/>
        <pc:sldMkLst>
          <pc:docMk/>
          <pc:sldMk cId="2657343653" sldId="283"/>
        </pc:sldMkLst>
        <pc:spChg chg="mod">
          <ac:chgData name="Rajarajeshwari S" userId="e4d90711455572c4" providerId="LiveId" clId="{CCD4E902-00B9-4B30-B952-A9A7A2B9871A}" dt="2026-02-07T06:07:07.086" v="1275" actId="27636"/>
          <ac:spMkLst>
            <pc:docMk/>
            <pc:sldMk cId="2657343653" sldId="283"/>
            <ac:spMk id="2" creationId="{85A6FF1D-D7F5-295F-ADEA-1F1ED1E22F79}"/>
          </ac:spMkLst>
        </pc:spChg>
        <pc:graphicFrameChg chg="add mod modGraphic">
          <ac:chgData name="Rajarajeshwari S" userId="e4d90711455572c4" providerId="LiveId" clId="{CCD4E902-00B9-4B30-B952-A9A7A2B9871A}" dt="2026-02-11T04:44:48.545" v="1643" actId="14734"/>
          <ac:graphicFrameMkLst>
            <pc:docMk/>
            <pc:sldMk cId="2657343653" sldId="283"/>
            <ac:graphicFrameMk id="4" creationId="{2F8ABEAD-A849-A3A2-0AB9-F3593CDB2636}"/>
          </ac:graphicFrameMkLst>
        </pc:graphicFrameChg>
      </pc:sldChg>
      <pc:sldChg chg="modSp new mod">
        <pc:chgData name="Rajarajeshwari S" userId="e4d90711455572c4" providerId="LiveId" clId="{CCD4E902-00B9-4B30-B952-A9A7A2B9871A}" dt="2026-02-09T03:55:04.652" v="1614" actId="113"/>
        <pc:sldMkLst>
          <pc:docMk/>
          <pc:sldMk cId="1816555785" sldId="284"/>
        </pc:sldMkLst>
        <pc:spChg chg="mod">
          <ac:chgData name="Rajarajeshwari S" userId="e4d90711455572c4" providerId="LiveId" clId="{CCD4E902-00B9-4B30-B952-A9A7A2B9871A}" dt="2026-02-09T03:54:38.472" v="1612" actId="113"/>
          <ac:spMkLst>
            <pc:docMk/>
            <pc:sldMk cId="1816555785" sldId="284"/>
            <ac:spMk id="2" creationId="{3D98E7C8-1AFD-FA7E-4E9F-1D500CF43517}"/>
          </ac:spMkLst>
        </pc:spChg>
        <pc:spChg chg="mod">
          <ac:chgData name="Rajarajeshwari S" userId="e4d90711455572c4" providerId="LiveId" clId="{CCD4E902-00B9-4B30-B952-A9A7A2B9871A}" dt="2026-02-09T03:55:04.652" v="1614" actId="113"/>
          <ac:spMkLst>
            <pc:docMk/>
            <pc:sldMk cId="1816555785" sldId="284"/>
            <ac:spMk id="3" creationId="{ED009787-0FE7-4D0E-C08B-4F38AF3AFD09}"/>
          </ac:spMkLst>
        </pc:spChg>
      </pc:sldChg>
      <pc:sldChg chg="addSp modSp new mod">
        <pc:chgData name="Rajarajeshwari S" userId="e4d90711455572c4" providerId="LiveId" clId="{CCD4E902-00B9-4B30-B952-A9A7A2B9871A}" dt="2026-02-07T06:08:43.627" v="1302" actId="1076"/>
        <pc:sldMkLst>
          <pc:docMk/>
          <pc:sldMk cId="3164929079" sldId="285"/>
        </pc:sldMkLst>
        <pc:spChg chg="mod">
          <ac:chgData name="Rajarajeshwari S" userId="e4d90711455572c4" providerId="LiveId" clId="{CCD4E902-00B9-4B30-B952-A9A7A2B9871A}" dt="2026-02-07T06:08:35.576" v="1299" actId="27636"/>
          <ac:spMkLst>
            <pc:docMk/>
            <pc:sldMk cId="3164929079" sldId="285"/>
            <ac:spMk id="2" creationId="{B29296C1-8072-7709-C17B-31B1CF116139}"/>
          </ac:spMkLst>
        </pc:spChg>
        <pc:picChg chg="add mod">
          <ac:chgData name="Rajarajeshwari S" userId="e4d90711455572c4" providerId="LiveId" clId="{CCD4E902-00B9-4B30-B952-A9A7A2B9871A}" dt="2026-02-07T06:08:43.627" v="1302" actId="1076"/>
          <ac:picMkLst>
            <pc:docMk/>
            <pc:sldMk cId="3164929079" sldId="285"/>
            <ac:picMk id="5" creationId="{D3114245-F0EA-8140-AE8C-7401068CB2A8}"/>
          </ac:picMkLst>
        </pc:picChg>
      </pc:sldChg>
      <pc:sldChg chg="modSp new mod">
        <pc:chgData name="Rajarajeshwari S" userId="e4d90711455572c4" providerId="LiveId" clId="{CCD4E902-00B9-4B30-B952-A9A7A2B9871A}" dt="2026-02-11T04:45:47.696" v="1645" actId="113"/>
        <pc:sldMkLst>
          <pc:docMk/>
          <pc:sldMk cId="249295850" sldId="286"/>
        </pc:sldMkLst>
        <pc:spChg chg="mod">
          <ac:chgData name="Rajarajeshwari S" userId="e4d90711455572c4" providerId="LiveId" clId="{CCD4E902-00B9-4B30-B952-A9A7A2B9871A}" dt="2026-02-07T06:08:57.371" v="1305" actId="27636"/>
          <ac:spMkLst>
            <pc:docMk/>
            <pc:sldMk cId="249295850" sldId="286"/>
            <ac:spMk id="2" creationId="{86B96B80-321E-CD88-5EAF-6FAE06054EC1}"/>
          </ac:spMkLst>
        </pc:spChg>
        <pc:spChg chg="mod">
          <ac:chgData name="Rajarajeshwari S" userId="e4d90711455572c4" providerId="LiveId" clId="{CCD4E902-00B9-4B30-B952-A9A7A2B9871A}" dt="2026-02-11T04:45:47.696" v="1645" actId="113"/>
          <ac:spMkLst>
            <pc:docMk/>
            <pc:sldMk cId="249295850" sldId="286"/>
            <ac:spMk id="3" creationId="{32212EF2-6929-31CB-3993-CD7E3B2649CD}"/>
          </ac:spMkLst>
        </pc:spChg>
      </pc:sldChg>
      <pc:sldChg chg="addSp modSp new mod">
        <pc:chgData name="Rajarajeshwari S" userId="e4d90711455572c4" providerId="LiveId" clId="{CCD4E902-00B9-4B30-B952-A9A7A2B9871A}" dt="2026-02-07T06:09:46.592" v="1318" actId="14100"/>
        <pc:sldMkLst>
          <pc:docMk/>
          <pc:sldMk cId="3977527832" sldId="287"/>
        </pc:sldMkLst>
        <pc:spChg chg="mod">
          <ac:chgData name="Rajarajeshwari S" userId="e4d90711455572c4" providerId="LiveId" clId="{CCD4E902-00B9-4B30-B952-A9A7A2B9871A}" dt="2026-02-07T06:09:25.212" v="1312" actId="20577"/>
          <ac:spMkLst>
            <pc:docMk/>
            <pc:sldMk cId="3977527832" sldId="287"/>
            <ac:spMk id="2" creationId="{D7B11895-FA9D-FB6D-2922-16E9AE803969}"/>
          </ac:spMkLst>
        </pc:spChg>
        <pc:spChg chg="mod">
          <ac:chgData name="Rajarajeshwari S" userId="e4d90711455572c4" providerId="LiveId" clId="{CCD4E902-00B9-4B30-B952-A9A7A2B9871A}" dt="2026-02-07T06:09:34.499" v="1314" actId="14100"/>
          <ac:spMkLst>
            <pc:docMk/>
            <pc:sldMk cId="3977527832" sldId="287"/>
            <ac:spMk id="3" creationId="{A2410B20-5D26-5CF1-C660-FC03E4CBE34D}"/>
          </ac:spMkLst>
        </pc:spChg>
        <pc:picChg chg="add mod">
          <ac:chgData name="Rajarajeshwari S" userId="e4d90711455572c4" providerId="LiveId" clId="{CCD4E902-00B9-4B30-B952-A9A7A2B9871A}" dt="2026-02-07T06:09:46.592" v="1318" actId="14100"/>
          <ac:picMkLst>
            <pc:docMk/>
            <pc:sldMk cId="3977527832" sldId="287"/>
            <ac:picMk id="5" creationId="{0E94755D-4695-4035-BC3B-D037416B2EF2}"/>
          </ac:picMkLst>
        </pc:picChg>
      </pc:sldChg>
      <pc:sldChg chg="modSp new mod">
        <pc:chgData name="Rajarajeshwari S" userId="e4d90711455572c4" providerId="LiveId" clId="{CCD4E902-00B9-4B30-B952-A9A7A2B9871A}" dt="2026-02-07T06:11:06.026" v="1330" actId="14100"/>
        <pc:sldMkLst>
          <pc:docMk/>
          <pc:sldMk cId="1238396275" sldId="288"/>
        </pc:sldMkLst>
        <pc:spChg chg="mod">
          <ac:chgData name="Rajarajeshwari S" userId="e4d90711455572c4" providerId="LiveId" clId="{CCD4E902-00B9-4B30-B952-A9A7A2B9871A}" dt="2026-02-07T06:10:42.566" v="1321" actId="27636"/>
          <ac:spMkLst>
            <pc:docMk/>
            <pc:sldMk cId="1238396275" sldId="288"/>
            <ac:spMk id="2" creationId="{6CB2DB3D-B9D8-7C3B-6669-ED8CDD56132F}"/>
          </ac:spMkLst>
        </pc:spChg>
        <pc:spChg chg="mod">
          <ac:chgData name="Rajarajeshwari S" userId="e4d90711455572c4" providerId="LiveId" clId="{CCD4E902-00B9-4B30-B952-A9A7A2B9871A}" dt="2026-02-07T06:11:06.026" v="1330" actId="14100"/>
          <ac:spMkLst>
            <pc:docMk/>
            <pc:sldMk cId="1238396275" sldId="288"/>
            <ac:spMk id="3" creationId="{60FAD4EC-B595-B05D-CA82-CABF14AB2BC8}"/>
          </ac:spMkLst>
        </pc:spChg>
      </pc:sldChg>
      <pc:sldChg chg="modSp new mod">
        <pc:chgData name="Rajarajeshwari S" userId="e4d90711455572c4" providerId="LiveId" clId="{CCD4E902-00B9-4B30-B952-A9A7A2B9871A}" dt="2026-02-07T06:22:23.551" v="1408" actId="6549"/>
        <pc:sldMkLst>
          <pc:docMk/>
          <pc:sldMk cId="411702954" sldId="289"/>
        </pc:sldMkLst>
        <pc:spChg chg="mod">
          <ac:chgData name="Rajarajeshwari S" userId="e4d90711455572c4" providerId="LiveId" clId="{CCD4E902-00B9-4B30-B952-A9A7A2B9871A}" dt="2026-02-07T06:22:16.749" v="1406" actId="21"/>
          <ac:spMkLst>
            <pc:docMk/>
            <pc:sldMk cId="411702954" sldId="289"/>
            <ac:spMk id="2" creationId="{D53FFFD2-C359-6B41-9EC0-53213AADB039}"/>
          </ac:spMkLst>
        </pc:spChg>
        <pc:spChg chg="mod">
          <ac:chgData name="Rajarajeshwari S" userId="e4d90711455572c4" providerId="LiveId" clId="{CCD4E902-00B9-4B30-B952-A9A7A2B9871A}" dt="2026-02-07T06:22:23.551" v="1408" actId="6549"/>
          <ac:spMkLst>
            <pc:docMk/>
            <pc:sldMk cId="411702954" sldId="289"/>
            <ac:spMk id="3" creationId="{01AAFDE0-3F9B-332D-C17E-96E5D43606A0}"/>
          </ac:spMkLst>
        </pc:spChg>
      </pc:sldChg>
      <pc:sldChg chg="modSp new mod">
        <pc:chgData name="Rajarajeshwari S" userId="e4d90711455572c4" providerId="LiveId" clId="{CCD4E902-00B9-4B30-B952-A9A7A2B9871A}" dt="2026-02-07T06:14:37.317" v="1352" actId="20577"/>
        <pc:sldMkLst>
          <pc:docMk/>
          <pc:sldMk cId="2156604852" sldId="291"/>
        </pc:sldMkLst>
        <pc:spChg chg="mod">
          <ac:chgData name="Rajarajeshwari S" userId="e4d90711455572c4" providerId="LiveId" clId="{CCD4E902-00B9-4B30-B952-A9A7A2B9871A}" dt="2026-02-07T06:14:27.457" v="1348" actId="27636"/>
          <ac:spMkLst>
            <pc:docMk/>
            <pc:sldMk cId="2156604852" sldId="291"/>
            <ac:spMk id="2" creationId="{C1F365BC-782A-7158-520E-FC73F9F9F7E3}"/>
          </ac:spMkLst>
        </pc:spChg>
        <pc:spChg chg="mod">
          <ac:chgData name="Rajarajeshwari S" userId="e4d90711455572c4" providerId="LiveId" clId="{CCD4E902-00B9-4B30-B952-A9A7A2B9871A}" dt="2026-02-07T06:14:37.317" v="1352" actId="20577"/>
          <ac:spMkLst>
            <pc:docMk/>
            <pc:sldMk cId="2156604852" sldId="291"/>
            <ac:spMk id="3" creationId="{491D1DBB-158C-95D7-9FFC-6243B3D3E731}"/>
          </ac:spMkLst>
        </pc:spChg>
      </pc:sldChg>
      <pc:sldChg chg="modSp new mod">
        <pc:chgData name="Rajarajeshwari S" userId="e4d90711455572c4" providerId="LiveId" clId="{CCD4E902-00B9-4B30-B952-A9A7A2B9871A}" dt="2026-02-07T06:16:24.281" v="1374" actId="14100"/>
        <pc:sldMkLst>
          <pc:docMk/>
          <pc:sldMk cId="2269535048" sldId="292"/>
        </pc:sldMkLst>
        <pc:spChg chg="mod">
          <ac:chgData name="Rajarajeshwari S" userId="e4d90711455572c4" providerId="LiveId" clId="{CCD4E902-00B9-4B30-B952-A9A7A2B9871A}" dt="2026-02-07T06:14:58.418" v="1357" actId="113"/>
          <ac:spMkLst>
            <pc:docMk/>
            <pc:sldMk cId="2269535048" sldId="292"/>
            <ac:spMk id="2" creationId="{B41D2DF2-5ECE-CAF6-660C-B7B590074A66}"/>
          </ac:spMkLst>
        </pc:spChg>
        <pc:spChg chg="mod">
          <ac:chgData name="Rajarajeshwari S" userId="e4d90711455572c4" providerId="LiveId" clId="{CCD4E902-00B9-4B30-B952-A9A7A2B9871A}" dt="2026-02-07T06:16:24.281" v="1374" actId="14100"/>
          <ac:spMkLst>
            <pc:docMk/>
            <pc:sldMk cId="2269535048" sldId="292"/>
            <ac:spMk id="3" creationId="{584ACC2A-BC45-E5A8-9E8F-D72695574203}"/>
          </ac:spMkLst>
        </pc:spChg>
      </pc:sldChg>
      <pc:sldChg chg="modSp new mod">
        <pc:chgData name="Rajarajeshwari S" userId="e4d90711455572c4" providerId="LiveId" clId="{CCD4E902-00B9-4B30-B952-A9A7A2B9871A}" dt="2026-02-07T06:16:12.415" v="1370" actId="207"/>
        <pc:sldMkLst>
          <pc:docMk/>
          <pc:sldMk cId="1936529453" sldId="293"/>
        </pc:sldMkLst>
        <pc:spChg chg="mod">
          <ac:chgData name="Rajarajeshwari S" userId="e4d90711455572c4" providerId="LiveId" clId="{CCD4E902-00B9-4B30-B952-A9A7A2B9871A}" dt="2026-02-07T06:16:02.281" v="1366" actId="27636"/>
          <ac:spMkLst>
            <pc:docMk/>
            <pc:sldMk cId="1936529453" sldId="293"/>
            <ac:spMk id="2" creationId="{95E85075-9E4D-5A94-FAC8-AF640BFCA1B8}"/>
          </ac:spMkLst>
        </pc:spChg>
        <pc:spChg chg="mod">
          <ac:chgData name="Rajarajeshwari S" userId="e4d90711455572c4" providerId="LiveId" clId="{CCD4E902-00B9-4B30-B952-A9A7A2B9871A}" dt="2026-02-07T06:16:12.415" v="1370" actId="207"/>
          <ac:spMkLst>
            <pc:docMk/>
            <pc:sldMk cId="1936529453" sldId="293"/>
            <ac:spMk id="3" creationId="{F3FE2D00-158A-44B1-929D-2DDDF40B6377}"/>
          </ac:spMkLst>
        </pc:spChg>
      </pc:sldChg>
      <pc:sldChg chg="addSp delSp modSp new mod">
        <pc:chgData name="Rajarajeshwari S" userId="e4d90711455572c4" providerId="LiveId" clId="{CCD4E902-00B9-4B30-B952-A9A7A2B9871A}" dt="2026-02-07T06:17:15.618" v="1387" actId="1076"/>
        <pc:sldMkLst>
          <pc:docMk/>
          <pc:sldMk cId="843084515" sldId="294"/>
        </pc:sldMkLst>
        <pc:spChg chg="mod">
          <ac:chgData name="Rajarajeshwari S" userId="e4d90711455572c4" providerId="LiveId" clId="{CCD4E902-00B9-4B30-B952-A9A7A2B9871A}" dt="2026-02-07T06:16:42.855" v="1378" actId="20577"/>
          <ac:spMkLst>
            <pc:docMk/>
            <pc:sldMk cId="843084515" sldId="294"/>
            <ac:spMk id="2" creationId="{7B5116B1-D7DE-80B7-B676-87B6CC3BA690}"/>
          </ac:spMkLst>
        </pc:spChg>
        <pc:graphicFrameChg chg="add mod modGraphic">
          <ac:chgData name="Rajarajeshwari S" userId="e4d90711455572c4" providerId="LiveId" clId="{CCD4E902-00B9-4B30-B952-A9A7A2B9871A}" dt="2026-02-07T06:17:15.618" v="1387" actId="1076"/>
          <ac:graphicFrameMkLst>
            <pc:docMk/>
            <pc:sldMk cId="843084515" sldId="294"/>
            <ac:graphicFrameMk id="4" creationId="{0E45A7F1-EF95-F086-1E71-688FFA95D17C}"/>
          </ac:graphicFrameMkLst>
        </pc:graphicFrameChg>
      </pc:sldChg>
      <pc:sldChg chg="modSp new mod">
        <pc:chgData name="Rajarajeshwari S" userId="e4d90711455572c4" providerId="LiveId" clId="{CCD4E902-00B9-4B30-B952-A9A7A2B9871A}" dt="2026-02-16T04:12:33.893" v="2517" actId="14100"/>
        <pc:sldMkLst>
          <pc:docMk/>
          <pc:sldMk cId="2450054865" sldId="295"/>
        </pc:sldMkLst>
        <pc:spChg chg="mod">
          <ac:chgData name="Rajarajeshwari S" userId="e4d90711455572c4" providerId="LiveId" clId="{CCD4E902-00B9-4B30-B952-A9A7A2B9871A}" dt="2026-02-07T06:27:24.529" v="1443" actId="113"/>
          <ac:spMkLst>
            <pc:docMk/>
            <pc:sldMk cId="2450054865" sldId="295"/>
            <ac:spMk id="2" creationId="{BBF496C9-11D7-1837-793E-485A86C66CB9}"/>
          </ac:spMkLst>
        </pc:spChg>
        <pc:spChg chg="mod">
          <ac:chgData name="Rajarajeshwari S" userId="e4d90711455572c4" providerId="LiveId" clId="{CCD4E902-00B9-4B30-B952-A9A7A2B9871A}" dt="2026-02-16T04:12:33.893" v="2517" actId="14100"/>
          <ac:spMkLst>
            <pc:docMk/>
            <pc:sldMk cId="2450054865" sldId="295"/>
            <ac:spMk id="3" creationId="{59C4F847-EA84-79F6-F8D6-3B3C23475B9F}"/>
          </ac:spMkLst>
        </pc:spChg>
      </pc:sldChg>
      <pc:sldChg chg="addSp delSp modSp new mod">
        <pc:chgData name="Rajarajeshwari S" userId="e4d90711455572c4" providerId="LiveId" clId="{CCD4E902-00B9-4B30-B952-A9A7A2B9871A}" dt="2026-02-07T06:21:28.050" v="1402" actId="1076"/>
        <pc:sldMkLst>
          <pc:docMk/>
          <pc:sldMk cId="1763150537" sldId="297"/>
        </pc:sldMkLst>
        <pc:picChg chg="add mod">
          <ac:chgData name="Rajarajeshwari S" userId="e4d90711455572c4" providerId="LiveId" clId="{CCD4E902-00B9-4B30-B952-A9A7A2B9871A}" dt="2026-02-07T06:21:28.050" v="1402" actId="1076"/>
          <ac:picMkLst>
            <pc:docMk/>
            <pc:sldMk cId="1763150537" sldId="297"/>
            <ac:picMk id="5" creationId="{C3C10813-1D92-6BAC-52BB-067C843D9D67}"/>
          </ac:picMkLst>
        </pc:picChg>
      </pc:sldChg>
      <pc:sldChg chg="modSp new mod">
        <pc:chgData name="Rajarajeshwari S" userId="e4d90711455572c4" providerId="LiveId" clId="{CCD4E902-00B9-4B30-B952-A9A7A2B9871A}" dt="2026-02-11T04:51:32.795" v="1647" actId="113"/>
        <pc:sldMkLst>
          <pc:docMk/>
          <pc:sldMk cId="3152789661" sldId="298"/>
        </pc:sldMkLst>
        <pc:spChg chg="mod">
          <ac:chgData name="Rajarajeshwari S" userId="e4d90711455572c4" providerId="LiveId" clId="{CCD4E902-00B9-4B30-B952-A9A7A2B9871A}" dt="2026-02-07T06:22:19.479" v="1407"/>
          <ac:spMkLst>
            <pc:docMk/>
            <pc:sldMk cId="3152789661" sldId="298"/>
            <ac:spMk id="2" creationId="{389D0C6F-D622-876C-0924-8C6F075237A6}"/>
          </ac:spMkLst>
        </pc:spChg>
        <pc:spChg chg="mod">
          <ac:chgData name="Rajarajeshwari S" userId="e4d90711455572c4" providerId="LiveId" clId="{CCD4E902-00B9-4B30-B952-A9A7A2B9871A}" dt="2026-02-11T04:51:32.795" v="1647" actId="113"/>
          <ac:spMkLst>
            <pc:docMk/>
            <pc:sldMk cId="3152789661" sldId="298"/>
            <ac:spMk id="3" creationId="{FB4E1148-C5D7-8480-3C71-6C5D895165BF}"/>
          </ac:spMkLst>
        </pc:spChg>
      </pc:sldChg>
      <pc:sldChg chg="modSp new mod">
        <pc:chgData name="Rajarajeshwari S" userId="e4d90711455572c4" providerId="LiveId" clId="{CCD4E902-00B9-4B30-B952-A9A7A2B9871A}" dt="2026-02-11T04:51:56.803" v="1648" actId="113"/>
        <pc:sldMkLst>
          <pc:docMk/>
          <pc:sldMk cId="249080177" sldId="299"/>
        </pc:sldMkLst>
        <pc:spChg chg="mod">
          <ac:chgData name="Rajarajeshwari S" userId="e4d90711455572c4" providerId="LiveId" clId="{CCD4E902-00B9-4B30-B952-A9A7A2B9871A}" dt="2026-02-07T06:23:10.854" v="1416" actId="27636"/>
          <ac:spMkLst>
            <pc:docMk/>
            <pc:sldMk cId="249080177" sldId="299"/>
            <ac:spMk id="2" creationId="{4897B134-97C6-0B65-8CD4-38AE29E83070}"/>
          </ac:spMkLst>
        </pc:spChg>
        <pc:spChg chg="mod">
          <ac:chgData name="Rajarajeshwari S" userId="e4d90711455572c4" providerId="LiveId" clId="{CCD4E902-00B9-4B30-B952-A9A7A2B9871A}" dt="2026-02-11T04:51:56.803" v="1648" actId="113"/>
          <ac:spMkLst>
            <pc:docMk/>
            <pc:sldMk cId="249080177" sldId="299"/>
            <ac:spMk id="3" creationId="{FB5BC13B-E68C-1DCC-0D99-BBB4A507A96C}"/>
          </ac:spMkLst>
        </pc:spChg>
      </pc:sldChg>
      <pc:sldChg chg="modSp new mod">
        <pc:chgData name="Rajarajeshwari S" userId="e4d90711455572c4" providerId="LiveId" clId="{CCD4E902-00B9-4B30-B952-A9A7A2B9871A}" dt="2026-02-11T04:56:14.834" v="1649" actId="113"/>
        <pc:sldMkLst>
          <pc:docMk/>
          <pc:sldMk cId="741174448" sldId="300"/>
        </pc:sldMkLst>
        <pc:spChg chg="mod">
          <ac:chgData name="Rajarajeshwari S" userId="e4d90711455572c4" providerId="LiveId" clId="{CCD4E902-00B9-4B30-B952-A9A7A2B9871A}" dt="2026-02-07T06:23:45.184" v="1422" actId="27636"/>
          <ac:spMkLst>
            <pc:docMk/>
            <pc:sldMk cId="741174448" sldId="300"/>
            <ac:spMk id="2" creationId="{BBABC6AB-0545-B99C-59D5-A31C92016F11}"/>
          </ac:spMkLst>
        </pc:spChg>
        <pc:spChg chg="mod">
          <ac:chgData name="Rajarajeshwari S" userId="e4d90711455572c4" providerId="LiveId" clId="{CCD4E902-00B9-4B30-B952-A9A7A2B9871A}" dt="2026-02-11T04:56:14.834" v="1649" actId="113"/>
          <ac:spMkLst>
            <pc:docMk/>
            <pc:sldMk cId="741174448" sldId="300"/>
            <ac:spMk id="3" creationId="{261E7CAC-8CAD-B5CD-6485-6DFE38C9A6F7}"/>
          </ac:spMkLst>
        </pc:spChg>
      </pc:sldChg>
      <pc:sldChg chg="modSp new mod">
        <pc:chgData name="Rajarajeshwari S" userId="e4d90711455572c4" providerId="LiveId" clId="{CCD4E902-00B9-4B30-B952-A9A7A2B9871A}" dt="2026-02-11T04:57:01.134" v="1650" actId="113"/>
        <pc:sldMkLst>
          <pc:docMk/>
          <pc:sldMk cId="3060066416" sldId="301"/>
        </pc:sldMkLst>
        <pc:spChg chg="mod">
          <ac:chgData name="Rajarajeshwari S" userId="e4d90711455572c4" providerId="LiveId" clId="{CCD4E902-00B9-4B30-B952-A9A7A2B9871A}" dt="2026-02-07T06:24:24.764" v="1435" actId="27636"/>
          <ac:spMkLst>
            <pc:docMk/>
            <pc:sldMk cId="3060066416" sldId="301"/>
            <ac:spMk id="2" creationId="{CF91F7DC-ECF3-5305-85DD-AA947B7034B3}"/>
          </ac:spMkLst>
        </pc:spChg>
        <pc:spChg chg="mod">
          <ac:chgData name="Rajarajeshwari S" userId="e4d90711455572c4" providerId="LiveId" clId="{CCD4E902-00B9-4B30-B952-A9A7A2B9871A}" dt="2026-02-11T04:57:01.134" v="1650" actId="113"/>
          <ac:spMkLst>
            <pc:docMk/>
            <pc:sldMk cId="3060066416" sldId="301"/>
            <ac:spMk id="3" creationId="{2612AE87-2E57-A669-87E0-6933BBACF9B5}"/>
          </ac:spMkLst>
        </pc:spChg>
      </pc:sldChg>
      <pc:sldChg chg="modSp new mod">
        <pc:chgData name="Rajarajeshwari S" userId="e4d90711455572c4" providerId="LiveId" clId="{CCD4E902-00B9-4B30-B952-A9A7A2B9871A}" dt="2026-02-16T02:58:42.904" v="2487" actId="14100"/>
        <pc:sldMkLst>
          <pc:docMk/>
          <pc:sldMk cId="3980577343" sldId="302"/>
        </pc:sldMkLst>
        <pc:spChg chg="mod">
          <ac:chgData name="Rajarajeshwari S" userId="e4d90711455572c4" providerId="LiveId" clId="{CCD4E902-00B9-4B30-B952-A9A7A2B9871A}" dt="2026-02-16T02:58:42.904" v="2487" actId="14100"/>
          <ac:spMkLst>
            <pc:docMk/>
            <pc:sldMk cId="3980577343" sldId="302"/>
            <ac:spMk id="3" creationId="{04042E09-AC3C-B8FB-AB8C-C4E41C95564C}"/>
          </ac:spMkLst>
        </pc:spChg>
      </pc:sldChg>
      <pc:sldChg chg="addSp modSp new">
        <pc:chgData name="Rajarajeshwari S" userId="e4d90711455572c4" providerId="LiveId" clId="{CCD4E902-00B9-4B30-B952-A9A7A2B9871A}" dt="2026-02-07T06:52:33.531" v="1462" actId="1076"/>
        <pc:sldMkLst>
          <pc:docMk/>
          <pc:sldMk cId="2831458233" sldId="303"/>
        </pc:sldMkLst>
        <pc:picChg chg="add mod">
          <ac:chgData name="Rajarajeshwari S" userId="e4d90711455572c4" providerId="LiveId" clId="{CCD4E902-00B9-4B30-B952-A9A7A2B9871A}" dt="2026-02-07T06:52:33.531" v="1462" actId="1076"/>
          <ac:picMkLst>
            <pc:docMk/>
            <pc:sldMk cId="2831458233" sldId="303"/>
            <ac:picMk id="13314" creationId="{FFA04BD5-1E63-6921-7D03-C1E1CDE106EF}"/>
          </ac:picMkLst>
        </pc:picChg>
      </pc:sldChg>
      <pc:sldChg chg="modSp new mod">
        <pc:chgData name="Rajarajeshwari S" userId="e4d90711455572c4" providerId="LiveId" clId="{CCD4E902-00B9-4B30-B952-A9A7A2B9871A}" dt="2026-02-16T03:03:19.643" v="2497" actId="14100"/>
        <pc:sldMkLst>
          <pc:docMk/>
          <pc:sldMk cId="2885065178" sldId="304"/>
        </pc:sldMkLst>
        <pc:spChg chg="mod">
          <ac:chgData name="Rajarajeshwari S" userId="e4d90711455572c4" providerId="LiveId" clId="{CCD4E902-00B9-4B30-B952-A9A7A2B9871A}" dt="2026-02-07T06:53:21.647" v="1477" actId="113"/>
          <ac:spMkLst>
            <pc:docMk/>
            <pc:sldMk cId="2885065178" sldId="304"/>
            <ac:spMk id="2" creationId="{A0535037-4999-BDC5-445C-BB1FDC73E9FA}"/>
          </ac:spMkLst>
        </pc:spChg>
        <pc:spChg chg="mod">
          <ac:chgData name="Rajarajeshwari S" userId="e4d90711455572c4" providerId="LiveId" clId="{CCD4E902-00B9-4B30-B952-A9A7A2B9871A}" dt="2026-02-16T03:03:19.643" v="2497" actId="14100"/>
          <ac:spMkLst>
            <pc:docMk/>
            <pc:sldMk cId="2885065178" sldId="304"/>
            <ac:spMk id="3" creationId="{DC792A85-A279-AF22-3AFD-D4780E7CD0A7}"/>
          </ac:spMkLst>
        </pc:spChg>
      </pc:sldChg>
      <pc:sldChg chg="modSp new mod">
        <pc:chgData name="Rajarajeshwari S" userId="e4d90711455572c4" providerId="LiveId" clId="{CCD4E902-00B9-4B30-B952-A9A7A2B9871A}" dt="2026-02-07T06:58:50.141" v="1483" actId="14100"/>
        <pc:sldMkLst>
          <pc:docMk/>
          <pc:sldMk cId="3055951727" sldId="305"/>
        </pc:sldMkLst>
        <pc:spChg chg="mod">
          <ac:chgData name="Rajarajeshwari S" userId="e4d90711455572c4" providerId="LiveId" clId="{CCD4E902-00B9-4B30-B952-A9A7A2B9871A}" dt="2026-02-07T06:58:47.933" v="1482" actId="27636"/>
          <ac:spMkLst>
            <pc:docMk/>
            <pc:sldMk cId="3055951727" sldId="305"/>
            <ac:spMk id="2" creationId="{267763B2-9334-A2CA-883A-A4D7243E4C9A}"/>
          </ac:spMkLst>
        </pc:spChg>
        <pc:spChg chg="mod">
          <ac:chgData name="Rajarajeshwari S" userId="e4d90711455572c4" providerId="LiveId" clId="{CCD4E902-00B9-4B30-B952-A9A7A2B9871A}" dt="2026-02-07T06:58:50.141" v="1483" actId="14100"/>
          <ac:spMkLst>
            <pc:docMk/>
            <pc:sldMk cId="3055951727" sldId="305"/>
            <ac:spMk id="3" creationId="{8CDA45C0-D5E5-7D0B-76A4-C68EDAEBA623}"/>
          </ac:spMkLst>
        </pc:spChg>
      </pc:sldChg>
      <pc:sldChg chg="addSp delSp modSp new mod">
        <pc:chgData name="Rajarajeshwari S" userId="e4d90711455572c4" providerId="LiveId" clId="{CCD4E902-00B9-4B30-B952-A9A7A2B9871A}" dt="2026-02-07T06:59:18.898" v="1488" actId="478"/>
        <pc:sldMkLst>
          <pc:docMk/>
          <pc:sldMk cId="3654203250" sldId="306"/>
        </pc:sldMkLst>
        <pc:spChg chg="mod">
          <ac:chgData name="Rajarajeshwari S" userId="e4d90711455572c4" providerId="LiveId" clId="{CCD4E902-00B9-4B30-B952-A9A7A2B9871A}" dt="2026-02-07T06:59:05.523" v="1486" actId="27636"/>
          <ac:spMkLst>
            <pc:docMk/>
            <pc:sldMk cId="3654203250" sldId="306"/>
            <ac:spMk id="2" creationId="{D0295B50-F43A-9D19-AD19-7869A33A3AD8}"/>
          </ac:spMkLst>
        </pc:spChg>
        <pc:spChg chg="mod">
          <ac:chgData name="Rajarajeshwari S" userId="e4d90711455572c4" providerId="LiveId" clId="{CCD4E902-00B9-4B30-B952-A9A7A2B9871A}" dt="2026-02-07T06:59:05.486" v="1485"/>
          <ac:spMkLst>
            <pc:docMk/>
            <pc:sldMk cId="3654203250" sldId="306"/>
            <ac:spMk id="3" creationId="{6DCBE0D6-4B75-D8CB-6D0D-A88F7366C7D5}"/>
          </ac:spMkLst>
        </pc:spChg>
      </pc:sldChg>
      <pc:sldChg chg="addSp delSp modSp new mod">
        <pc:chgData name="Rajarajeshwari S" userId="e4d90711455572c4" providerId="LiveId" clId="{CCD4E902-00B9-4B30-B952-A9A7A2B9871A}" dt="2026-02-07T07:05:49.401" v="1514"/>
        <pc:sldMkLst>
          <pc:docMk/>
          <pc:sldMk cId="324339864" sldId="307"/>
        </pc:sldMkLst>
        <pc:spChg chg="mod">
          <ac:chgData name="Rajarajeshwari S" userId="e4d90711455572c4" providerId="LiveId" clId="{CCD4E902-00B9-4B30-B952-A9A7A2B9871A}" dt="2026-02-07T07:03:43.837" v="1502" actId="27636"/>
          <ac:spMkLst>
            <pc:docMk/>
            <pc:sldMk cId="324339864" sldId="307"/>
            <ac:spMk id="2" creationId="{A75D5FD0-244C-6E91-1DD5-6C474B734E2A}"/>
          </ac:spMkLst>
        </pc:spChg>
        <pc:graphicFrameChg chg="add mod modGraphic">
          <ac:chgData name="Rajarajeshwari S" userId="e4d90711455572c4" providerId="LiveId" clId="{CCD4E902-00B9-4B30-B952-A9A7A2B9871A}" dt="2026-02-07T07:05:49.401" v="1514"/>
          <ac:graphicFrameMkLst>
            <pc:docMk/>
            <pc:sldMk cId="324339864" sldId="307"/>
            <ac:graphicFrameMk id="4" creationId="{35A252DA-656E-BD03-90CC-069F5F8BAB2B}"/>
          </ac:graphicFrameMkLst>
        </pc:graphicFrameChg>
      </pc:sldChg>
      <pc:sldChg chg="addSp delSp modSp new mod">
        <pc:chgData name="Rajarajeshwari S" userId="e4d90711455572c4" providerId="LiveId" clId="{CCD4E902-00B9-4B30-B952-A9A7A2B9871A}" dt="2026-02-16T03:01:20.779" v="2491" actId="14100"/>
        <pc:sldMkLst>
          <pc:docMk/>
          <pc:sldMk cId="2140346072" sldId="308"/>
        </pc:sldMkLst>
        <pc:spChg chg="mod">
          <ac:chgData name="Rajarajeshwari S" userId="e4d90711455572c4" providerId="LiveId" clId="{CCD4E902-00B9-4B30-B952-A9A7A2B9871A}" dt="2026-02-07T07:03:43.837" v="1501" actId="27636"/>
          <ac:spMkLst>
            <pc:docMk/>
            <pc:sldMk cId="2140346072" sldId="308"/>
            <ac:spMk id="2" creationId="{A5B9A02A-F32C-579F-6904-03A40ABACB05}"/>
          </ac:spMkLst>
        </pc:spChg>
        <pc:spChg chg="add mod">
          <ac:chgData name="Rajarajeshwari S" userId="e4d90711455572c4" providerId="LiveId" clId="{CCD4E902-00B9-4B30-B952-A9A7A2B9871A}" dt="2026-02-16T03:01:20.779" v="2491" actId="14100"/>
          <ac:spMkLst>
            <pc:docMk/>
            <pc:sldMk cId="2140346072" sldId="308"/>
            <ac:spMk id="5" creationId="{785F3436-E546-FD64-7AEB-34B6792AB490}"/>
          </ac:spMkLst>
        </pc:spChg>
      </pc:sldChg>
      <pc:sldChg chg="modSp new mod">
        <pc:chgData name="Rajarajeshwari S" userId="e4d90711455572c4" providerId="LiveId" clId="{CCD4E902-00B9-4B30-B952-A9A7A2B9871A}" dt="2026-02-16T02:59:32.307" v="2488" actId="113"/>
        <pc:sldMkLst>
          <pc:docMk/>
          <pc:sldMk cId="248876121" sldId="309"/>
        </pc:sldMkLst>
        <pc:spChg chg="mod">
          <ac:chgData name="Rajarajeshwari S" userId="e4d90711455572c4" providerId="LiveId" clId="{CCD4E902-00B9-4B30-B952-A9A7A2B9871A}" dt="2026-02-07T07:03:43.805" v="1500" actId="27636"/>
          <ac:spMkLst>
            <pc:docMk/>
            <pc:sldMk cId="248876121" sldId="309"/>
            <ac:spMk id="2" creationId="{03C7898F-85F6-73EB-75DD-5D1C7603DDC9}"/>
          </ac:spMkLst>
        </pc:spChg>
        <pc:spChg chg="mod">
          <ac:chgData name="Rajarajeshwari S" userId="e4d90711455572c4" providerId="LiveId" clId="{CCD4E902-00B9-4B30-B952-A9A7A2B9871A}" dt="2026-02-16T02:59:32.307" v="2488" actId="113"/>
          <ac:spMkLst>
            <pc:docMk/>
            <pc:sldMk cId="248876121" sldId="309"/>
            <ac:spMk id="3" creationId="{99BDDD27-44A7-A2EE-ECD5-F56F75DD54B7}"/>
          </ac:spMkLst>
        </pc:spChg>
      </pc:sldChg>
      <pc:sldChg chg="addSp modSp new mod">
        <pc:chgData name="Rajarajeshwari S" userId="e4d90711455572c4" providerId="LiveId" clId="{CCD4E902-00B9-4B30-B952-A9A7A2B9871A}" dt="2026-02-16T03:01:34.992" v="2494" actId="14100"/>
        <pc:sldMkLst>
          <pc:docMk/>
          <pc:sldMk cId="1424794715" sldId="310"/>
        </pc:sldMkLst>
        <pc:spChg chg="mod">
          <ac:chgData name="Rajarajeshwari S" userId="e4d90711455572c4" providerId="LiveId" clId="{CCD4E902-00B9-4B30-B952-A9A7A2B9871A}" dt="2026-02-07T07:06:45.634" v="1530" actId="27636"/>
          <ac:spMkLst>
            <pc:docMk/>
            <pc:sldMk cId="1424794715" sldId="310"/>
            <ac:spMk id="2" creationId="{F4766F06-6905-5121-9025-8EBD035D460D}"/>
          </ac:spMkLst>
        </pc:spChg>
        <pc:picChg chg="add mod">
          <ac:chgData name="Rajarajeshwari S" userId="e4d90711455572c4" providerId="LiveId" clId="{CCD4E902-00B9-4B30-B952-A9A7A2B9871A}" dt="2026-02-16T03:01:34.992" v="2494" actId="14100"/>
          <ac:picMkLst>
            <pc:docMk/>
            <pc:sldMk cId="1424794715" sldId="310"/>
            <ac:picMk id="7" creationId="{487E1D79-0144-9845-0579-AC1AD0D571F7}"/>
          </ac:picMkLst>
        </pc:picChg>
      </pc:sldChg>
      <pc:sldChg chg="addSp delSp modSp new mod">
        <pc:chgData name="Rajarajeshwari S" userId="e4d90711455572c4" providerId="LiveId" clId="{CCD4E902-00B9-4B30-B952-A9A7A2B9871A}" dt="2026-02-16T03:05:12.595" v="2510" actId="14100"/>
        <pc:sldMkLst>
          <pc:docMk/>
          <pc:sldMk cId="4214022105" sldId="311"/>
        </pc:sldMkLst>
        <pc:spChg chg="mod">
          <ac:chgData name="Rajarajeshwari S" userId="e4d90711455572c4" providerId="LiveId" clId="{CCD4E902-00B9-4B30-B952-A9A7A2B9871A}" dt="2026-02-07T07:07:57.138" v="1537" actId="27636"/>
          <ac:spMkLst>
            <pc:docMk/>
            <pc:sldMk cId="4214022105" sldId="311"/>
            <ac:spMk id="2" creationId="{AD2DB452-C152-ACEF-8A64-2DF4BA1E5AE4}"/>
          </ac:spMkLst>
        </pc:spChg>
        <pc:spChg chg="mod">
          <ac:chgData name="Rajarajeshwari S" userId="e4d90711455572c4" providerId="LiveId" clId="{CCD4E902-00B9-4B30-B952-A9A7A2B9871A}" dt="2026-02-16T03:05:12.595" v="2510" actId="14100"/>
          <ac:spMkLst>
            <pc:docMk/>
            <pc:sldMk cId="4214022105" sldId="311"/>
            <ac:spMk id="3" creationId="{0A29B0F9-C0BB-31AF-1873-3B840A96A932}"/>
          </ac:spMkLst>
        </pc:spChg>
      </pc:sldChg>
      <pc:sldChg chg="modSp new mod">
        <pc:chgData name="Rajarajeshwari S" userId="e4d90711455572c4" providerId="LiveId" clId="{CCD4E902-00B9-4B30-B952-A9A7A2B9871A}" dt="2026-02-11T10:26:30.592" v="2175" actId="20577"/>
        <pc:sldMkLst>
          <pc:docMk/>
          <pc:sldMk cId="1615683801" sldId="312"/>
        </pc:sldMkLst>
        <pc:spChg chg="mod">
          <ac:chgData name="Rajarajeshwari S" userId="e4d90711455572c4" providerId="LiveId" clId="{CCD4E902-00B9-4B30-B952-A9A7A2B9871A}" dt="2026-02-07T07:13:29.694" v="1547" actId="20577"/>
          <ac:spMkLst>
            <pc:docMk/>
            <pc:sldMk cId="1615683801" sldId="312"/>
            <ac:spMk id="2" creationId="{D47869E0-6299-6356-CAFB-ED69B23158E9}"/>
          </ac:spMkLst>
        </pc:spChg>
        <pc:spChg chg="mod">
          <ac:chgData name="Rajarajeshwari S" userId="e4d90711455572c4" providerId="LiveId" clId="{CCD4E902-00B9-4B30-B952-A9A7A2B9871A}" dt="2026-02-11T10:26:30.592" v="2175" actId="20577"/>
          <ac:spMkLst>
            <pc:docMk/>
            <pc:sldMk cId="1615683801" sldId="312"/>
            <ac:spMk id="3" creationId="{7E7C93AD-0CBF-FEA3-7F97-D4292B7D3C96}"/>
          </ac:spMkLst>
        </pc:spChg>
      </pc:sldChg>
      <pc:sldChg chg="addSp modSp new">
        <pc:chgData name="Rajarajeshwari S" userId="e4d90711455572c4" providerId="LiveId" clId="{CCD4E902-00B9-4B30-B952-A9A7A2B9871A}" dt="2026-02-09T03:43:17.280" v="1559" actId="1076"/>
        <pc:sldMkLst>
          <pc:docMk/>
          <pc:sldMk cId="4263475740" sldId="313"/>
        </pc:sldMkLst>
        <pc:picChg chg="add mod">
          <ac:chgData name="Rajarajeshwari S" userId="e4d90711455572c4" providerId="LiveId" clId="{CCD4E902-00B9-4B30-B952-A9A7A2B9871A}" dt="2026-02-09T03:43:17.280" v="1559" actId="1076"/>
          <ac:picMkLst>
            <pc:docMk/>
            <pc:sldMk cId="4263475740" sldId="313"/>
            <ac:picMk id="1026" creationId="{EDC0C654-98EE-7163-7DA5-69B232C46886}"/>
          </ac:picMkLst>
        </pc:picChg>
      </pc:sldChg>
      <pc:sldChg chg="modSp new mod">
        <pc:chgData name="Rajarajeshwari S" userId="e4d90711455572c4" providerId="LiveId" clId="{CCD4E902-00B9-4B30-B952-A9A7A2B9871A}" dt="2026-02-09T03:51:30.330" v="1608" actId="27636"/>
        <pc:sldMkLst>
          <pc:docMk/>
          <pc:sldMk cId="621165197" sldId="314"/>
        </pc:sldMkLst>
        <pc:spChg chg="mod">
          <ac:chgData name="Rajarajeshwari S" userId="e4d90711455572c4" providerId="LiveId" clId="{CCD4E902-00B9-4B30-B952-A9A7A2B9871A}" dt="2026-02-09T03:51:30.330" v="1608" actId="27636"/>
          <ac:spMkLst>
            <pc:docMk/>
            <pc:sldMk cId="621165197" sldId="314"/>
            <ac:spMk id="2" creationId="{26C95F47-FC18-9B07-2746-CE66EBEB72B6}"/>
          </ac:spMkLst>
        </pc:spChg>
        <pc:spChg chg="mod">
          <ac:chgData name="Rajarajeshwari S" userId="e4d90711455572c4" providerId="LiveId" clId="{CCD4E902-00B9-4B30-B952-A9A7A2B9871A}" dt="2026-02-09T03:51:30.315" v="1607" actId="27636"/>
          <ac:spMkLst>
            <pc:docMk/>
            <pc:sldMk cId="621165197" sldId="314"/>
            <ac:spMk id="3" creationId="{30C5B110-8FFF-520D-952E-DF7BE39956C5}"/>
          </ac:spMkLst>
        </pc:spChg>
      </pc:sldChg>
      <pc:sldChg chg="addSp modSp new mod">
        <pc:chgData name="Rajarajeshwari S" userId="e4d90711455572c4" providerId="LiveId" clId="{CCD4E902-00B9-4B30-B952-A9A7A2B9871A}" dt="2026-02-09T04:00:36.400" v="1635" actId="20577"/>
        <pc:sldMkLst>
          <pc:docMk/>
          <pc:sldMk cId="2820122334" sldId="315"/>
        </pc:sldMkLst>
        <pc:spChg chg="mod">
          <ac:chgData name="Rajarajeshwari S" userId="e4d90711455572c4" providerId="LiveId" clId="{CCD4E902-00B9-4B30-B952-A9A7A2B9871A}" dt="2026-02-09T04:00:36.400" v="1635" actId="20577"/>
          <ac:spMkLst>
            <pc:docMk/>
            <pc:sldMk cId="2820122334" sldId="315"/>
            <ac:spMk id="2" creationId="{2E7B215A-5EE5-F553-7722-F24F6CF70ECB}"/>
          </ac:spMkLst>
        </pc:spChg>
        <pc:picChg chg="add mod">
          <ac:chgData name="Rajarajeshwari S" userId="e4d90711455572c4" providerId="LiveId" clId="{CCD4E902-00B9-4B30-B952-A9A7A2B9871A}" dt="2026-02-09T04:00:26.233" v="1621" actId="1076"/>
          <ac:picMkLst>
            <pc:docMk/>
            <pc:sldMk cId="2820122334" sldId="315"/>
            <ac:picMk id="2050" creationId="{7B84037C-67D6-8D58-D988-2AA8B9EC6981}"/>
          </ac:picMkLst>
        </pc:picChg>
      </pc:sldChg>
      <pc:sldChg chg="addSp modSp new">
        <pc:chgData name="Rajarajeshwari S" userId="e4d90711455572c4" providerId="LiveId" clId="{CCD4E902-00B9-4B30-B952-A9A7A2B9871A}" dt="2026-02-09T04:00:56.331" v="1642" actId="1076"/>
        <pc:sldMkLst>
          <pc:docMk/>
          <pc:sldMk cId="443971006" sldId="316"/>
        </pc:sldMkLst>
        <pc:picChg chg="add mod">
          <ac:chgData name="Rajarajeshwari S" userId="e4d90711455572c4" providerId="LiveId" clId="{CCD4E902-00B9-4B30-B952-A9A7A2B9871A}" dt="2026-02-09T04:00:56.331" v="1642" actId="1076"/>
          <ac:picMkLst>
            <pc:docMk/>
            <pc:sldMk cId="443971006" sldId="316"/>
            <ac:picMk id="3074" creationId="{95BAE06E-7751-6E0B-1715-A357A85FFB49}"/>
          </ac:picMkLst>
        </pc:picChg>
      </pc:sldChg>
      <pc:sldChg chg="modSp new mod">
        <pc:chgData name="Rajarajeshwari S" userId="e4d90711455572c4" providerId="LiveId" clId="{CCD4E902-00B9-4B30-B952-A9A7A2B9871A}" dt="2026-02-16T03:12:43.532" v="2511" actId="113"/>
        <pc:sldMkLst>
          <pc:docMk/>
          <pc:sldMk cId="534517459" sldId="317"/>
        </pc:sldMkLst>
        <pc:spChg chg="mod">
          <ac:chgData name="Rajarajeshwari S" userId="e4d90711455572c4" providerId="LiveId" clId="{CCD4E902-00B9-4B30-B952-A9A7A2B9871A}" dt="2026-02-11T06:55:24.794" v="1655" actId="20577"/>
          <ac:spMkLst>
            <pc:docMk/>
            <pc:sldMk cId="534517459" sldId="317"/>
            <ac:spMk id="2" creationId="{37294E52-28D9-6241-B320-532A47973AC2}"/>
          </ac:spMkLst>
        </pc:spChg>
        <pc:spChg chg="mod">
          <ac:chgData name="Rajarajeshwari S" userId="e4d90711455572c4" providerId="LiveId" clId="{CCD4E902-00B9-4B30-B952-A9A7A2B9871A}" dt="2026-02-16T03:12:43.532" v="2511" actId="113"/>
          <ac:spMkLst>
            <pc:docMk/>
            <pc:sldMk cId="534517459" sldId="317"/>
            <ac:spMk id="3" creationId="{7EB7E27E-EAAD-E144-6A2C-D0226787445A}"/>
          </ac:spMkLst>
        </pc:spChg>
      </pc:sldChg>
      <pc:sldChg chg="addSp modSp new mod">
        <pc:chgData name="Rajarajeshwari S" userId="e4d90711455572c4" providerId="LiveId" clId="{CCD4E902-00B9-4B30-B952-A9A7A2B9871A}" dt="2026-02-11T07:11:17.819" v="1676" actId="1076"/>
        <pc:sldMkLst>
          <pc:docMk/>
          <pc:sldMk cId="3453993654" sldId="318"/>
        </pc:sldMkLst>
        <pc:spChg chg="mod">
          <ac:chgData name="Rajarajeshwari S" userId="e4d90711455572c4" providerId="LiveId" clId="{CCD4E902-00B9-4B30-B952-A9A7A2B9871A}" dt="2026-02-11T07:10:23.943" v="1663" actId="20577"/>
          <ac:spMkLst>
            <pc:docMk/>
            <pc:sldMk cId="3453993654" sldId="318"/>
            <ac:spMk id="2" creationId="{DABE3530-1D86-7FD3-6748-572CF7F8114F}"/>
          </ac:spMkLst>
        </pc:spChg>
        <pc:spChg chg="mod">
          <ac:chgData name="Rajarajeshwari S" userId="e4d90711455572c4" providerId="LiveId" clId="{CCD4E902-00B9-4B30-B952-A9A7A2B9871A}" dt="2026-02-11T07:11:13.692" v="1673" actId="14100"/>
          <ac:spMkLst>
            <pc:docMk/>
            <pc:sldMk cId="3453993654" sldId="318"/>
            <ac:spMk id="3" creationId="{B0F8E8B0-685F-B712-4FE6-C0A147D8EBBC}"/>
          </ac:spMkLst>
        </pc:spChg>
        <pc:picChg chg="add mod">
          <ac:chgData name="Rajarajeshwari S" userId="e4d90711455572c4" providerId="LiveId" clId="{CCD4E902-00B9-4B30-B952-A9A7A2B9871A}" dt="2026-02-11T07:11:17.819" v="1676" actId="1076"/>
          <ac:picMkLst>
            <pc:docMk/>
            <pc:sldMk cId="3453993654" sldId="318"/>
            <ac:picMk id="5" creationId="{3A6BE2DA-45DC-16C2-C0C8-3BB0DCAFAE6F}"/>
          </ac:picMkLst>
        </pc:picChg>
      </pc:sldChg>
      <pc:sldChg chg="modSp new mod">
        <pc:chgData name="Rajarajeshwari S" userId="e4d90711455572c4" providerId="LiveId" clId="{CCD4E902-00B9-4B30-B952-A9A7A2B9871A}" dt="2026-02-11T07:13:48.399" v="1680" actId="14100"/>
        <pc:sldMkLst>
          <pc:docMk/>
          <pc:sldMk cId="3099303189" sldId="319"/>
        </pc:sldMkLst>
        <pc:spChg chg="mod">
          <ac:chgData name="Rajarajeshwari S" userId="e4d90711455572c4" providerId="LiveId" clId="{CCD4E902-00B9-4B30-B952-A9A7A2B9871A}" dt="2026-02-11T07:11:53.861" v="1679" actId="27636"/>
          <ac:spMkLst>
            <pc:docMk/>
            <pc:sldMk cId="3099303189" sldId="319"/>
            <ac:spMk id="2" creationId="{CBF60AE6-DAF4-17BE-A474-F8902EFC2926}"/>
          </ac:spMkLst>
        </pc:spChg>
        <pc:spChg chg="mod">
          <ac:chgData name="Rajarajeshwari S" userId="e4d90711455572c4" providerId="LiveId" clId="{CCD4E902-00B9-4B30-B952-A9A7A2B9871A}" dt="2026-02-11T07:13:48.399" v="1680" actId="14100"/>
          <ac:spMkLst>
            <pc:docMk/>
            <pc:sldMk cId="3099303189" sldId="319"/>
            <ac:spMk id="3" creationId="{3BFC21A4-F28A-E30E-1503-2A892AB648B3}"/>
          </ac:spMkLst>
        </pc:spChg>
      </pc:sldChg>
      <pc:sldChg chg="addSp delSp modSp new mod">
        <pc:chgData name="Rajarajeshwari S" userId="e4d90711455572c4" providerId="LiveId" clId="{CCD4E902-00B9-4B30-B952-A9A7A2B9871A}" dt="2026-02-11T07:14:24.392" v="1691" actId="1076"/>
        <pc:sldMkLst>
          <pc:docMk/>
          <pc:sldMk cId="3814103693" sldId="320"/>
        </pc:sldMkLst>
        <pc:spChg chg="add mod">
          <ac:chgData name="Rajarajeshwari S" userId="e4d90711455572c4" providerId="LiveId" clId="{CCD4E902-00B9-4B30-B952-A9A7A2B9871A}" dt="2026-02-11T07:14:15.772" v="1685" actId="20577"/>
          <ac:spMkLst>
            <pc:docMk/>
            <pc:sldMk cId="3814103693" sldId="320"/>
            <ac:spMk id="5" creationId="{D9CAFE57-1E28-4400-F9E0-9F5539A2181A}"/>
          </ac:spMkLst>
        </pc:spChg>
        <pc:picChg chg="add mod">
          <ac:chgData name="Rajarajeshwari S" userId="e4d90711455572c4" providerId="LiveId" clId="{CCD4E902-00B9-4B30-B952-A9A7A2B9871A}" dt="2026-02-11T07:14:24.392" v="1691" actId="1076"/>
          <ac:picMkLst>
            <pc:docMk/>
            <pc:sldMk cId="3814103693" sldId="320"/>
            <ac:picMk id="7" creationId="{BC7908B8-1CD8-2B26-0015-DFBD6B4998B8}"/>
          </ac:picMkLst>
        </pc:picChg>
      </pc:sldChg>
      <pc:sldChg chg="modSp new mod">
        <pc:chgData name="Rajarajeshwari S" userId="e4d90711455572c4" providerId="LiveId" clId="{CCD4E902-00B9-4B30-B952-A9A7A2B9871A}" dt="2026-02-11T07:14:39.209" v="1695" actId="14100"/>
        <pc:sldMkLst>
          <pc:docMk/>
          <pc:sldMk cId="3599530727" sldId="321"/>
        </pc:sldMkLst>
        <pc:spChg chg="mod">
          <ac:chgData name="Rajarajeshwari S" userId="e4d90711455572c4" providerId="LiveId" clId="{CCD4E902-00B9-4B30-B952-A9A7A2B9871A}" dt="2026-02-11T07:14:37.247" v="1694" actId="27636"/>
          <ac:spMkLst>
            <pc:docMk/>
            <pc:sldMk cId="3599530727" sldId="321"/>
            <ac:spMk id="2" creationId="{6E85C6B9-377F-CEE4-2F37-01BABF7D1920}"/>
          </ac:spMkLst>
        </pc:spChg>
        <pc:spChg chg="mod">
          <ac:chgData name="Rajarajeshwari S" userId="e4d90711455572c4" providerId="LiveId" clId="{CCD4E902-00B9-4B30-B952-A9A7A2B9871A}" dt="2026-02-11T07:14:39.209" v="1695" actId="14100"/>
          <ac:spMkLst>
            <pc:docMk/>
            <pc:sldMk cId="3599530727" sldId="321"/>
            <ac:spMk id="3" creationId="{66E26077-9F9B-1870-FFE8-72E561534633}"/>
          </ac:spMkLst>
        </pc:spChg>
      </pc:sldChg>
      <pc:sldChg chg="addSp modSp new mod">
        <pc:chgData name="Rajarajeshwari S" userId="e4d90711455572c4" providerId="LiveId" clId="{CCD4E902-00B9-4B30-B952-A9A7A2B9871A}" dt="2026-02-11T07:15:20.516" v="1707" actId="14100"/>
        <pc:sldMkLst>
          <pc:docMk/>
          <pc:sldMk cId="2399857076" sldId="322"/>
        </pc:sldMkLst>
        <pc:spChg chg="mod">
          <ac:chgData name="Rajarajeshwari S" userId="e4d90711455572c4" providerId="LiveId" clId="{CCD4E902-00B9-4B30-B952-A9A7A2B9871A}" dt="2026-02-11T07:15:02.120" v="1701" actId="20577"/>
          <ac:spMkLst>
            <pc:docMk/>
            <pc:sldMk cId="2399857076" sldId="322"/>
            <ac:spMk id="2" creationId="{1332C297-E559-6952-DBB9-2A3FD7FF9A54}"/>
          </ac:spMkLst>
        </pc:spChg>
        <pc:spChg chg="mod">
          <ac:chgData name="Rajarajeshwari S" userId="e4d90711455572c4" providerId="LiveId" clId="{CCD4E902-00B9-4B30-B952-A9A7A2B9871A}" dt="2026-02-11T07:15:05.243" v="1702" actId="14100"/>
          <ac:spMkLst>
            <pc:docMk/>
            <pc:sldMk cId="2399857076" sldId="322"/>
            <ac:spMk id="3" creationId="{CBDE62D3-1F31-D7F3-B85E-9F00A92CCA66}"/>
          </ac:spMkLst>
        </pc:spChg>
        <pc:picChg chg="add mod">
          <ac:chgData name="Rajarajeshwari S" userId="e4d90711455572c4" providerId="LiveId" clId="{CCD4E902-00B9-4B30-B952-A9A7A2B9871A}" dt="2026-02-11T07:15:20.516" v="1707" actId="14100"/>
          <ac:picMkLst>
            <pc:docMk/>
            <pc:sldMk cId="2399857076" sldId="322"/>
            <ac:picMk id="5" creationId="{CE26654E-B40C-3D90-FA9B-F71C31F7A2E0}"/>
          </ac:picMkLst>
        </pc:picChg>
      </pc:sldChg>
      <pc:sldChg chg="modSp new mod">
        <pc:chgData name="Rajarajeshwari S" userId="e4d90711455572c4" providerId="LiveId" clId="{CCD4E902-00B9-4B30-B952-A9A7A2B9871A}" dt="2026-02-11T07:16:24.051" v="1715" actId="108"/>
        <pc:sldMkLst>
          <pc:docMk/>
          <pc:sldMk cId="1984550690" sldId="323"/>
        </pc:sldMkLst>
        <pc:spChg chg="mod">
          <ac:chgData name="Rajarajeshwari S" userId="e4d90711455572c4" providerId="LiveId" clId="{CCD4E902-00B9-4B30-B952-A9A7A2B9871A}" dt="2026-02-11T07:15:52.194" v="1710" actId="27636"/>
          <ac:spMkLst>
            <pc:docMk/>
            <pc:sldMk cId="1984550690" sldId="323"/>
            <ac:spMk id="2" creationId="{5FE29B21-E13E-2DAB-CCC6-21B7C1FF9F47}"/>
          </ac:spMkLst>
        </pc:spChg>
        <pc:spChg chg="mod">
          <ac:chgData name="Rajarajeshwari S" userId="e4d90711455572c4" providerId="LiveId" clId="{CCD4E902-00B9-4B30-B952-A9A7A2B9871A}" dt="2026-02-11T07:16:24.051" v="1715" actId="108"/>
          <ac:spMkLst>
            <pc:docMk/>
            <pc:sldMk cId="1984550690" sldId="323"/>
            <ac:spMk id="3" creationId="{CB66BAF8-2F3E-75A4-B82B-654B4F839144}"/>
          </ac:spMkLst>
        </pc:spChg>
      </pc:sldChg>
      <pc:sldChg chg="modSp new mod">
        <pc:chgData name="Rajarajeshwari S" userId="e4d90711455572c4" providerId="LiveId" clId="{CCD4E902-00B9-4B30-B952-A9A7A2B9871A}" dt="2026-02-11T07:18:52.564" v="1722"/>
        <pc:sldMkLst>
          <pc:docMk/>
          <pc:sldMk cId="3170705785" sldId="324"/>
        </pc:sldMkLst>
        <pc:spChg chg="mod">
          <ac:chgData name="Rajarajeshwari S" userId="e4d90711455572c4" providerId="LiveId" clId="{CCD4E902-00B9-4B30-B952-A9A7A2B9871A}" dt="2026-02-11T07:18:37.923" v="1721" actId="20577"/>
          <ac:spMkLst>
            <pc:docMk/>
            <pc:sldMk cId="3170705785" sldId="324"/>
            <ac:spMk id="2" creationId="{6C697BB5-ACEE-1102-FF5D-CEC7AFE478ED}"/>
          </ac:spMkLst>
        </pc:spChg>
        <pc:spChg chg="mod">
          <ac:chgData name="Rajarajeshwari S" userId="e4d90711455572c4" providerId="LiveId" clId="{CCD4E902-00B9-4B30-B952-A9A7A2B9871A}" dt="2026-02-11T07:18:52.564" v="1722"/>
          <ac:spMkLst>
            <pc:docMk/>
            <pc:sldMk cId="3170705785" sldId="324"/>
            <ac:spMk id="3" creationId="{4E62267B-E420-E920-2BD3-2677BA7F8526}"/>
          </ac:spMkLst>
        </pc:spChg>
      </pc:sldChg>
      <pc:sldChg chg="modSp new mod">
        <pc:chgData name="Rajarajeshwari S" userId="e4d90711455572c4" providerId="LiveId" clId="{CCD4E902-00B9-4B30-B952-A9A7A2B9871A}" dt="2026-02-11T07:19:27.498" v="1733" actId="1076"/>
        <pc:sldMkLst>
          <pc:docMk/>
          <pc:sldMk cId="1385758248" sldId="325"/>
        </pc:sldMkLst>
        <pc:spChg chg="mod">
          <ac:chgData name="Rajarajeshwari S" userId="e4d90711455572c4" providerId="LiveId" clId="{CCD4E902-00B9-4B30-B952-A9A7A2B9871A}" dt="2026-02-11T07:19:04.379" v="1725" actId="27636"/>
          <ac:spMkLst>
            <pc:docMk/>
            <pc:sldMk cId="1385758248" sldId="325"/>
            <ac:spMk id="2" creationId="{336C0A13-8844-B5AF-6270-5C6F16A870DA}"/>
          </ac:spMkLst>
        </pc:spChg>
        <pc:spChg chg="mod">
          <ac:chgData name="Rajarajeshwari S" userId="e4d90711455572c4" providerId="LiveId" clId="{CCD4E902-00B9-4B30-B952-A9A7A2B9871A}" dt="2026-02-11T07:19:27.498" v="1733" actId="1076"/>
          <ac:spMkLst>
            <pc:docMk/>
            <pc:sldMk cId="1385758248" sldId="325"/>
            <ac:spMk id="3" creationId="{BBFB2906-669E-F82A-E1A4-DB2D0CA206BB}"/>
          </ac:spMkLst>
        </pc:spChg>
      </pc:sldChg>
      <pc:sldChg chg="addSp modSp new">
        <pc:chgData name="Rajarajeshwari S" userId="e4d90711455572c4" providerId="LiveId" clId="{CCD4E902-00B9-4B30-B952-A9A7A2B9871A}" dt="2026-02-11T07:19:35.399" v="1736" actId="1076"/>
        <pc:sldMkLst>
          <pc:docMk/>
          <pc:sldMk cId="3712498123" sldId="326"/>
        </pc:sldMkLst>
        <pc:picChg chg="add mod">
          <ac:chgData name="Rajarajeshwari S" userId="e4d90711455572c4" providerId="LiveId" clId="{CCD4E902-00B9-4B30-B952-A9A7A2B9871A}" dt="2026-02-11T07:19:35.399" v="1736" actId="1076"/>
          <ac:picMkLst>
            <pc:docMk/>
            <pc:sldMk cId="3712498123" sldId="326"/>
            <ac:picMk id="4098" creationId="{5B31D77E-F2CE-CCA6-F1C9-CD9510BA5BD3}"/>
          </ac:picMkLst>
        </pc:picChg>
      </pc:sldChg>
      <pc:sldChg chg="addSp modSp new mod">
        <pc:chgData name="Rajarajeshwari S" userId="e4d90711455572c4" providerId="LiveId" clId="{CCD4E902-00B9-4B30-B952-A9A7A2B9871A}" dt="2026-02-11T07:25:59.800" v="1781" actId="1076"/>
        <pc:sldMkLst>
          <pc:docMk/>
          <pc:sldMk cId="103930304" sldId="327"/>
        </pc:sldMkLst>
        <pc:spChg chg="mod">
          <ac:chgData name="Rajarajeshwari S" userId="e4d90711455572c4" providerId="LiveId" clId="{CCD4E902-00B9-4B30-B952-A9A7A2B9871A}" dt="2026-02-11T07:19:50.962" v="1739" actId="27636"/>
          <ac:spMkLst>
            <pc:docMk/>
            <pc:sldMk cId="103930304" sldId="327"/>
            <ac:spMk id="2" creationId="{E93637C9-93E6-5F32-5C6A-3AA36C254506}"/>
          </ac:spMkLst>
        </pc:spChg>
        <pc:spChg chg="mod">
          <ac:chgData name="Rajarajeshwari S" userId="e4d90711455572c4" providerId="LiveId" clId="{CCD4E902-00B9-4B30-B952-A9A7A2B9871A}" dt="2026-02-11T07:20:15.376" v="1746" actId="14100"/>
          <ac:spMkLst>
            <pc:docMk/>
            <pc:sldMk cId="103930304" sldId="327"/>
            <ac:spMk id="3" creationId="{65C683A9-083F-89A0-9240-B958B943D403}"/>
          </ac:spMkLst>
        </pc:spChg>
        <pc:picChg chg="add mod">
          <ac:chgData name="Rajarajeshwari S" userId="e4d90711455572c4" providerId="LiveId" clId="{CCD4E902-00B9-4B30-B952-A9A7A2B9871A}" dt="2026-02-11T07:25:59.800" v="1781" actId="1076"/>
          <ac:picMkLst>
            <pc:docMk/>
            <pc:sldMk cId="103930304" sldId="327"/>
            <ac:picMk id="5122" creationId="{8E83C6DA-96BD-D1D6-58E1-E0EDE6B9B8E3}"/>
          </ac:picMkLst>
        </pc:picChg>
      </pc:sldChg>
      <pc:sldChg chg="addSp delSp modSp new mod">
        <pc:chgData name="Rajarajeshwari S" userId="e4d90711455572c4" providerId="LiveId" clId="{CCD4E902-00B9-4B30-B952-A9A7A2B9871A}" dt="2026-02-11T07:23:19.237" v="1761" actId="1076"/>
        <pc:sldMkLst>
          <pc:docMk/>
          <pc:sldMk cId="1925767353" sldId="328"/>
        </pc:sldMkLst>
        <pc:spChg chg="mod">
          <ac:chgData name="Rajarajeshwari S" userId="e4d90711455572c4" providerId="LiveId" clId="{CCD4E902-00B9-4B30-B952-A9A7A2B9871A}" dt="2026-02-11T07:22:03.220" v="1750" actId="27636"/>
          <ac:spMkLst>
            <pc:docMk/>
            <pc:sldMk cId="1925767353" sldId="328"/>
            <ac:spMk id="2" creationId="{6A1F0AF3-4EAC-B5DE-050A-36A9F7064FCF}"/>
          </ac:spMkLst>
        </pc:spChg>
        <pc:spChg chg="add del mod">
          <ac:chgData name="Rajarajeshwari S" userId="e4d90711455572c4" providerId="LiveId" clId="{CCD4E902-00B9-4B30-B952-A9A7A2B9871A}" dt="2026-02-11T07:23:17.081" v="1760" actId="14100"/>
          <ac:spMkLst>
            <pc:docMk/>
            <pc:sldMk cId="1925767353" sldId="328"/>
            <ac:spMk id="3" creationId="{005A5975-02D0-4FEF-E386-50FE0FFFB40F}"/>
          </ac:spMkLst>
        </pc:spChg>
        <pc:picChg chg="add mod">
          <ac:chgData name="Rajarajeshwari S" userId="e4d90711455572c4" providerId="LiveId" clId="{CCD4E902-00B9-4B30-B952-A9A7A2B9871A}" dt="2026-02-11T07:23:19.237" v="1761" actId="1076"/>
          <ac:picMkLst>
            <pc:docMk/>
            <pc:sldMk cId="1925767353" sldId="328"/>
            <ac:picMk id="5" creationId="{97497194-C925-C814-E66E-4B2AE5478714}"/>
          </ac:picMkLst>
        </pc:picChg>
      </pc:sldChg>
      <pc:sldChg chg="modSp new mod">
        <pc:chgData name="Rajarajeshwari S" userId="e4d90711455572c4" providerId="LiveId" clId="{CCD4E902-00B9-4B30-B952-A9A7A2B9871A}" dt="2026-02-16T03:19:34.493" v="2513" actId="113"/>
        <pc:sldMkLst>
          <pc:docMk/>
          <pc:sldMk cId="237776491" sldId="329"/>
        </pc:sldMkLst>
        <pc:spChg chg="mod">
          <ac:chgData name="Rajarajeshwari S" userId="e4d90711455572c4" providerId="LiveId" clId="{CCD4E902-00B9-4B30-B952-A9A7A2B9871A}" dt="2026-02-11T07:23:58.240" v="1764" actId="27636"/>
          <ac:spMkLst>
            <pc:docMk/>
            <pc:sldMk cId="237776491" sldId="329"/>
            <ac:spMk id="2" creationId="{F5AC4094-0554-EDA3-8FCA-546AC3C650FE}"/>
          </ac:spMkLst>
        </pc:spChg>
        <pc:spChg chg="mod">
          <ac:chgData name="Rajarajeshwari S" userId="e4d90711455572c4" providerId="LiveId" clId="{CCD4E902-00B9-4B30-B952-A9A7A2B9871A}" dt="2026-02-16T03:19:34.493" v="2513" actId="113"/>
          <ac:spMkLst>
            <pc:docMk/>
            <pc:sldMk cId="237776491" sldId="329"/>
            <ac:spMk id="3" creationId="{50DACBFC-FEF7-AAF2-7337-1FA6F2AD1CAF}"/>
          </ac:spMkLst>
        </pc:spChg>
      </pc:sldChg>
      <pc:sldChg chg="new">
        <pc:chgData name="Rajarajeshwari S" userId="e4d90711455572c4" providerId="LiveId" clId="{CCD4E902-00B9-4B30-B952-A9A7A2B9871A}" dt="2026-02-11T07:24:49.119" v="1777" actId="680"/>
        <pc:sldMkLst>
          <pc:docMk/>
          <pc:sldMk cId="1795941355" sldId="330"/>
        </pc:sldMkLst>
      </pc:sldChg>
      <pc:sldChg chg="addSp delSp modSp new mod">
        <pc:chgData name="Rajarajeshwari S" userId="e4d90711455572c4" providerId="LiveId" clId="{CCD4E902-00B9-4B30-B952-A9A7A2B9871A}" dt="2026-02-11T07:27:24.311" v="1799" actId="14100"/>
        <pc:sldMkLst>
          <pc:docMk/>
          <pc:sldMk cId="1036406325" sldId="331"/>
        </pc:sldMkLst>
        <pc:spChg chg="mod">
          <ac:chgData name="Rajarajeshwari S" userId="e4d90711455572c4" providerId="LiveId" clId="{CCD4E902-00B9-4B30-B952-A9A7A2B9871A}" dt="2026-02-11T07:26:31.894" v="1788" actId="113"/>
          <ac:spMkLst>
            <pc:docMk/>
            <pc:sldMk cId="1036406325" sldId="331"/>
            <ac:spMk id="2" creationId="{0EDFD957-4AB2-0E16-FEB6-6E8A744CBF7A}"/>
          </ac:spMkLst>
        </pc:spChg>
        <pc:picChg chg="add mod ord">
          <ac:chgData name="Rajarajeshwari S" userId="e4d90711455572c4" providerId="LiveId" clId="{CCD4E902-00B9-4B30-B952-A9A7A2B9871A}" dt="2026-02-11T07:27:24.311" v="1799" actId="14100"/>
          <ac:picMkLst>
            <pc:docMk/>
            <pc:sldMk cId="1036406325" sldId="331"/>
            <ac:picMk id="8" creationId="{10516ABF-39FB-01AA-E278-8174D95BE2FE}"/>
          </ac:picMkLst>
        </pc:picChg>
      </pc:sldChg>
      <pc:sldChg chg="addSp delSp modSp new">
        <pc:chgData name="Rajarajeshwari S" userId="e4d90711455572c4" providerId="LiveId" clId="{CCD4E902-00B9-4B30-B952-A9A7A2B9871A}" dt="2026-02-11T07:47:53.876" v="1826" actId="20577"/>
        <pc:sldMkLst>
          <pc:docMk/>
          <pc:sldMk cId="2220820463" sldId="332"/>
        </pc:sldMkLst>
        <pc:spChg chg="add mod">
          <ac:chgData name="Rajarajeshwari S" userId="e4d90711455572c4" providerId="LiveId" clId="{CCD4E902-00B9-4B30-B952-A9A7A2B9871A}" dt="2026-02-11T07:47:53.876" v="1826" actId="20577"/>
          <ac:spMkLst>
            <pc:docMk/>
            <pc:sldMk cId="2220820463" sldId="332"/>
            <ac:spMk id="4" creationId="{57C998B7-EDC9-A95C-C656-DBAE04904C9B}"/>
          </ac:spMkLst>
        </pc:spChg>
        <pc:picChg chg="add mod">
          <ac:chgData name="Rajarajeshwari S" userId="e4d90711455572c4" providerId="LiveId" clId="{CCD4E902-00B9-4B30-B952-A9A7A2B9871A}" dt="2026-02-11T07:28:03.985" v="1805" actId="1076"/>
          <ac:picMkLst>
            <pc:docMk/>
            <pc:sldMk cId="2220820463" sldId="332"/>
            <ac:picMk id="8194" creationId="{3A3EC51D-1973-134D-231C-3D3859766335}"/>
          </ac:picMkLst>
        </pc:picChg>
      </pc:sldChg>
      <pc:sldChg chg="addSp modSp new mod">
        <pc:chgData name="Rajarajeshwari S" userId="e4d90711455572c4" providerId="LiveId" clId="{CCD4E902-00B9-4B30-B952-A9A7A2B9871A}" dt="2026-02-11T08:19:53.947" v="1843"/>
        <pc:sldMkLst>
          <pc:docMk/>
          <pc:sldMk cId="1265208359" sldId="333"/>
        </pc:sldMkLst>
        <pc:spChg chg="mod">
          <ac:chgData name="Rajarajeshwari S" userId="e4d90711455572c4" providerId="LiveId" clId="{CCD4E902-00B9-4B30-B952-A9A7A2B9871A}" dt="2026-02-11T08:18:55.398" v="1830" actId="27636"/>
          <ac:spMkLst>
            <pc:docMk/>
            <pc:sldMk cId="1265208359" sldId="333"/>
            <ac:spMk id="2" creationId="{7B867DE2-7999-0831-21C5-F46E3566B7DF}"/>
          </ac:spMkLst>
        </pc:spChg>
        <pc:spChg chg="mod">
          <ac:chgData name="Rajarajeshwari S" userId="e4d90711455572c4" providerId="LiveId" clId="{CCD4E902-00B9-4B30-B952-A9A7A2B9871A}" dt="2026-02-11T08:19:53.947" v="1843"/>
          <ac:spMkLst>
            <pc:docMk/>
            <pc:sldMk cId="1265208359" sldId="333"/>
            <ac:spMk id="3" creationId="{FF40FA3E-31B0-8438-12C7-382F1AF3992F}"/>
          </ac:spMkLst>
        </pc:spChg>
        <pc:picChg chg="add mod">
          <ac:chgData name="Rajarajeshwari S" userId="e4d90711455572c4" providerId="LiveId" clId="{CCD4E902-00B9-4B30-B952-A9A7A2B9871A}" dt="2026-02-11T08:19:19.814" v="1837" actId="1076"/>
          <ac:picMkLst>
            <pc:docMk/>
            <pc:sldMk cId="1265208359" sldId="333"/>
            <ac:picMk id="9218" creationId="{79C38FD0-B5F0-9B89-29F4-E3D2B990224F}"/>
          </ac:picMkLst>
        </pc:picChg>
      </pc:sldChg>
      <pc:sldChg chg="addSp delSp modSp new mod">
        <pc:chgData name="Rajarajeshwari S" userId="e4d90711455572c4" providerId="LiveId" clId="{CCD4E902-00B9-4B30-B952-A9A7A2B9871A}" dt="2026-02-11T08:21:00.542" v="1864" actId="14100"/>
        <pc:sldMkLst>
          <pc:docMk/>
          <pc:sldMk cId="2784587961" sldId="334"/>
        </pc:sldMkLst>
        <pc:spChg chg="add del mod">
          <ac:chgData name="Rajarajeshwari S" userId="e4d90711455572c4" providerId="LiveId" clId="{CCD4E902-00B9-4B30-B952-A9A7A2B9871A}" dt="2026-02-11T08:20:50.460" v="1860" actId="14100"/>
          <ac:spMkLst>
            <pc:docMk/>
            <pc:sldMk cId="2784587961" sldId="334"/>
            <ac:spMk id="2" creationId="{8B667FA5-747C-6836-D4A7-B77B491777D6}"/>
          </ac:spMkLst>
        </pc:spChg>
        <pc:picChg chg="add del mod">
          <ac:chgData name="Rajarajeshwari S" userId="e4d90711455572c4" providerId="LiveId" clId="{CCD4E902-00B9-4B30-B952-A9A7A2B9871A}" dt="2026-02-11T08:21:00.542" v="1864" actId="14100"/>
          <ac:picMkLst>
            <pc:docMk/>
            <pc:sldMk cId="2784587961" sldId="334"/>
            <ac:picMk id="10242" creationId="{4D729180-F9A1-3DC4-19E0-7A176B58B7B4}"/>
          </ac:picMkLst>
        </pc:picChg>
      </pc:sldChg>
      <pc:sldChg chg="addSp modSp new mod">
        <pc:chgData name="Rajarajeshwari S" userId="e4d90711455572c4" providerId="LiveId" clId="{CCD4E902-00B9-4B30-B952-A9A7A2B9871A}" dt="2026-02-11T08:21:59.159" v="1880" actId="1076"/>
        <pc:sldMkLst>
          <pc:docMk/>
          <pc:sldMk cId="3576476400" sldId="335"/>
        </pc:sldMkLst>
        <pc:spChg chg="mod">
          <ac:chgData name="Rajarajeshwari S" userId="e4d90711455572c4" providerId="LiveId" clId="{CCD4E902-00B9-4B30-B952-A9A7A2B9871A}" dt="2026-02-11T08:21:19.331" v="1868" actId="27636"/>
          <ac:spMkLst>
            <pc:docMk/>
            <pc:sldMk cId="3576476400" sldId="335"/>
            <ac:spMk id="2" creationId="{8BA84DF5-257B-3183-AE84-BF09D314BB0A}"/>
          </ac:spMkLst>
        </pc:spChg>
        <pc:spChg chg="mod">
          <ac:chgData name="Rajarajeshwari S" userId="e4d90711455572c4" providerId="LiveId" clId="{CCD4E902-00B9-4B30-B952-A9A7A2B9871A}" dt="2026-02-11T08:21:56.128" v="1879" actId="1076"/>
          <ac:spMkLst>
            <pc:docMk/>
            <pc:sldMk cId="3576476400" sldId="335"/>
            <ac:spMk id="3" creationId="{A25D85DC-3609-1222-2DB8-DD5BB6CE978B}"/>
          </ac:spMkLst>
        </pc:spChg>
        <pc:picChg chg="add mod">
          <ac:chgData name="Rajarajeshwari S" userId="e4d90711455572c4" providerId="LiveId" clId="{CCD4E902-00B9-4B30-B952-A9A7A2B9871A}" dt="2026-02-11T08:21:59.159" v="1880" actId="1076"/>
          <ac:picMkLst>
            <pc:docMk/>
            <pc:sldMk cId="3576476400" sldId="335"/>
            <ac:picMk id="11266" creationId="{1349F69A-A1F1-D72B-7913-32B4427940F0}"/>
          </ac:picMkLst>
        </pc:picChg>
      </pc:sldChg>
      <pc:sldChg chg="modSp new mod">
        <pc:chgData name="Rajarajeshwari S" userId="e4d90711455572c4" providerId="LiveId" clId="{CCD4E902-00B9-4B30-B952-A9A7A2B9871A}" dt="2026-02-11T08:23:01.250" v="1883" actId="27636"/>
        <pc:sldMkLst>
          <pc:docMk/>
          <pc:sldMk cId="1160915534" sldId="336"/>
        </pc:sldMkLst>
        <pc:spChg chg="mod">
          <ac:chgData name="Rajarajeshwari S" userId="e4d90711455572c4" providerId="LiveId" clId="{CCD4E902-00B9-4B30-B952-A9A7A2B9871A}" dt="2026-02-11T08:23:01.250" v="1883" actId="27636"/>
          <ac:spMkLst>
            <pc:docMk/>
            <pc:sldMk cId="1160915534" sldId="336"/>
            <ac:spMk id="2" creationId="{1A7E389B-4EC1-B932-9CDB-195724CACFA0}"/>
          </ac:spMkLst>
        </pc:spChg>
        <pc:spChg chg="mod">
          <ac:chgData name="Rajarajeshwari S" userId="e4d90711455572c4" providerId="LiveId" clId="{CCD4E902-00B9-4B30-B952-A9A7A2B9871A}" dt="2026-02-11T08:23:01.219" v="1882"/>
          <ac:spMkLst>
            <pc:docMk/>
            <pc:sldMk cId="1160915534" sldId="336"/>
            <ac:spMk id="3" creationId="{5F199BF3-D830-1914-DFE9-F49415F59EF8}"/>
          </ac:spMkLst>
        </pc:spChg>
      </pc:sldChg>
      <pc:sldChg chg="modSp new mod">
        <pc:chgData name="Rajarajeshwari S" userId="e4d90711455572c4" providerId="LiveId" clId="{CCD4E902-00B9-4B30-B952-A9A7A2B9871A}" dt="2026-02-11T08:23:16.919" v="1887" actId="14100"/>
        <pc:sldMkLst>
          <pc:docMk/>
          <pc:sldMk cId="1657346654" sldId="337"/>
        </pc:sldMkLst>
        <pc:spChg chg="mod">
          <ac:chgData name="Rajarajeshwari S" userId="e4d90711455572c4" providerId="LiveId" clId="{CCD4E902-00B9-4B30-B952-A9A7A2B9871A}" dt="2026-02-11T08:23:14.908" v="1886" actId="27636"/>
          <ac:spMkLst>
            <pc:docMk/>
            <pc:sldMk cId="1657346654" sldId="337"/>
            <ac:spMk id="2" creationId="{CCE98295-738B-660A-8CC4-DFA608BC6C6F}"/>
          </ac:spMkLst>
        </pc:spChg>
        <pc:spChg chg="mod">
          <ac:chgData name="Rajarajeshwari S" userId="e4d90711455572c4" providerId="LiveId" clId="{CCD4E902-00B9-4B30-B952-A9A7A2B9871A}" dt="2026-02-11T08:23:16.919" v="1887" actId="14100"/>
          <ac:spMkLst>
            <pc:docMk/>
            <pc:sldMk cId="1657346654" sldId="337"/>
            <ac:spMk id="3" creationId="{636F121C-3DD6-9905-9D5E-F2751B0EAAA5}"/>
          </ac:spMkLst>
        </pc:spChg>
      </pc:sldChg>
      <pc:sldChg chg="addSp modSp new">
        <pc:chgData name="Rajarajeshwari S" userId="e4d90711455572c4" providerId="LiveId" clId="{CCD4E902-00B9-4B30-B952-A9A7A2B9871A}" dt="2026-02-11T08:23:35.938" v="1893" actId="14100"/>
        <pc:sldMkLst>
          <pc:docMk/>
          <pc:sldMk cId="1245298604" sldId="338"/>
        </pc:sldMkLst>
        <pc:picChg chg="add mod">
          <ac:chgData name="Rajarajeshwari S" userId="e4d90711455572c4" providerId="LiveId" clId="{CCD4E902-00B9-4B30-B952-A9A7A2B9871A}" dt="2026-02-11T08:23:35.938" v="1893" actId="14100"/>
          <ac:picMkLst>
            <pc:docMk/>
            <pc:sldMk cId="1245298604" sldId="338"/>
            <ac:picMk id="12290" creationId="{718A900B-655F-F7CB-AB4B-1C14BEB40B73}"/>
          </ac:picMkLst>
        </pc:picChg>
      </pc:sldChg>
      <pc:sldChg chg="modSp new mod">
        <pc:chgData name="Rajarajeshwari S" userId="e4d90711455572c4" providerId="LiveId" clId="{CCD4E902-00B9-4B30-B952-A9A7A2B9871A}" dt="2026-02-11T08:24:17.034" v="1898" actId="20577"/>
        <pc:sldMkLst>
          <pc:docMk/>
          <pc:sldMk cId="4210157879" sldId="339"/>
        </pc:sldMkLst>
        <pc:spChg chg="mod">
          <ac:chgData name="Rajarajeshwari S" userId="e4d90711455572c4" providerId="LiveId" clId="{CCD4E902-00B9-4B30-B952-A9A7A2B9871A}" dt="2026-02-11T08:23:57.590" v="1896" actId="27636"/>
          <ac:spMkLst>
            <pc:docMk/>
            <pc:sldMk cId="4210157879" sldId="339"/>
            <ac:spMk id="2" creationId="{192987D4-693B-E865-2CC0-707758075788}"/>
          </ac:spMkLst>
        </pc:spChg>
        <pc:spChg chg="mod">
          <ac:chgData name="Rajarajeshwari S" userId="e4d90711455572c4" providerId="LiveId" clId="{CCD4E902-00B9-4B30-B952-A9A7A2B9871A}" dt="2026-02-11T08:24:17.034" v="1898" actId="20577"/>
          <ac:spMkLst>
            <pc:docMk/>
            <pc:sldMk cId="4210157879" sldId="339"/>
            <ac:spMk id="3" creationId="{437A95A3-86A5-DCB7-D44B-40628EE7A68C}"/>
          </ac:spMkLst>
        </pc:spChg>
      </pc:sldChg>
      <pc:sldChg chg="addSp modSp new mod">
        <pc:chgData name="Rajarajeshwari S" userId="e4d90711455572c4" providerId="LiveId" clId="{CCD4E902-00B9-4B30-B952-A9A7A2B9871A}" dt="2026-02-11T08:26:44.743" v="1909" actId="14100"/>
        <pc:sldMkLst>
          <pc:docMk/>
          <pc:sldMk cId="553459263" sldId="340"/>
        </pc:sldMkLst>
        <pc:spChg chg="mod">
          <ac:chgData name="Rajarajeshwari S" userId="e4d90711455572c4" providerId="LiveId" clId="{CCD4E902-00B9-4B30-B952-A9A7A2B9871A}" dt="2026-02-11T08:26:18.043" v="1901" actId="27636"/>
          <ac:spMkLst>
            <pc:docMk/>
            <pc:sldMk cId="553459263" sldId="340"/>
            <ac:spMk id="2" creationId="{CB980805-3DEE-3084-9A7E-75FB248C2155}"/>
          </ac:spMkLst>
        </pc:spChg>
        <pc:spChg chg="mod">
          <ac:chgData name="Rajarajeshwari S" userId="e4d90711455572c4" providerId="LiveId" clId="{CCD4E902-00B9-4B30-B952-A9A7A2B9871A}" dt="2026-02-11T08:26:28.205" v="1902" actId="14100"/>
          <ac:spMkLst>
            <pc:docMk/>
            <pc:sldMk cId="553459263" sldId="340"/>
            <ac:spMk id="3" creationId="{1899A5B7-FFA9-17C7-E12D-3537F1F297F1}"/>
          </ac:spMkLst>
        </pc:spChg>
        <pc:picChg chg="add mod">
          <ac:chgData name="Rajarajeshwari S" userId="e4d90711455572c4" providerId="LiveId" clId="{CCD4E902-00B9-4B30-B952-A9A7A2B9871A}" dt="2026-02-11T08:26:44.743" v="1909" actId="14100"/>
          <ac:picMkLst>
            <pc:docMk/>
            <pc:sldMk cId="553459263" sldId="340"/>
            <ac:picMk id="13314" creationId="{9E84B7B1-3856-3172-A48E-CEA52FA3C4C1}"/>
          </ac:picMkLst>
        </pc:picChg>
      </pc:sldChg>
      <pc:sldChg chg="addSp modSp new mod">
        <pc:chgData name="Rajarajeshwari S" userId="e4d90711455572c4" providerId="LiveId" clId="{CCD4E902-00B9-4B30-B952-A9A7A2B9871A}" dt="2026-02-11T08:27:50.343" v="1919" actId="113"/>
        <pc:sldMkLst>
          <pc:docMk/>
          <pc:sldMk cId="665198841" sldId="341"/>
        </pc:sldMkLst>
        <pc:spChg chg="mod">
          <ac:chgData name="Rajarajeshwari S" userId="e4d90711455572c4" providerId="LiveId" clId="{CCD4E902-00B9-4B30-B952-A9A7A2B9871A}" dt="2026-02-11T08:27:00.008" v="1912" actId="27636"/>
          <ac:spMkLst>
            <pc:docMk/>
            <pc:sldMk cId="665198841" sldId="341"/>
            <ac:spMk id="2" creationId="{9A0D0350-3765-8611-3043-484E2DAAF0FE}"/>
          </ac:spMkLst>
        </pc:spChg>
        <pc:spChg chg="mod">
          <ac:chgData name="Rajarajeshwari S" userId="e4d90711455572c4" providerId="LiveId" clId="{CCD4E902-00B9-4B30-B952-A9A7A2B9871A}" dt="2026-02-11T08:27:24.817" v="1915" actId="14100"/>
          <ac:spMkLst>
            <pc:docMk/>
            <pc:sldMk cId="665198841" sldId="341"/>
            <ac:spMk id="3" creationId="{46CA9D6C-5BD7-0733-AA64-9E4024BB3A0E}"/>
          </ac:spMkLst>
        </pc:spChg>
        <pc:graphicFrameChg chg="add mod modGraphic">
          <ac:chgData name="Rajarajeshwari S" userId="e4d90711455572c4" providerId="LiveId" clId="{CCD4E902-00B9-4B30-B952-A9A7A2B9871A}" dt="2026-02-11T08:27:50.343" v="1919" actId="113"/>
          <ac:graphicFrameMkLst>
            <pc:docMk/>
            <pc:sldMk cId="665198841" sldId="341"/>
            <ac:graphicFrameMk id="4" creationId="{FB8C1DCC-361D-4B0F-7E76-554678348D6C}"/>
          </ac:graphicFrameMkLst>
        </pc:graphicFrameChg>
      </pc:sldChg>
      <pc:sldChg chg="addSp delSp modSp new mod">
        <pc:chgData name="Rajarajeshwari S" userId="e4d90711455572c4" providerId="LiveId" clId="{CCD4E902-00B9-4B30-B952-A9A7A2B9871A}" dt="2026-02-11T08:29:58.211" v="1931" actId="113"/>
        <pc:sldMkLst>
          <pc:docMk/>
          <pc:sldMk cId="1114010222" sldId="342"/>
        </pc:sldMkLst>
        <pc:spChg chg="mod">
          <ac:chgData name="Rajarajeshwari S" userId="e4d90711455572c4" providerId="LiveId" clId="{CCD4E902-00B9-4B30-B952-A9A7A2B9871A}" dt="2026-02-11T08:29:12.404" v="1924" actId="27636"/>
          <ac:spMkLst>
            <pc:docMk/>
            <pc:sldMk cId="1114010222" sldId="342"/>
            <ac:spMk id="2" creationId="{5B2889C6-0158-4B1B-D1CD-5FA26B79FAB0}"/>
          </ac:spMkLst>
        </pc:spChg>
        <pc:spChg chg="add del mod">
          <ac:chgData name="Rajarajeshwari S" userId="e4d90711455572c4" providerId="LiveId" clId="{CCD4E902-00B9-4B30-B952-A9A7A2B9871A}" dt="2026-02-11T08:29:29.505" v="1926" actId="14100"/>
          <ac:spMkLst>
            <pc:docMk/>
            <pc:sldMk cId="1114010222" sldId="342"/>
            <ac:spMk id="3" creationId="{A3F5AAE9-9E2B-7CED-3418-566B6B5C2132}"/>
          </ac:spMkLst>
        </pc:spChg>
        <pc:graphicFrameChg chg="add mod modGraphic">
          <ac:chgData name="Rajarajeshwari S" userId="e4d90711455572c4" providerId="LiveId" clId="{CCD4E902-00B9-4B30-B952-A9A7A2B9871A}" dt="2026-02-11T08:29:58.211" v="1931" actId="113"/>
          <ac:graphicFrameMkLst>
            <pc:docMk/>
            <pc:sldMk cId="1114010222" sldId="342"/>
            <ac:graphicFrameMk id="6" creationId="{7A644527-E9C9-EEA6-F263-9095F6A00E54}"/>
          </ac:graphicFrameMkLst>
        </pc:graphicFrameChg>
      </pc:sldChg>
      <pc:sldChg chg="modSp new mod">
        <pc:chgData name="Rajarajeshwari S" userId="e4d90711455572c4" providerId="LiveId" clId="{CCD4E902-00B9-4B30-B952-A9A7A2B9871A}" dt="2026-02-11T08:30:33.396" v="1940" actId="20577"/>
        <pc:sldMkLst>
          <pc:docMk/>
          <pc:sldMk cId="96423247" sldId="343"/>
        </pc:sldMkLst>
        <pc:spChg chg="mod">
          <ac:chgData name="Rajarajeshwari S" userId="e4d90711455572c4" providerId="LiveId" clId="{CCD4E902-00B9-4B30-B952-A9A7A2B9871A}" dt="2026-02-11T08:30:28.169" v="1934" actId="27636"/>
          <ac:spMkLst>
            <pc:docMk/>
            <pc:sldMk cId="96423247" sldId="343"/>
            <ac:spMk id="2" creationId="{32373F95-B71B-411D-FFE5-393B2221ED05}"/>
          </ac:spMkLst>
        </pc:spChg>
        <pc:spChg chg="mod">
          <ac:chgData name="Rajarajeshwari S" userId="e4d90711455572c4" providerId="LiveId" clId="{CCD4E902-00B9-4B30-B952-A9A7A2B9871A}" dt="2026-02-11T08:30:33.396" v="1940" actId="20577"/>
          <ac:spMkLst>
            <pc:docMk/>
            <pc:sldMk cId="96423247" sldId="343"/>
            <ac:spMk id="3" creationId="{46BBDC45-4497-3533-65E7-594D69A6DB31}"/>
          </ac:spMkLst>
        </pc:spChg>
      </pc:sldChg>
      <pc:sldChg chg="addSp modSp new mod">
        <pc:chgData name="Rajarajeshwari S" userId="e4d90711455572c4" providerId="LiveId" clId="{CCD4E902-00B9-4B30-B952-A9A7A2B9871A}" dt="2026-02-16T10:26:56.693" v="2518" actId="1076"/>
        <pc:sldMkLst>
          <pc:docMk/>
          <pc:sldMk cId="369620664" sldId="344"/>
        </pc:sldMkLst>
        <pc:spChg chg="mod">
          <ac:chgData name="Rajarajeshwari S" userId="e4d90711455572c4" providerId="LiveId" clId="{CCD4E902-00B9-4B30-B952-A9A7A2B9871A}" dt="2026-02-11T08:30:49.876" v="1943" actId="27636"/>
          <ac:spMkLst>
            <pc:docMk/>
            <pc:sldMk cId="369620664" sldId="344"/>
            <ac:spMk id="2" creationId="{278B1A05-3097-EF88-5A33-4AF867A925CC}"/>
          </ac:spMkLst>
        </pc:spChg>
        <pc:spChg chg="mod">
          <ac:chgData name="Rajarajeshwari S" userId="e4d90711455572c4" providerId="LiveId" clId="{CCD4E902-00B9-4B30-B952-A9A7A2B9871A}" dt="2026-02-16T10:26:56.693" v="2518" actId="1076"/>
          <ac:spMkLst>
            <pc:docMk/>
            <pc:sldMk cId="369620664" sldId="344"/>
            <ac:spMk id="3" creationId="{A76105E3-B110-06DF-5E82-7D4870994D14}"/>
          </ac:spMkLst>
        </pc:spChg>
        <pc:graphicFrameChg chg="add mod modGraphic">
          <ac:chgData name="Rajarajeshwari S" userId="e4d90711455572c4" providerId="LiveId" clId="{CCD4E902-00B9-4B30-B952-A9A7A2B9871A}" dt="2026-02-11T08:31:35.454" v="1949" actId="14734"/>
          <ac:graphicFrameMkLst>
            <pc:docMk/>
            <pc:sldMk cId="369620664" sldId="344"/>
            <ac:graphicFrameMk id="4" creationId="{DA19D8EA-C3EA-E17A-7205-B63D51F8DC0E}"/>
          </ac:graphicFrameMkLst>
        </pc:graphicFrameChg>
      </pc:sldChg>
      <pc:sldChg chg="modSp new mod">
        <pc:chgData name="Rajarajeshwari S" userId="e4d90711455572c4" providerId="LiveId" clId="{CCD4E902-00B9-4B30-B952-A9A7A2B9871A}" dt="2026-02-11T08:32:17.285" v="1959" actId="20577"/>
        <pc:sldMkLst>
          <pc:docMk/>
          <pc:sldMk cId="2843778554" sldId="345"/>
        </pc:sldMkLst>
        <pc:spChg chg="mod">
          <ac:chgData name="Rajarajeshwari S" userId="e4d90711455572c4" providerId="LiveId" clId="{CCD4E902-00B9-4B30-B952-A9A7A2B9871A}" dt="2026-02-11T08:31:53.489" v="1956" actId="27636"/>
          <ac:spMkLst>
            <pc:docMk/>
            <pc:sldMk cId="2843778554" sldId="345"/>
            <ac:spMk id="2" creationId="{191A6EF2-4F1C-091B-5A16-951BE371A689}"/>
          </ac:spMkLst>
        </pc:spChg>
        <pc:spChg chg="mod">
          <ac:chgData name="Rajarajeshwari S" userId="e4d90711455572c4" providerId="LiveId" clId="{CCD4E902-00B9-4B30-B952-A9A7A2B9871A}" dt="2026-02-11T08:32:17.285" v="1959" actId="20577"/>
          <ac:spMkLst>
            <pc:docMk/>
            <pc:sldMk cId="2843778554" sldId="345"/>
            <ac:spMk id="3" creationId="{BC8A852F-7E3B-8C02-B46C-CA15A19DB25B}"/>
          </ac:spMkLst>
        </pc:spChg>
      </pc:sldChg>
      <pc:sldChg chg="addSp modSp new mod">
        <pc:chgData name="Rajarajeshwari S" userId="e4d90711455572c4" providerId="LiveId" clId="{CCD4E902-00B9-4B30-B952-A9A7A2B9871A}" dt="2026-02-11T08:32:53.646" v="1966"/>
        <pc:sldMkLst>
          <pc:docMk/>
          <pc:sldMk cId="3996304018" sldId="346"/>
        </pc:sldMkLst>
        <pc:spChg chg="mod">
          <ac:chgData name="Rajarajeshwari S" userId="e4d90711455572c4" providerId="LiveId" clId="{CCD4E902-00B9-4B30-B952-A9A7A2B9871A}" dt="2026-02-11T08:32:34.329" v="1962" actId="27636"/>
          <ac:spMkLst>
            <pc:docMk/>
            <pc:sldMk cId="3996304018" sldId="346"/>
            <ac:spMk id="2" creationId="{8209F206-D8A8-3602-B27E-39A395FA1A7F}"/>
          </ac:spMkLst>
        </pc:spChg>
        <pc:spChg chg="mod">
          <ac:chgData name="Rajarajeshwari S" userId="e4d90711455572c4" providerId="LiveId" clId="{CCD4E902-00B9-4B30-B952-A9A7A2B9871A}" dt="2026-02-11T08:32:36.621" v="1963" actId="14100"/>
          <ac:spMkLst>
            <pc:docMk/>
            <pc:sldMk cId="3996304018" sldId="346"/>
            <ac:spMk id="3" creationId="{3865F7DB-8EAD-9BFD-A0FC-308F2F28618A}"/>
          </ac:spMkLst>
        </pc:spChg>
        <pc:graphicFrameChg chg="add mod">
          <ac:chgData name="Rajarajeshwari S" userId="e4d90711455572c4" providerId="LiveId" clId="{CCD4E902-00B9-4B30-B952-A9A7A2B9871A}" dt="2026-02-11T08:32:53.646" v="1966"/>
          <ac:graphicFrameMkLst>
            <pc:docMk/>
            <pc:sldMk cId="3996304018" sldId="346"/>
            <ac:graphicFrameMk id="4" creationId="{30FE0B43-2962-E8E2-4170-3E0C9716656B}"/>
          </ac:graphicFrameMkLst>
        </pc:graphicFrameChg>
      </pc:sldChg>
      <pc:sldChg chg="modSp new mod">
        <pc:chgData name="Rajarajeshwari S" userId="e4d90711455572c4" providerId="LiveId" clId="{CCD4E902-00B9-4B30-B952-A9A7A2B9871A}" dt="2026-02-11T08:33:07.328" v="1969" actId="27636"/>
        <pc:sldMkLst>
          <pc:docMk/>
          <pc:sldMk cId="3757788843" sldId="347"/>
        </pc:sldMkLst>
        <pc:spChg chg="mod">
          <ac:chgData name="Rajarajeshwari S" userId="e4d90711455572c4" providerId="LiveId" clId="{CCD4E902-00B9-4B30-B952-A9A7A2B9871A}" dt="2026-02-11T08:33:07.328" v="1969" actId="27636"/>
          <ac:spMkLst>
            <pc:docMk/>
            <pc:sldMk cId="3757788843" sldId="347"/>
            <ac:spMk id="2" creationId="{55FFD16B-D34A-FE54-51C9-893CBFCF9851}"/>
          </ac:spMkLst>
        </pc:spChg>
        <pc:spChg chg="mod">
          <ac:chgData name="Rajarajeshwari S" userId="e4d90711455572c4" providerId="LiveId" clId="{CCD4E902-00B9-4B30-B952-A9A7A2B9871A}" dt="2026-02-11T08:33:07.294" v="1968"/>
          <ac:spMkLst>
            <pc:docMk/>
            <pc:sldMk cId="3757788843" sldId="347"/>
            <ac:spMk id="3" creationId="{54051E7B-9873-B393-006B-E27AE7628BBC}"/>
          </ac:spMkLst>
        </pc:spChg>
      </pc:sldChg>
      <pc:sldChg chg="addSp modSp new mod">
        <pc:chgData name="Rajarajeshwari S" userId="e4d90711455572c4" providerId="LiveId" clId="{CCD4E902-00B9-4B30-B952-A9A7A2B9871A}" dt="2026-02-11T08:34:13.517" v="1986" actId="1076"/>
        <pc:sldMkLst>
          <pc:docMk/>
          <pc:sldMk cId="56074555" sldId="348"/>
        </pc:sldMkLst>
        <pc:spChg chg="mod">
          <ac:chgData name="Rajarajeshwari S" userId="e4d90711455572c4" providerId="LiveId" clId="{CCD4E902-00B9-4B30-B952-A9A7A2B9871A}" dt="2026-02-11T08:33:45.123" v="1979" actId="113"/>
          <ac:spMkLst>
            <pc:docMk/>
            <pc:sldMk cId="56074555" sldId="348"/>
            <ac:spMk id="2" creationId="{A3770047-3211-304D-E9FB-C847367E09C0}"/>
          </ac:spMkLst>
        </pc:spChg>
        <pc:spChg chg="mod">
          <ac:chgData name="Rajarajeshwari S" userId="e4d90711455572c4" providerId="LiveId" clId="{CCD4E902-00B9-4B30-B952-A9A7A2B9871A}" dt="2026-02-11T08:33:47.784" v="1980" actId="14100"/>
          <ac:spMkLst>
            <pc:docMk/>
            <pc:sldMk cId="56074555" sldId="348"/>
            <ac:spMk id="3" creationId="{73C02AA9-46B0-BC2E-4AE1-950F3275A11D}"/>
          </ac:spMkLst>
        </pc:spChg>
        <pc:graphicFrameChg chg="add mod modGraphic">
          <ac:chgData name="Rajarajeshwari S" userId="e4d90711455572c4" providerId="LiveId" clId="{CCD4E902-00B9-4B30-B952-A9A7A2B9871A}" dt="2026-02-11T08:34:13.517" v="1986" actId="1076"/>
          <ac:graphicFrameMkLst>
            <pc:docMk/>
            <pc:sldMk cId="56074555" sldId="348"/>
            <ac:graphicFrameMk id="4" creationId="{C96971BE-4E5B-09A9-5841-A934A5CC0F5B}"/>
          </ac:graphicFrameMkLst>
        </pc:graphicFrameChg>
      </pc:sldChg>
      <pc:sldChg chg="modSp new mod">
        <pc:chgData name="Rajarajeshwari S" userId="e4d90711455572c4" providerId="LiveId" clId="{CCD4E902-00B9-4B30-B952-A9A7A2B9871A}" dt="2026-02-11T08:34:33.116" v="1989" actId="27636"/>
        <pc:sldMkLst>
          <pc:docMk/>
          <pc:sldMk cId="3255411841" sldId="349"/>
        </pc:sldMkLst>
        <pc:spChg chg="mod">
          <ac:chgData name="Rajarajeshwari S" userId="e4d90711455572c4" providerId="LiveId" clId="{CCD4E902-00B9-4B30-B952-A9A7A2B9871A}" dt="2026-02-11T08:34:33.116" v="1989" actId="27636"/>
          <ac:spMkLst>
            <pc:docMk/>
            <pc:sldMk cId="3255411841" sldId="349"/>
            <ac:spMk id="2" creationId="{B9E78970-0B08-173A-A0C3-82E856233686}"/>
          </ac:spMkLst>
        </pc:spChg>
        <pc:spChg chg="mod">
          <ac:chgData name="Rajarajeshwari S" userId="e4d90711455572c4" providerId="LiveId" clId="{CCD4E902-00B9-4B30-B952-A9A7A2B9871A}" dt="2026-02-11T08:34:33.086" v="1988"/>
          <ac:spMkLst>
            <pc:docMk/>
            <pc:sldMk cId="3255411841" sldId="349"/>
            <ac:spMk id="3" creationId="{42503968-C543-F6FB-DE40-A003ECB1A877}"/>
          </ac:spMkLst>
        </pc:spChg>
      </pc:sldChg>
      <pc:sldChg chg="addSp delSp modSp new mod">
        <pc:chgData name="Rajarajeshwari S" userId="e4d90711455572c4" providerId="LiveId" clId="{CCD4E902-00B9-4B30-B952-A9A7A2B9871A}" dt="2026-02-11T08:35:21.900" v="2004" actId="14734"/>
        <pc:sldMkLst>
          <pc:docMk/>
          <pc:sldMk cId="3993960212" sldId="350"/>
        </pc:sldMkLst>
        <pc:spChg chg="mod">
          <ac:chgData name="Rajarajeshwari S" userId="e4d90711455572c4" providerId="LiveId" clId="{CCD4E902-00B9-4B30-B952-A9A7A2B9871A}" dt="2026-02-11T08:34:45.949" v="1992" actId="27636"/>
          <ac:spMkLst>
            <pc:docMk/>
            <pc:sldMk cId="3993960212" sldId="350"/>
            <ac:spMk id="2" creationId="{9133D440-EA99-8912-6810-EC56D01EEDC3}"/>
          </ac:spMkLst>
        </pc:spChg>
        <pc:graphicFrameChg chg="add mod modGraphic">
          <ac:chgData name="Rajarajeshwari S" userId="e4d90711455572c4" providerId="LiveId" clId="{CCD4E902-00B9-4B30-B952-A9A7A2B9871A}" dt="2026-02-11T08:35:21.900" v="2004" actId="14734"/>
          <ac:graphicFrameMkLst>
            <pc:docMk/>
            <pc:sldMk cId="3993960212" sldId="350"/>
            <ac:graphicFrameMk id="4" creationId="{09418321-1838-BAD1-0972-69CB0C2656D8}"/>
          </ac:graphicFrameMkLst>
        </pc:graphicFrameChg>
      </pc:sldChg>
      <pc:sldChg chg="modSp new mod">
        <pc:chgData name="Rajarajeshwari S" userId="e4d90711455572c4" providerId="LiveId" clId="{CCD4E902-00B9-4B30-B952-A9A7A2B9871A}" dt="2026-02-11T08:40:25.938" v="2014" actId="27636"/>
        <pc:sldMkLst>
          <pc:docMk/>
          <pc:sldMk cId="1192268744" sldId="351"/>
        </pc:sldMkLst>
        <pc:spChg chg="mod">
          <ac:chgData name="Rajarajeshwari S" userId="e4d90711455572c4" providerId="LiveId" clId="{CCD4E902-00B9-4B30-B952-A9A7A2B9871A}" dt="2026-02-11T08:40:25.938" v="2014" actId="27636"/>
          <ac:spMkLst>
            <pc:docMk/>
            <pc:sldMk cId="1192268744" sldId="351"/>
            <ac:spMk id="2" creationId="{AC47F850-4486-1571-C265-7060528C7412}"/>
          </ac:spMkLst>
        </pc:spChg>
      </pc:sldChg>
      <pc:sldChg chg="addSp delSp modSp new mod">
        <pc:chgData name="Rajarajeshwari S" userId="e4d90711455572c4" providerId="LiveId" clId="{CCD4E902-00B9-4B30-B952-A9A7A2B9871A}" dt="2026-02-11T08:42:28.315" v="2038" actId="1076"/>
        <pc:sldMkLst>
          <pc:docMk/>
          <pc:sldMk cId="3849124757" sldId="352"/>
        </pc:sldMkLst>
        <pc:spChg chg="mod">
          <ac:chgData name="Rajarajeshwari S" userId="e4d90711455572c4" providerId="LiveId" clId="{CCD4E902-00B9-4B30-B952-A9A7A2B9871A}" dt="2026-02-11T08:40:25.936" v="2013" actId="27636"/>
          <ac:spMkLst>
            <pc:docMk/>
            <pc:sldMk cId="3849124757" sldId="352"/>
            <ac:spMk id="2" creationId="{D03F8517-7614-3AED-F26C-E22699CA2F56}"/>
          </ac:spMkLst>
        </pc:spChg>
        <pc:spChg chg="add del mod">
          <ac:chgData name="Rajarajeshwari S" userId="e4d90711455572c4" providerId="LiveId" clId="{CCD4E902-00B9-4B30-B952-A9A7A2B9871A}" dt="2026-02-11T08:41:59.493" v="2033"/>
          <ac:spMkLst>
            <pc:docMk/>
            <pc:sldMk cId="3849124757" sldId="352"/>
            <ac:spMk id="3" creationId="{9D68F3DA-20A2-DAD3-A780-75DC609D76DE}"/>
          </ac:spMkLst>
        </pc:spChg>
        <pc:graphicFrameChg chg="add mod modGraphic">
          <ac:chgData name="Rajarajeshwari S" userId="e4d90711455572c4" providerId="LiveId" clId="{CCD4E902-00B9-4B30-B952-A9A7A2B9871A}" dt="2026-02-11T08:42:28.315" v="2038" actId="1076"/>
          <ac:graphicFrameMkLst>
            <pc:docMk/>
            <pc:sldMk cId="3849124757" sldId="352"/>
            <ac:graphicFrameMk id="8" creationId="{98AD517D-8CB4-BFB2-AEBF-D0690931BE02}"/>
          </ac:graphicFrameMkLst>
        </pc:graphicFrameChg>
      </pc:sldChg>
      <pc:sldChg chg="addSp modSp new mod">
        <pc:chgData name="Rajarajeshwari S" userId="e4d90711455572c4" providerId="LiveId" clId="{CCD4E902-00B9-4B30-B952-A9A7A2B9871A}" dt="2026-02-11T08:42:47.077" v="2045" actId="27636"/>
        <pc:sldMkLst>
          <pc:docMk/>
          <pc:sldMk cId="448631870" sldId="353"/>
        </pc:sldMkLst>
        <pc:spChg chg="mod">
          <ac:chgData name="Rajarajeshwari S" userId="e4d90711455572c4" providerId="LiveId" clId="{CCD4E902-00B9-4B30-B952-A9A7A2B9871A}" dt="2026-02-11T08:42:43.229" v="2041" actId="27636"/>
          <ac:spMkLst>
            <pc:docMk/>
            <pc:sldMk cId="448631870" sldId="353"/>
            <ac:spMk id="2" creationId="{EA27890A-B22D-06A8-50BE-3106D1AE98D6}"/>
          </ac:spMkLst>
        </pc:spChg>
        <pc:spChg chg="mod">
          <ac:chgData name="Rajarajeshwari S" userId="e4d90711455572c4" providerId="LiveId" clId="{CCD4E902-00B9-4B30-B952-A9A7A2B9871A}" dt="2026-02-11T08:42:47.077" v="2045" actId="27636"/>
          <ac:spMkLst>
            <pc:docMk/>
            <pc:sldMk cId="448631870" sldId="353"/>
            <ac:spMk id="3" creationId="{EDECFBE9-D22C-1149-85F1-FE491E537F1E}"/>
          </ac:spMkLst>
        </pc:spChg>
        <pc:spChg chg="add mod">
          <ac:chgData name="Rajarajeshwari S" userId="e4d90711455572c4" providerId="LiveId" clId="{CCD4E902-00B9-4B30-B952-A9A7A2B9871A}" dt="2026-02-11T08:42:43.217" v="2040" actId="571"/>
          <ac:spMkLst>
            <pc:docMk/>
            <pc:sldMk cId="448631870" sldId="353"/>
            <ac:spMk id="4" creationId="{3DCA89D6-BFC5-ACDC-2CC3-BCE07EEF6171}"/>
          </ac:spMkLst>
        </pc:spChg>
      </pc:sldChg>
      <pc:sldChg chg="modSp new mod">
        <pc:chgData name="Rajarajeshwari S" userId="e4d90711455572c4" providerId="LiveId" clId="{CCD4E902-00B9-4B30-B952-A9A7A2B9871A}" dt="2026-02-11T08:43:20.576" v="2053" actId="27636"/>
        <pc:sldMkLst>
          <pc:docMk/>
          <pc:sldMk cId="2546548811" sldId="354"/>
        </pc:sldMkLst>
        <pc:spChg chg="mod">
          <ac:chgData name="Rajarajeshwari S" userId="e4d90711455572c4" providerId="LiveId" clId="{CCD4E902-00B9-4B30-B952-A9A7A2B9871A}" dt="2026-02-11T08:43:09.132" v="2048" actId="27636"/>
          <ac:spMkLst>
            <pc:docMk/>
            <pc:sldMk cId="2546548811" sldId="354"/>
            <ac:spMk id="2" creationId="{24DAD5AE-821C-E9B1-0D54-E1B29991F6C1}"/>
          </ac:spMkLst>
        </pc:spChg>
        <pc:spChg chg="mod">
          <ac:chgData name="Rajarajeshwari S" userId="e4d90711455572c4" providerId="LiveId" clId="{CCD4E902-00B9-4B30-B952-A9A7A2B9871A}" dt="2026-02-11T08:43:20.576" v="2053" actId="27636"/>
          <ac:spMkLst>
            <pc:docMk/>
            <pc:sldMk cId="2546548811" sldId="354"/>
            <ac:spMk id="3" creationId="{013D3B0D-B508-5DF3-5EB1-0F34FEA84754}"/>
          </ac:spMkLst>
        </pc:spChg>
      </pc:sldChg>
      <pc:sldChg chg="modSp new mod">
        <pc:chgData name="Rajarajeshwari S" userId="e4d90711455572c4" providerId="LiveId" clId="{CCD4E902-00B9-4B30-B952-A9A7A2B9871A}" dt="2026-02-11T08:46:12.111" v="2061" actId="27636"/>
        <pc:sldMkLst>
          <pc:docMk/>
          <pc:sldMk cId="3828884713" sldId="356"/>
        </pc:sldMkLst>
        <pc:spChg chg="mod">
          <ac:chgData name="Rajarajeshwari S" userId="e4d90711455572c4" providerId="LiveId" clId="{CCD4E902-00B9-4B30-B952-A9A7A2B9871A}" dt="2026-02-11T08:45:58.941" v="2057" actId="27636"/>
          <ac:spMkLst>
            <pc:docMk/>
            <pc:sldMk cId="3828884713" sldId="356"/>
            <ac:spMk id="2" creationId="{BDEB7DB8-167B-0238-5630-C31E19011A31}"/>
          </ac:spMkLst>
        </pc:spChg>
        <pc:spChg chg="mod">
          <ac:chgData name="Rajarajeshwari S" userId="e4d90711455572c4" providerId="LiveId" clId="{CCD4E902-00B9-4B30-B952-A9A7A2B9871A}" dt="2026-02-11T08:46:12.111" v="2061" actId="27636"/>
          <ac:spMkLst>
            <pc:docMk/>
            <pc:sldMk cId="3828884713" sldId="356"/>
            <ac:spMk id="3" creationId="{FCA4E82C-59A5-089D-7048-A50E094DC2DD}"/>
          </ac:spMkLst>
        </pc:spChg>
      </pc:sldChg>
      <pc:sldChg chg="modSp new mod">
        <pc:chgData name="Rajarajeshwari S" userId="e4d90711455572c4" providerId="LiveId" clId="{CCD4E902-00B9-4B30-B952-A9A7A2B9871A}" dt="2026-02-11T08:46:27.390" v="2065" actId="6549"/>
        <pc:sldMkLst>
          <pc:docMk/>
          <pc:sldMk cId="3429870365" sldId="357"/>
        </pc:sldMkLst>
        <pc:spChg chg="mod">
          <ac:chgData name="Rajarajeshwari S" userId="e4d90711455572c4" providerId="LiveId" clId="{CCD4E902-00B9-4B30-B952-A9A7A2B9871A}" dt="2026-02-11T08:46:24.556" v="2064" actId="27636"/>
          <ac:spMkLst>
            <pc:docMk/>
            <pc:sldMk cId="3429870365" sldId="357"/>
            <ac:spMk id="2" creationId="{B5B2534D-DC5D-DE3F-B5D7-7C4AA393788F}"/>
          </ac:spMkLst>
        </pc:spChg>
        <pc:spChg chg="mod">
          <ac:chgData name="Rajarajeshwari S" userId="e4d90711455572c4" providerId="LiveId" clId="{CCD4E902-00B9-4B30-B952-A9A7A2B9871A}" dt="2026-02-11T08:46:27.390" v="2065" actId="6549"/>
          <ac:spMkLst>
            <pc:docMk/>
            <pc:sldMk cId="3429870365" sldId="357"/>
            <ac:spMk id="3" creationId="{DDB2BF7A-7D9D-7406-ADA5-454AA113238F}"/>
          </ac:spMkLst>
        </pc:spChg>
      </pc:sldChg>
      <pc:sldChg chg="modSp new mod">
        <pc:chgData name="Rajarajeshwari S" userId="e4d90711455572c4" providerId="LiveId" clId="{CCD4E902-00B9-4B30-B952-A9A7A2B9871A}" dt="2026-02-11T10:16:06.324" v="2077" actId="27636"/>
        <pc:sldMkLst>
          <pc:docMk/>
          <pc:sldMk cId="716277586" sldId="358"/>
        </pc:sldMkLst>
        <pc:spChg chg="mod">
          <ac:chgData name="Rajarajeshwari S" userId="e4d90711455572c4" providerId="LiveId" clId="{CCD4E902-00B9-4B30-B952-A9A7A2B9871A}" dt="2026-02-11T10:15:54.283" v="2075" actId="20577"/>
          <ac:spMkLst>
            <pc:docMk/>
            <pc:sldMk cId="716277586" sldId="358"/>
            <ac:spMk id="2" creationId="{33E91F8B-3816-B463-52B2-998BE635B168}"/>
          </ac:spMkLst>
        </pc:spChg>
        <pc:spChg chg="mod">
          <ac:chgData name="Rajarajeshwari S" userId="e4d90711455572c4" providerId="LiveId" clId="{CCD4E902-00B9-4B30-B952-A9A7A2B9871A}" dt="2026-02-11T10:16:06.324" v="2077" actId="27636"/>
          <ac:spMkLst>
            <pc:docMk/>
            <pc:sldMk cId="716277586" sldId="358"/>
            <ac:spMk id="3" creationId="{DF4D6E63-F3E3-821C-D584-6010C816DCEE}"/>
          </ac:spMkLst>
        </pc:spChg>
      </pc:sldChg>
      <pc:sldChg chg="modSp new mod">
        <pc:chgData name="Rajarajeshwari S" userId="e4d90711455572c4" providerId="LiveId" clId="{CCD4E902-00B9-4B30-B952-A9A7A2B9871A}" dt="2026-02-11T10:16:22.028" v="2083" actId="27636"/>
        <pc:sldMkLst>
          <pc:docMk/>
          <pc:sldMk cId="1148573197" sldId="359"/>
        </pc:sldMkLst>
        <pc:spChg chg="mod">
          <ac:chgData name="Rajarajeshwari S" userId="e4d90711455572c4" providerId="LiveId" clId="{CCD4E902-00B9-4B30-B952-A9A7A2B9871A}" dt="2026-02-11T10:16:19.128" v="2080" actId="27636"/>
          <ac:spMkLst>
            <pc:docMk/>
            <pc:sldMk cId="1148573197" sldId="359"/>
            <ac:spMk id="2" creationId="{6240265C-CA44-E6E5-5959-50B529CE8D3F}"/>
          </ac:spMkLst>
        </pc:spChg>
        <pc:spChg chg="mod">
          <ac:chgData name="Rajarajeshwari S" userId="e4d90711455572c4" providerId="LiveId" clId="{CCD4E902-00B9-4B30-B952-A9A7A2B9871A}" dt="2026-02-11T10:16:22.028" v="2083" actId="27636"/>
          <ac:spMkLst>
            <pc:docMk/>
            <pc:sldMk cId="1148573197" sldId="359"/>
            <ac:spMk id="3" creationId="{B0E1B147-7CD3-E334-8BEC-7D784F404A4A}"/>
          </ac:spMkLst>
        </pc:spChg>
      </pc:sldChg>
      <pc:sldChg chg="modSp new mod ord">
        <pc:chgData name="Rajarajeshwari S" userId="e4d90711455572c4" providerId="LiveId" clId="{CCD4E902-00B9-4B30-B952-A9A7A2B9871A}" dt="2026-02-11T10:19:05.112" v="2130"/>
        <pc:sldMkLst>
          <pc:docMk/>
          <pc:sldMk cId="3715303068" sldId="360"/>
        </pc:sldMkLst>
        <pc:spChg chg="mod">
          <ac:chgData name="Rajarajeshwari S" userId="e4d90711455572c4" providerId="LiveId" clId="{CCD4E902-00B9-4B30-B952-A9A7A2B9871A}" dt="2026-02-11T10:16:39.116" v="2086" actId="27636"/>
          <ac:spMkLst>
            <pc:docMk/>
            <pc:sldMk cId="3715303068" sldId="360"/>
            <ac:spMk id="2" creationId="{8F8171C1-9ECD-2B23-4A7D-F9636DDD60CF}"/>
          </ac:spMkLst>
        </pc:spChg>
        <pc:spChg chg="mod">
          <ac:chgData name="Rajarajeshwari S" userId="e4d90711455572c4" providerId="LiveId" clId="{CCD4E902-00B9-4B30-B952-A9A7A2B9871A}" dt="2026-02-11T10:16:39.051" v="2085"/>
          <ac:spMkLst>
            <pc:docMk/>
            <pc:sldMk cId="3715303068" sldId="360"/>
            <ac:spMk id="3" creationId="{3403F075-2749-BC20-F658-48A445705BF0}"/>
          </ac:spMkLst>
        </pc:spChg>
      </pc:sldChg>
      <pc:sldChg chg="addSp modSp new mod">
        <pc:chgData name="Rajarajeshwari S" userId="e4d90711455572c4" providerId="LiveId" clId="{CCD4E902-00B9-4B30-B952-A9A7A2B9871A}" dt="2026-02-11T10:17:29.540" v="2101" actId="27636"/>
        <pc:sldMkLst>
          <pc:docMk/>
          <pc:sldMk cId="380443121" sldId="361"/>
        </pc:sldMkLst>
        <pc:spChg chg="mod">
          <ac:chgData name="Rajarajeshwari S" userId="e4d90711455572c4" providerId="LiveId" clId="{CCD4E902-00B9-4B30-B952-A9A7A2B9871A}" dt="2026-02-11T10:16:54.564" v="2089" actId="27636"/>
          <ac:spMkLst>
            <pc:docMk/>
            <pc:sldMk cId="380443121" sldId="361"/>
            <ac:spMk id="2" creationId="{AD05DFF2-AAD8-474D-7AFA-D421B621EF85}"/>
          </ac:spMkLst>
        </pc:spChg>
        <pc:spChg chg="mod">
          <ac:chgData name="Rajarajeshwari S" userId="e4d90711455572c4" providerId="LiveId" clId="{CCD4E902-00B9-4B30-B952-A9A7A2B9871A}" dt="2026-02-11T10:17:24.295" v="2099" actId="27636"/>
          <ac:spMkLst>
            <pc:docMk/>
            <pc:sldMk cId="380443121" sldId="361"/>
            <ac:spMk id="3" creationId="{9A847A0E-51ED-B9DC-E041-EDC55C0F7271}"/>
          </ac:spMkLst>
        </pc:spChg>
        <pc:spChg chg="add mod">
          <ac:chgData name="Rajarajeshwari S" userId="e4d90711455572c4" providerId="LiveId" clId="{CCD4E902-00B9-4B30-B952-A9A7A2B9871A}" dt="2026-02-11T10:17:29.540" v="2101" actId="27636"/>
          <ac:spMkLst>
            <pc:docMk/>
            <pc:sldMk cId="380443121" sldId="361"/>
            <ac:spMk id="4" creationId="{4CC05D1A-6A2F-8C98-8A03-FBACCBE42C7C}"/>
          </ac:spMkLst>
        </pc:spChg>
      </pc:sldChg>
      <pc:sldChg chg="addSp modSp new mod">
        <pc:chgData name="Rajarajeshwari S" userId="e4d90711455572c4" providerId="LiveId" clId="{CCD4E902-00B9-4B30-B952-A9A7A2B9871A}" dt="2026-02-11T10:19:16.711" v="2135" actId="27636"/>
        <pc:sldMkLst>
          <pc:docMk/>
          <pc:sldMk cId="4127461617" sldId="362"/>
        </pc:sldMkLst>
        <pc:spChg chg="mod">
          <ac:chgData name="Rajarajeshwari S" userId="e4d90711455572c4" providerId="LiveId" clId="{CCD4E902-00B9-4B30-B952-A9A7A2B9871A}" dt="2026-02-11T10:17:47.330" v="2105" actId="27636"/>
          <ac:spMkLst>
            <pc:docMk/>
            <pc:sldMk cId="4127461617" sldId="362"/>
            <ac:spMk id="2" creationId="{5C802167-3362-9D7F-1D83-C0C6B6F181A8}"/>
          </ac:spMkLst>
        </pc:spChg>
        <pc:spChg chg="mod">
          <ac:chgData name="Rajarajeshwari S" userId="e4d90711455572c4" providerId="LiveId" clId="{CCD4E902-00B9-4B30-B952-A9A7A2B9871A}" dt="2026-02-11T10:19:16.711" v="2135" actId="27636"/>
          <ac:spMkLst>
            <pc:docMk/>
            <pc:sldMk cId="4127461617" sldId="362"/>
            <ac:spMk id="3" creationId="{16A5A9BA-3A3A-011B-50E5-4FD86C30CD91}"/>
          </ac:spMkLst>
        </pc:spChg>
        <pc:spChg chg="add mod">
          <ac:chgData name="Rajarajeshwari S" userId="e4d90711455572c4" providerId="LiveId" clId="{CCD4E902-00B9-4B30-B952-A9A7A2B9871A}" dt="2026-02-11T10:18:51.565" v="2128" actId="27636"/>
          <ac:spMkLst>
            <pc:docMk/>
            <pc:sldMk cId="4127461617" sldId="362"/>
            <ac:spMk id="4" creationId="{4724D6A8-1381-5838-45EC-9904BF748F6A}"/>
          </ac:spMkLst>
        </pc:spChg>
      </pc:sldChg>
      <pc:sldChg chg="modSp new mod">
        <pc:chgData name="Rajarajeshwari S" userId="e4d90711455572c4" providerId="LiveId" clId="{CCD4E902-00B9-4B30-B952-A9A7A2B9871A}" dt="2026-02-11T10:19:40.905" v="2142" actId="27636"/>
        <pc:sldMkLst>
          <pc:docMk/>
          <pc:sldMk cId="660725546" sldId="363"/>
        </pc:sldMkLst>
        <pc:spChg chg="mod">
          <ac:chgData name="Rajarajeshwari S" userId="e4d90711455572c4" providerId="LiveId" clId="{CCD4E902-00B9-4B30-B952-A9A7A2B9871A}" dt="2026-02-11T10:19:34.108" v="2138" actId="27636"/>
          <ac:spMkLst>
            <pc:docMk/>
            <pc:sldMk cId="660725546" sldId="363"/>
            <ac:spMk id="2" creationId="{39269931-A2A3-8BD2-68F8-972C0889A5C3}"/>
          </ac:spMkLst>
        </pc:spChg>
        <pc:spChg chg="mod">
          <ac:chgData name="Rajarajeshwari S" userId="e4d90711455572c4" providerId="LiveId" clId="{CCD4E902-00B9-4B30-B952-A9A7A2B9871A}" dt="2026-02-11T10:19:40.905" v="2142" actId="27636"/>
          <ac:spMkLst>
            <pc:docMk/>
            <pc:sldMk cId="660725546" sldId="363"/>
            <ac:spMk id="3" creationId="{CF512A60-E2A5-13D8-8BF5-D9951C7E414A}"/>
          </ac:spMkLst>
        </pc:spChg>
      </pc:sldChg>
      <pc:sldChg chg="modSp new mod">
        <pc:chgData name="Rajarajeshwari S" userId="e4d90711455572c4" providerId="LiveId" clId="{CCD4E902-00B9-4B30-B952-A9A7A2B9871A}" dt="2026-02-11T10:20:14.822" v="2156" actId="20577"/>
        <pc:sldMkLst>
          <pc:docMk/>
          <pc:sldMk cId="2725713429" sldId="364"/>
        </pc:sldMkLst>
        <pc:spChg chg="mod">
          <ac:chgData name="Rajarajeshwari S" userId="e4d90711455572c4" providerId="LiveId" clId="{CCD4E902-00B9-4B30-B952-A9A7A2B9871A}" dt="2026-02-11T10:19:58.912" v="2145" actId="27636"/>
          <ac:spMkLst>
            <pc:docMk/>
            <pc:sldMk cId="2725713429" sldId="364"/>
            <ac:spMk id="2" creationId="{EBF1BD0B-FE82-6431-F8DF-DEB2C8282E1E}"/>
          </ac:spMkLst>
        </pc:spChg>
        <pc:spChg chg="mod">
          <ac:chgData name="Rajarajeshwari S" userId="e4d90711455572c4" providerId="LiveId" clId="{CCD4E902-00B9-4B30-B952-A9A7A2B9871A}" dt="2026-02-11T10:20:14.822" v="2156" actId="20577"/>
          <ac:spMkLst>
            <pc:docMk/>
            <pc:sldMk cId="2725713429" sldId="364"/>
            <ac:spMk id="3" creationId="{B9530E96-CDF3-A174-B5E6-20ADF504D2BB}"/>
          </ac:spMkLst>
        </pc:spChg>
      </pc:sldChg>
      <pc:sldChg chg="modSp new mod">
        <pc:chgData name="Rajarajeshwari S" userId="e4d90711455572c4" providerId="LiveId" clId="{CCD4E902-00B9-4B30-B952-A9A7A2B9871A}" dt="2026-02-11T10:20:43.742" v="2164" actId="27636"/>
        <pc:sldMkLst>
          <pc:docMk/>
          <pc:sldMk cId="774895206" sldId="365"/>
        </pc:sldMkLst>
        <pc:spChg chg="mod">
          <ac:chgData name="Rajarajeshwari S" userId="e4d90711455572c4" providerId="LiveId" clId="{CCD4E902-00B9-4B30-B952-A9A7A2B9871A}" dt="2026-02-11T10:20:30.923" v="2159" actId="27636"/>
          <ac:spMkLst>
            <pc:docMk/>
            <pc:sldMk cId="774895206" sldId="365"/>
            <ac:spMk id="2" creationId="{3A584FEF-135E-8C50-86BD-5E323920F40A}"/>
          </ac:spMkLst>
        </pc:spChg>
        <pc:spChg chg="mod">
          <ac:chgData name="Rajarajeshwari S" userId="e4d90711455572c4" providerId="LiveId" clId="{CCD4E902-00B9-4B30-B952-A9A7A2B9871A}" dt="2026-02-11T10:20:43.742" v="2164" actId="27636"/>
          <ac:spMkLst>
            <pc:docMk/>
            <pc:sldMk cId="774895206" sldId="365"/>
            <ac:spMk id="3" creationId="{191FF20D-4F5A-13FA-B656-606D71596600}"/>
          </ac:spMkLst>
        </pc:spChg>
      </pc:sldChg>
      <pc:sldChg chg="addSp modSp new mod">
        <pc:chgData name="Rajarajeshwari S" userId="e4d90711455572c4" providerId="LiveId" clId="{CCD4E902-00B9-4B30-B952-A9A7A2B9871A}" dt="2026-02-11T11:27:01.880" v="2469" actId="12"/>
        <pc:sldMkLst>
          <pc:docMk/>
          <pc:sldMk cId="313068817" sldId="366"/>
        </pc:sldMkLst>
        <pc:spChg chg="mod">
          <ac:chgData name="Rajarajeshwari S" userId="e4d90711455572c4" providerId="LiveId" clId="{CCD4E902-00B9-4B30-B952-A9A7A2B9871A}" dt="2026-02-11T10:21:02.536" v="2167" actId="27636"/>
          <ac:spMkLst>
            <pc:docMk/>
            <pc:sldMk cId="313068817" sldId="366"/>
            <ac:spMk id="2" creationId="{94BFDD8D-CA2F-5C88-82EB-BD3ECB5E7ACB}"/>
          </ac:spMkLst>
        </pc:spChg>
        <pc:spChg chg="mod">
          <ac:chgData name="Rajarajeshwari S" userId="e4d90711455572c4" providerId="LiveId" clId="{CCD4E902-00B9-4B30-B952-A9A7A2B9871A}" dt="2026-02-11T11:26:54.308" v="2467" actId="12"/>
          <ac:spMkLst>
            <pc:docMk/>
            <pc:sldMk cId="313068817" sldId="366"/>
            <ac:spMk id="3" creationId="{335D5161-3396-6ADE-4FA8-E482A98EA10B}"/>
          </ac:spMkLst>
        </pc:spChg>
        <pc:spChg chg="add mod">
          <ac:chgData name="Rajarajeshwari S" userId="e4d90711455572c4" providerId="LiveId" clId="{CCD4E902-00B9-4B30-B952-A9A7A2B9871A}" dt="2026-02-11T11:27:01.880" v="2469" actId="12"/>
          <ac:spMkLst>
            <pc:docMk/>
            <pc:sldMk cId="313068817" sldId="366"/>
            <ac:spMk id="4" creationId="{885105FE-14FD-B665-E96A-24467172512E}"/>
          </ac:spMkLst>
        </pc:spChg>
      </pc:sldChg>
      <pc:sldChg chg="addSp delSp modSp new">
        <pc:chgData name="Rajarajeshwari S" userId="e4d90711455572c4" providerId="LiveId" clId="{CCD4E902-00B9-4B30-B952-A9A7A2B9871A}" dt="2026-02-11T15:04:05.346" v="2475" actId="14100"/>
        <pc:sldMkLst>
          <pc:docMk/>
          <pc:sldMk cId="3185047366" sldId="367"/>
        </pc:sldMkLst>
        <pc:picChg chg="add mod">
          <ac:chgData name="Rajarajeshwari S" userId="e4d90711455572c4" providerId="LiveId" clId="{CCD4E902-00B9-4B30-B952-A9A7A2B9871A}" dt="2026-02-11T15:04:05.346" v="2475" actId="14100"/>
          <ac:picMkLst>
            <pc:docMk/>
            <pc:sldMk cId="3185047366" sldId="367"/>
            <ac:picMk id="21506" creationId="{A82B4831-E715-23C0-51CA-324278D51BBE}"/>
          </ac:picMkLst>
        </pc:picChg>
      </pc:sldChg>
      <pc:sldChg chg="modSp new mod">
        <pc:chgData name="Rajarajeshwari S" userId="e4d90711455572c4" providerId="LiveId" clId="{CCD4E902-00B9-4B30-B952-A9A7A2B9871A}" dt="2026-02-11T15:04:35.663" v="2476" actId="113"/>
        <pc:sldMkLst>
          <pc:docMk/>
          <pc:sldMk cId="2782595333" sldId="368"/>
        </pc:sldMkLst>
        <pc:spChg chg="mod">
          <ac:chgData name="Rajarajeshwari S" userId="e4d90711455572c4" providerId="LiveId" clId="{CCD4E902-00B9-4B30-B952-A9A7A2B9871A}" dt="2026-02-11T10:27:38.709" v="2182" actId="27636"/>
          <ac:spMkLst>
            <pc:docMk/>
            <pc:sldMk cId="2782595333" sldId="368"/>
            <ac:spMk id="2" creationId="{363DAE46-5177-1CBD-8B0F-756C6EEA3C7F}"/>
          </ac:spMkLst>
        </pc:spChg>
        <pc:spChg chg="mod">
          <ac:chgData name="Rajarajeshwari S" userId="e4d90711455572c4" providerId="LiveId" clId="{CCD4E902-00B9-4B30-B952-A9A7A2B9871A}" dt="2026-02-11T15:04:35.663" v="2476" actId="113"/>
          <ac:spMkLst>
            <pc:docMk/>
            <pc:sldMk cId="2782595333" sldId="368"/>
            <ac:spMk id="3" creationId="{C4E801BD-A9BC-B536-9278-77901F2319AF}"/>
          </ac:spMkLst>
        </pc:spChg>
      </pc:sldChg>
      <pc:sldChg chg="addSp modSp new mod">
        <pc:chgData name="Rajarajeshwari S" userId="e4d90711455572c4" providerId="LiveId" clId="{CCD4E902-00B9-4B30-B952-A9A7A2B9871A}" dt="2026-02-11T15:05:06.417" v="2480" actId="1076"/>
        <pc:sldMkLst>
          <pc:docMk/>
          <pc:sldMk cId="3082746681" sldId="369"/>
        </pc:sldMkLst>
        <pc:spChg chg="mod">
          <ac:chgData name="Rajarajeshwari S" userId="e4d90711455572c4" providerId="LiveId" clId="{CCD4E902-00B9-4B30-B952-A9A7A2B9871A}" dt="2026-02-11T10:38:24.292" v="2199" actId="20577"/>
          <ac:spMkLst>
            <pc:docMk/>
            <pc:sldMk cId="3082746681" sldId="369"/>
            <ac:spMk id="2" creationId="{AE267047-2D18-BC96-6C96-295F7EEBE270}"/>
          </ac:spMkLst>
        </pc:spChg>
        <pc:spChg chg="mod">
          <ac:chgData name="Rajarajeshwari S" userId="e4d90711455572c4" providerId="LiveId" clId="{CCD4E902-00B9-4B30-B952-A9A7A2B9871A}" dt="2026-02-11T15:04:42.718" v="2477" actId="113"/>
          <ac:spMkLst>
            <pc:docMk/>
            <pc:sldMk cId="3082746681" sldId="369"/>
            <ac:spMk id="3" creationId="{8F295D8C-59EA-F4EB-23EE-E5E854587CB0}"/>
          </ac:spMkLst>
        </pc:spChg>
        <pc:picChg chg="add mod">
          <ac:chgData name="Rajarajeshwari S" userId="e4d90711455572c4" providerId="LiveId" clId="{CCD4E902-00B9-4B30-B952-A9A7A2B9871A}" dt="2026-02-11T15:05:06.417" v="2480" actId="1076"/>
          <ac:picMkLst>
            <pc:docMk/>
            <pc:sldMk cId="3082746681" sldId="369"/>
            <ac:picMk id="7" creationId="{D6D278B0-930F-0660-067A-12496B2A784C}"/>
          </ac:picMkLst>
        </pc:picChg>
      </pc:sldChg>
      <pc:sldChg chg="addSp modSp new mod">
        <pc:chgData name="Rajarajeshwari S" userId="e4d90711455572c4" providerId="LiveId" clId="{CCD4E902-00B9-4B30-B952-A9A7A2B9871A}" dt="2026-02-11T10:42:41.884" v="2237" actId="1076"/>
        <pc:sldMkLst>
          <pc:docMk/>
          <pc:sldMk cId="2878722954" sldId="370"/>
        </pc:sldMkLst>
        <pc:spChg chg="mod">
          <ac:chgData name="Rajarajeshwari S" userId="e4d90711455572c4" providerId="LiveId" clId="{CCD4E902-00B9-4B30-B952-A9A7A2B9871A}" dt="2026-02-11T10:40:50.041" v="2208" actId="27636"/>
          <ac:spMkLst>
            <pc:docMk/>
            <pc:sldMk cId="2878722954" sldId="370"/>
            <ac:spMk id="2" creationId="{F42577CA-5D60-4370-999B-E87CFD6ED56A}"/>
          </ac:spMkLst>
        </pc:spChg>
        <pc:spChg chg="mod">
          <ac:chgData name="Rajarajeshwari S" userId="e4d90711455572c4" providerId="LiveId" clId="{CCD4E902-00B9-4B30-B952-A9A7A2B9871A}" dt="2026-02-11T10:42:05.683" v="2232" actId="6549"/>
          <ac:spMkLst>
            <pc:docMk/>
            <pc:sldMk cId="2878722954" sldId="370"/>
            <ac:spMk id="3" creationId="{6978EE99-AC75-95EE-F03D-159132CBADE6}"/>
          </ac:spMkLst>
        </pc:spChg>
        <pc:picChg chg="add mod">
          <ac:chgData name="Rajarajeshwari S" userId="e4d90711455572c4" providerId="LiveId" clId="{CCD4E902-00B9-4B30-B952-A9A7A2B9871A}" dt="2026-02-11T10:41:48.926" v="2228" actId="1076"/>
          <ac:picMkLst>
            <pc:docMk/>
            <pc:sldMk cId="2878722954" sldId="370"/>
            <ac:picMk id="5" creationId="{A16F9AB1-E1B7-B249-1584-84FB97FF38CE}"/>
          </ac:picMkLst>
        </pc:picChg>
        <pc:picChg chg="add mod">
          <ac:chgData name="Rajarajeshwari S" userId="e4d90711455572c4" providerId="LiveId" clId="{CCD4E902-00B9-4B30-B952-A9A7A2B9871A}" dt="2026-02-11T10:42:08.917" v="2234" actId="1076"/>
          <ac:picMkLst>
            <pc:docMk/>
            <pc:sldMk cId="2878722954" sldId="370"/>
            <ac:picMk id="7" creationId="{5712789C-8B8F-A4BB-7E3A-B38D23071CEA}"/>
          </ac:picMkLst>
        </pc:picChg>
        <pc:picChg chg="add mod">
          <ac:chgData name="Rajarajeshwari S" userId="e4d90711455572c4" providerId="LiveId" clId="{CCD4E902-00B9-4B30-B952-A9A7A2B9871A}" dt="2026-02-11T10:42:41.884" v="2237" actId="1076"/>
          <ac:picMkLst>
            <pc:docMk/>
            <pc:sldMk cId="2878722954" sldId="370"/>
            <ac:picMk id="9" creationId="{485C7C93-01EB-4DB3-AFA7-D9E967FDEEFC}"/>
          </ac:picMkLst>
        </pc:picChg>
      </pc:sldChg>
      <pc:sldChg chg="addSp modSp new mod">
        <pc:chgData name="Rajarajeshwari S" userId="e4d90711455572c4" providerId="LiveId" clId="{CCD4E902-00B9-4B30-B952-A9A7A2B9871A}" dt="2026-02-11T15:05:54.091" v="2482" actId="1076"/>
        <pc:sldMkLst>
          <pc:docMk/>
          <pc:sldMk cId="1706516847" sldId="371"/>
        </pc:sldMkLst>
        <pc:spChg chg="mod">
          <ac:chgData name="Rajarajeshwari S" userId="e4d90711455572c4" providerId="LiveId" clId="{CCD4E902-00B9-4B30-B952-A9A7A2B9871A}" dt="2026-02-11T10:43:00.533" v="2242" actId="20577"/>
          <ac:spMkLst>
            <pc:docMk/>
            <pc:sldMk cId="1706516847" sldId="371"/>
            <ac:spMk id="2" creationId="{96D81444-EAF3-0DC6-76D7-AF163DE1A0E4}"/>
          </ac:spMkLst>
        </pc:spChg>
        <pc:spChg chg="mod">
          <ac:chgData name="Rajarajeshwari S" userId="e4d90711455572c4" providerId="LiveId" clId="{CCD4E902-00B9-4B30-B952-A9A7A2B9871A}" dt="2026-02-11T15:05:52.335" v="2481" actId="14100"/>
          <ac:spMkLst>
            <pc:docMk/>
            <pc:sldMk cId="1706516847" sldId="371"/>
            <ac:spMk id="3" creationId="{43521B22-5FD2-CE74-2B9A-2E5B1D5497F7}"/>
          </ac:spMkLst>
        </pc:spChg>
        <pc:picChg chg="add mod">
          <ac:chgData name="Rajarajeshwari S" userId="e4d90711455572c4" providerId="LiveId" clId="{CCD4E902-00B9-4B30-B952-A9A7A2B9871A}" dt="2026-02-11T15:05:54.091" v="2482" actId="1076"/>
          <ac:picMkLst>
            <pc:docMk/>
            <pc:sldMk cId="1706516847" sldId="371"/>
            <ac:picMk id="5" creationId="{1DDB1376-6602-735C-8BBD-DB74B5A59225}"/>
          </ac:picMkLst>
        </pc:picChg>
        <pc:picChg chg="add mod">
          <ac:chgData name="Rajarajeshwari S" userId="e4d90711455572c4" providerId="LiveId" clId="{CCD4E902-00B9-4B30-B952-A9A7A2B9871A}" dt="2026-02-11T10:43:58.105" v="2248" actId="1076"/>
          <ac:picMkLst>
            <pc:docMk/>
            <pc:sldMk cId="1706516847" sldId="371"/>
            <ac:picMk id="7" creationId="{C76E80A2-159E-5D77-BABA-0E0D8EBC4A48}"/>
          </ac:picMkLst>
        </pc:picChg>
      </pc:sldChg>
      <pc:sldChg chg="addSp modSp new mod">
        <pc:chgData name="Rajarajeshwari S" userId="e4d90711455572c4" providerId="LiveId" clId="{CCD4E902-00B9-4B30-B952-A9A7A2B9871A}" dt="2026-02-11T10:44:55.639" v="2258" actId="1076"/>
        <pc:sldMkLst>
          <pc:docMk/>
          <pc:sldMk cId="877491276" sldId="372"/>
        </pc:sldMkLst>
        <pc:spChg chg="mod">
          <ac:chgData name="Rajarajeshwari S" userId="e4d90711455572c4" providerId="LiveId" clId="{CCD4E902-00B9-4B30-B952-A9A7A2B9871A}" dt="2026-02-11T10:44:27.277" v="2251" actId="27636"/>
          <ac:spMkLst>
            <pc:docMk/>
            <pc:sldMk cId="877491276" sldId="372"/>
            <ac:spMk id="2" creationId="{A24C2502-CD9E-B152-7CC5-F86C0323675F}"/>
          </ac:spMkLst>
        </pc:spChg>
        <pc:spChg chg="mod">
          <ac:chgData name="Rajarajeshwari S" userId="e4d90711455572c4" providerId="LiveId" clId="{CCD4E902-00B9-4B30-B952-A9A7A2B9871A}" dt="2026-02-11T10:44:41.290" v="2255" actId="113"/>
          <ac:spMkLst>
            <pc:docMk/>
            <pc:sldMk cId="877491276" sldId="372"/>
            <ac:spMk id="3" creationId="{AA28CC5E-08D5-889F-9E7C-4976FDD6F1AF}"/>
          </ac:spMkLst>
        </pc:spChg>
        <pc:picChg chg="add mod">
          <ac:chgData name="Rajarajeshwari S" userId="e4d90711455572c4" providerId="LiveId" clId="{CCD4E902-00B9-4B30-B952-A9A7A2B9871A}" dt="2026-02-11T10:44:55.639" v="2258" actId="1076"/>
          <ac:picMkLst>
            <pc:docMk/>
            <pc:sldMk cId="877491276" sldId="372"/>
            <ac:picMk id="5" creationId="{B50FBBE7-B13C-C1B4-C49A-66DC6EDA0132}"/>
          </ac:picMkLst>
        </pc:picChg>
      </pc:sldChg>
      <pc:sldChg chg="addSp modSp new mod">
        <pc:chgData name="Rajarajeshwari S" userId="e4d90711455572c4" providerId="LiveId" clId="{CCD4E902-00B9-4B30-B952-A9A7A2B9871A}" dt="2026-02-11T15:08:47.916" v="2484" actId="1076"/>
        <pc:sldMkLst>
          <pc:docMk/>
          <pc:sldMk cId="1565996846" sldId="373"/>
        </pc:sldMkLst>
        <pc:spChg chg="mod">
          <ac:chgData name="Rajarajeshwari S" userId="e4d90711455572c4" providerId="LiveId" clId="{CCD4E902-00B9-4B30-B952-A9A7A2B9871A}" dt="2026-02-11T10:45:11.396" v="2261" actId="27636"/>
          <ac:spMkLst>
            <pc:docMk/>
            <pc:sldMk cId="1565996846" sldId="373"/>
            <ac:spMk id="2" creationId="{211C1461-42B4-5D66-BD21-1371D7C25314}"/>
          </ac:spMkLst>
        </pc:spChg>
        <pc:spChg chg="mod">
          <ac:chgData name="Rajarajeshwari S" userId="e4d90711455572c4" providerId="LiveId" clId="{CCD4E902-00B9-4B30-B952-A9A7A2B9871A}" dt="2026-02-11T10:45:17.920" v="2262" actId="6549"/>
          <ac:spMkLst>
            <pc:docMk/>
            <pc:sldMk cId="1565996846" sldId="373"/>
            <ac:spMk id="3" creationId="{C45566CB-70C3-6B07-3000-4A7108471953}"/>
          </ac:spMkLst>
        </pc:spChg>
        <pc:picChg chg="add mod">
          <ac:chgData name="Rajarajeshwari S" userId="e4d90711455572c4" providerId="LiveId" clId="{CCD4E902-00B9-4B30-B952-A9A7A2B9871A}" dt="2026-02-11T15:08:47.916" v="2484" actId="1076"/>
          <ac:picMkLst>
            <pc:docMk/>
            <pc:sldMk cId="1565996846" sldId="373"/>
            <ac:picMk id="5" creationId="{FF5E83A5-05DC-805D-C137-EEBF0CAC1954}"/>
          </ac:picMkLst>
        </pc:picChg>
      </pc:sldChg>
      <pc:sldChg chg="addSp modSp new mod">
        <pc:chgData name="Rajarajeshwari S" userId="e4d90711455572c4" providerId="LiveId" clId="{CCD4E902-00B9-4B30-B952-A9A7A2B9871A}" dt="2026-02-11T10:46:49.655" v="2278" actId="1076"/>
        <pc:sldMkLst>
          <pc:docMk/>
          <pc:sldMk cId="3866383461" sldId="374"/>
        </pc:sldMkLst>
        <pc:spChg chg="mod">
          <ac:chgData name="Rajarajeshwari S" userId="e4d90711455572c4" providerId="LiveId" clId="{CCD4E902-00B9-4B30-B952-A9A7A2B9871A}" dt="2026-02-11T10:46:11.372" v="2267" actId="27636"/>
          <ac:spMkLst>
            <pc:docMk/>
            <pc:sldMk cId="3866383461" sldId="374"/>
            <ac:spMk id="2" creationId="{90E3AB4A-1312-DD5E-1E5C-D8F6BAC88169}"/>
          </ac:spMkLst>
        </pc:spChg>
        <pc:spChg chg="mod">
          <ac:chgData name="Rajarajeshwari S" userId="e4d90711455572c4" providerId="LiveId" clId="{CCD4E902-00B9-4B30-B952-A9A7A2B9871A}" dt="2026-02-11T10:46:13.573" v="2268" actId="14100"/>
          <ac:spMkLst>
            <pc:docMk/>
            <pc:sldMk cId="3866383461" sldId="374"/>
            <ac:spMk id="3" creationId="{89AD398A-8A0D-F294-93D9-85A484F10E1B}"/>
          </ac:spMkLst>
        </pc:spChg>
        <pc:picChg chg="add mod">
          <ac:chgData name="Rajarajeshwari S" userId="e4d90711455572c4" providerId="LiveId" clId="{CCD4E902-00B9-4B30-B952-A9A7A2B9871A}" dt="2026-02-11T10:46:34.524" v="2276" actId="1076"/>
          <ac:picMkLst>
            <pc:docMk/>
            <pc:sldMk cId="3866383461" sldId="374"/>
            <ac:picMk id="5" creationId="{593AFBD9-86F7-B2E3-AB49-5E71A5CF9676}"/>
          </ac:picMkLst>
        </pc:picChg>
        <pc:picChg chg="add mod">
          <ac:chgData name="Rajarajeshwari S" userId="e4d90711455572c4" providerId="LiveId" clId="{CCD4E902-00B9-4B30-B952-A9A7A2B9871A}" dt="2026-02-11T10:46:49.655" v="2278" actId="1076"/>
          <ac:picMkLst>
            <pc:docMk/>
            <pc:sldMk cId="3866383461" sldId="374"/>
            <ac:picMk id="7" creationId="{E36B614A-D857-7C42-A834-9250DAE04E55}"/>
          </ac:picMkLst>
        </pc:picChg>
      </pc:sldChg>
      <pc:sldChg chg="modSp new mod">
        <pc:chgData name="Rajarajeshwari S" userId="e4d90711455572c4" providerId="LiveId" clId="{CCD4E902-00B9-4B30-B952-A9A7A2B9871A}" dt="2026-02-11T10:47:16.327" v="2284" actId="20577"/>
        <pc:sldMkLst>
          <pc:docMk/>
          <pc:sldMk cId="1897759054" sldId="375"/>
        </pc:sldMkLst>
        <pc:spChg chg="mod">
          <ac:chgData name="Rajarajeshwari S" userId="e4d90711455572c4" providerId="LiveId" clId="{CCD4E902-00B9-4B30-B952-A9A7A2B9871A}" dt="2026-02-11T10:47:11.324" v="2281" actId="27636"/>
          <ac:spMkLst>
            <pc:docMk/>
            <pc:sldMk cId="1897759054" sldId="375"/>
            <ac:spMk id="2" creationId="{4482AA19-5107-6DAB-EF72-107F4402F0C5}"/>
          </ac:spMkLst>
        </pc:spChg>
        <pc:spChg chg="mod">
          <ac:chgData name="Rajarajeshwari S" userId="e4d90711455572c4" providerId="LiveId" clId="{CCD4E902-00B9-4B30-B952-A9A7A2B9871A}" dt="2026-02-11T10:47:16.327" v="2284" actId="20577"/>
          <ac:spMkLst>
            <pc:docMk/>
            <pc:sldMk cId="1897759054" sldId="375"/>
            <ac:spMk id="3" creationId="{C17DC995-833C-266F-AAAC-6F6304E2026C}"/>
          </ac:spMkLst>
        </pc:spChg>
      </pc:sldChg>
      <pc:sldChg chg="addSp modSp new mod">
        <pc:chgData name="Rajarajeshwari S" userId="e4d90711455572c4" providerId="LiveId" clId="{CCD4E902-00B9-4B30-B952-A9A7A2B9871A}" dt="2026-02-11T10:47:39.163" v="2292" actId="1076"/>
        <pc:sldMkLst>
          <pc:docMk/>
          <pc:sldMk cId="1488276811" sldId="376"/>
        </pc:sldMkLst>
        <pc:spChg chg="mod">
          <ac:chgData name="Rajarajeshwari S" userId="e4d90711455572c4" providerId="LiveId" clId="{CCD4E902-00B9-4B30-B952-A9A7A2B9871A}" dt="2026-02-11T10:47:31.082" v="2289" actId="27636"/>
          <ac:spMkLst>
            <pc:docMk/>
            <pc:sldMk cId="1488276811" sldId="376"/>
            <ac:spMk id="2" creationId="{0614E8BA-4921-4DB8-2893-0190E7B9933D}"/>
          </ac:spMkLst>
        </pc:spChg>
        <pc:picChg chg="add mod">
          <ac:chgData name="Rajarajeshwari S" userId="e4d90711455572c4" providerId="LiveId" clId="{CCD4E902-00B9-4B30-B952-A9A7A2B9871A}" dt="2026-02-11T10:47:39.163" v="2292" actId="1076"/>
          <ac:picMkLst>
            <pc:docMk/>
            <pc:sldMk cId="1488276811" sldId="376"/>
            <ac:picMk id="5" creationId="{5A3A8AEC-2AEF-A704-70C2-D96FC386BD5F}"/>
          </ac:picMkLst>
        </pc:picChg>
      </pc:sldChg>
      <pc:sldChg chg="addSp modSp new mod">
        <pc:chgData name="Rajarajeshwari S" userId="e4d90711455572c4" providerId="LiveId" clId="{CCD4E902-00B9-4B30-B952-A9A7A2B9871A}" dt="2026-02-11T10:49:19.504" v="2312" actId="1076"/>
        <pc:sldMkLst>
          <pc:docMk/>
          <pc:sldMk cId="2564993742" sldId="377"/>
        </pc:sldMkLst>
        <pc:spChg chg="mod">
          <ac:chgData name="Rajarajeshwari S" userId="e4d90711455572c4" providerId="LiveId" clId="{CCD4E902-00B9-4B30-B952-A9A7A2B9871A}" dt="2026-02-11T10:47:52.107" v="2295" actId="27636"/>
          <ac:spMkLst>
            <pc:docMk/>
            <pc:sldMk cId="2564993742" sldId="377"/>
            <ac:spMk id="2" creationId="{84928A5C-A089-DEC9-1E36-C06CA9513F64}"/>
          </ac:spMkLst>
        </pc:spChg>
        <pc:spChg chg="mod">
          <ac:chgData name="Rajarajeshwari S" userId="e4d90711455572c4" providerId="LiveId" clId="{CCD4E902-00B9-4B30-B952-A9A7A2B9871A}" dt="2026-02-11T10:49:15.266" v="2310" actId="20577"/>
          <ac:spMkLst>
            <pc:docMk/>
            <pc:sldMk cId="2564993742" sldId="377"/>
            <ac:spMk id="3" creationId="{A40B6538-48EC-1B38-A6F9-628B2111E412}"/>
          </ac:spMkLst>
        </pc:spChg>
        <pc:picChg chg="add mod">
          <ac:chgData name="Rajarajeshwari S" userId="e4d90711455572c4" providerId="LiveId" clId="{CCD4E902-00B9-4B30-B952-A9A7A2B9871A}" dt="2026-02-11T10:48:04.438" v="2297" actId="1076"/>
          <ac:picMkLst>
            <pc:docMk/>
            <pc:sldMk cId="2564993742" sldId="377"/>
            <ac:picMk id="5" creationId="{8BEAD3BC-5AFA-6037-4CE2-C6412590282E}"/>
          </ac:picMkLst>
        </pc:picChg>
        <pc:picChg chg="add mod">
          <ac:chgData name="Rajarajeshwari S" userId="e4d90711455572c4" providerId="LiveId" clId="{CCD4E902-00B9-4B30-B952-A9A7A2B9871A}" dt="2026-02-11T10:48:43.367" v="2305" actId="14100"/>
          <ac:picMkLst>
            <pc:docMk/>
            <pc:sldMk cId="2564993742" sldId="377"/>
            <ac:picMk id="7" creationId="{BA83510D-7E64-31AC-7CBB-29B681068F82}"/>
          </ac:picMkLst>
        </pc:picChg>
        <pc:picChg chg="add mod">
          <ac:chgData name="Rajarajeshwari S" userId="e4d90711455572c4" providerId="LiveId" clId="{CCD4E902-00B9-4B30-B952-A9A7A2B9871A}" dt="2026-02-11T10:49:19.504" v="2312" actId="1076"/>
          <ac:picMkLst>
            <pc:docMk/>
            <pc:sldMk cId="2564993742" sldId="377"/>
            <ac:picMk id="9" creationId="{5E0A61C6-E220-663D-D94F-425472613265}"/>
          </ac:picMkLst>
        </pc:picChg>
      </pc:sldChg>
      <pc:sldChg chg="addSp delSp modSp new mod">
        <pc:chgData name="Rajarajeshwari S" userId="e4d90711455572c4" providerId="LiveId" clId="{CCD4E902-00B9-4B30-B952-A9A7A2B9871A}" dt="2026-02-11T10:50:02.470" v="2319" actId="27636"/>
        <pc:sldMkLst>
          <pc:docMk/>
          <pc:sldMk cId="1534100969" sldId="378"/>
        </pc:sldMkLst>
        <pc:spChg chg="mod">
          <ac:chgData name="Rajarajeshwari S" userId="e4d90711455572c4" providerId="LiveId" clId="{CCD4E902-00B9-4B30-B952-A9A7A2B9871A}" dt="2026-02-11T10:50:02.470" v="2319" actId="27636"/>
          <ac:spMkLst>
            <pc:docMk/>
            <pc:sldMk cId="1534100969" sldId="378"/>
            <ac:spMk id="2" creationId="{4F6CDB06-D7D2-54F9-296E-6417CC481ABD}"/>
          </ac:spMkLst>
        </pc:spChg>
        <pc:picChg chg="add mod ord">
          <ac:chgData name="Rajarajeshwari S" userId="e4d90711455572c4" providerId="LiveId" clId="{CCD4E902-00B9-4B30-B952-A9A7A2B9871A}" dt="2026-02-11T10:49:38.092" v="2315" actId="1076"/>
          <ac:picMkLst>
            <pc:docMk/>
            <pc:sldMk cId="1534100969" sldId="378"/>
            <ac:picMk id="5" creationId="{140C9A88-0C93-2E31-6B69-D25D968E40E2}"/>
          </ac:picMkLst>
        </pc:picChg>
      </pc:sldChg>
      <pc:sldChg chg="addSp modSp new mod">
        <pc:chgData name="Rajarajeshwari S" userId="e4d90711455572c4" providerId="LiveId" clId="{CCD4E902-00B9-4B30-B952-A9A7A2B9871A}" dt="2026-02-11T10:50:22.880" v="2323" actId="6549"/>
        <pc:sldMkLst>
          <pc:docMk/>
          <pc:sldMk cId="293957379" sldId="379"/>
        </pc:sldMkLst>
        <pc:spChg chg="mod">
          <ac:chgData name="Rajarajeshwari S" userId="e4d90711455572c4" providerId="LiveId" clId="{CCD4E902-00B9-4B30-B952-A9A7A2B9871A}" dt="2026-02-11T10:50:02.448" v="2318" actId="27636"/>
          <ac:spMkLst>
            <pc:docMk/>
            <pc:sldMk cId="293957379" sldId="379"/>
            <ac:spMk id="2" creationId="{842168B3-90C6-011A-4611-D69B7138C82C}"/>
          </ac:spMkLst>
        </pc:spChg>
        <pc:spChg chg="mod">
          <ac:chgData name="Rajarajeshwari S" userId="e4d90711455572c4" providerId="LiveId" clId="{CCD4E902-00B9-4B30-B952-A9A7A2B9871A}" dt="2026-02-11T10:50:22.880" v="2323" actId="6549"/>
          <ac:spMkLst>
            <pc:docMk/>
            <pc:sldMk cId="293957379" sldId="379"/>
            <ac:spMk id="3" creationId="{4B82F7E2-DC0C-A640-59C3-27AF132598F7}"/>
          </ac:spMkLst>
        </pc:spChg>
        <pc:picChg chg="add mod">
          <ac:chgData name="Rajarajeshwari S" userId="e4d90711455572c4" providerId="LiveId" clId="{CCD4E902-00B9-4B30-B952-A9A7A2B9871A}" dt="2026-02-11T10:50:20.743" v="2322" actId="1076"/>
          <ac:picMkLst>
            <pc:docMk/>
            <pc:sldMk cId="293957379" sldId="379"/>
            <ac:picMk id="5" creationId="{D95F2A95-4AD5-78E7-66ED-B1EBC71425DD}"/>
          </ac:picMkLst>
        </pc:picChg>
      </pc:sldChg>
      <pc:sldChg chg="addSp modSp new mod">
        <pc:chgData name="Rajarajeshwari S" userId="e4d90711455572c4" providerId="LiveId" clId="{CCD4E902-00B9-4B30-B952-A9A7A2B9871A}" dt="2026-02-11T10:50:57.258" v="2328" actId="1076"/>
        <pc:sldMkLst>
          <pc:docMk/>
          <pc:sldMk cId="4262539941" sldId="380"/>
        </pc:sldMkLst>
        <pc:spChg chg="mod">
          <ac:chgData name="Rajarajeshwari S" userId="e4d90711455572c4" providerId="LiveId" clId="{CCD4E902-00B9-4B30-B952-A9A7A2B9871A}" dt="2026-02-11T10:50:45.013" v="2326" actId="27636"/>
          <ac:spMkLst>
            <pc:docMk/>
            <pc:sldMk cId="4262539941" sldId="380"/>
            <ac:spMk id="2" creationId="{CB6BF098-7304-351A-A4E2-8F998887CFA9}"/>
          </ac:spMkLst>
        </pc:spChg>
        <pc:spChg chg="mod">
          <ac:chgData name="Rajarajeshwari S" userId="e4d90711455572c4" providerId="LiveId" clId="{CCD4E902-00B9-4B30-B952-A9A7A2B9871A}" dt="2026-02-11T10:50:44.973" v="2325"/>
          <ac:spMkLst>
            <pc:docMk/>
            <pc:sldMk cId="4262539941" sldId="380"/>
            <ac:spMk id="3" creationId="{D61CC841-5F09-87B4-7F0E-3456831D1BB9}"/>
          </ac:spMkLst>
        </pc:spChg>
        <pc:picChg chg="add mod">
          <ac:chgData name="Rajarajeshwari S" userId="e4d90711455572c4" providerId="LiveId" clId="{CCD4E902-00B9-4B30-B952-A9A7A2B9871A}" dt="2026-02-11T10:50:57.258" v="2328" actId="1076"/>
          <ac:picMkLst>
            <pc:docMk/>
            <pc:sldMk cId="4262539941" sldId="380"/>
            <ac:picMk id="5" creationId="{38376918-0853-08F9-C15E-4E458EEFBFD9}"/>
          </ac:picMkLst>
        </pc:picChg>
      </pc:sldChg>
      <pc:sldChg chg="addSp modSp new mod">
        <pc:chgData name="Rajarajeshwari S" userId="e4d90711455572c4" providerId="LiveId" clId="{CCD4E902-00B9-4B30-B952-A9A7A2B9871A}" dt="2026-02-11T10:51:55.818" v="2337" actId="27636"/>
        <pc:sldMkLst>
          <pc:docMk/>
          <pc:sldMk cId="1375787707" sldId="381"/>
        </pc:sldMkLst>
        <pc:spChg chg="mod">
          <ac:chgData name="Rajarajeshwari S" userId="e4d90711455572c4" providerId="LiveId" clId="{CCD4E902-00B9-4B30-B952-A9A7A2B9871A}" dt="2026-02-11T10:51:55.818" v="2337" actId="27636"/>
          <ac:spMkLst>
            <pc:docMk/>
            <pc:sldMk cId="1375787707" sldId="381"/>
            <ac:spMk id="2" creationId="{B17F4A51-CE5E-37B8-B022-24BB481ED5DA}"/>
          </ac:spMkLst>
        </pc:spChg>
        <pc:picChg chg="add mod">
          <ac:chgData name="Rajarajeshwari S" userId="e4d90711455572c4" providerId="LiveId" clId="{CCD4E902-00B9-4B30-B952-A9A7A2B9871A}" dt="2026-02-11T10:51:34.158" v="2333" actId="1076"/>
          <ac:picMkLst>
            <pc:docMk/>
            <pc:sldMk cId="1375787707" sldId="381"/>
            <ac:picMk id="5" creationId="{3FD02EFD-897E-46FB-22DD-E4158FEE97FD}"/>
          </ac:picMkLst>
        </pc:picChg>
      </pc:sldChg>
      <pc:sldChg chg="addSp modSp new mod">
        <pc:chgData name="Rajarajeshwari S" userId="e4d90711455572c4" providerId="LiveId" clId="{CCD4E902-00B9-4B30-B952-A9A7A2B9871A}" dt="2026-02-11T10:52:39.398" v="2367" actId="14100"/>
        <pc:sldMkLst>
          <pc:docMk/>
          <pc:sldMk cId="2211658721" sldId="382"/>
        </pc:sldMkLst>
        <pc:spChg chg="mod">
          <ac:chgData name="Rajarajeshwari S" userId="e4d90711455572c4" providerId="LiveId" clId="{CCD4E902-00B9-4B30-B952-A9A7A2B9871A}" dt="2026-02-11T10:52:03.012" v="2340" actId="27636"/>
          <ac:spMkLst>
            <pc:docMk/>
            <pc:sldMk cId="2211658721" sldId="382"/>
            <ac:spMk id="2" creationId="{F063A87B-4198-76BA-7CF7-1530C1916D3D}"/>
          </ac:spMkLst>
        </pc:spChg>
        <pc:picChg chg="add mod">
          <ac:chgData name="Rajarajeshwari S" userId="e4d90711455572c4" providerId="LiveId" clId="{CCD4E902-00B9-4B30-B952-A9A7A2B9871A}" dt="2026-02-11T10:52:39.398" v="2367" actId="14100"/>
          <ac:picMkLst>
            <pc:docMk/>
            <pc:sldMk cId="2211658721" sldId="382"/>
            <ac:picMk id="5" creationId="{32D681D2-971A-45B5-27B3-B418E7E27CA3}"/>
          </ac:picMkLst>
        </pc:picChg>
      </pc:sldChg>
      <pc:sldChg chg="addSp modSp new mod">
        <pc:chgData name="Rajarajeshwari S" userId="e4d90711455572c4" providerId="LiveId" clId="{CCD4E902-00B9-4B30-B952-A9A7A2B9871A}" dt="2026-02-11T11:03:59.748" v="2386" actId="27636"/>
        <pc:sldMkLst>
          <pc:docMk/>
          <pc:sldMk cId="4117311598" sldId="383"/>
        </pc:sldMkLst>
        <pc:spChg chg="mod">
          <ac:chgData name="Rajarajeshwari S" userId="e4d90711455572c4" providerId="LiveId" clId="{CCD4E902-00B9-4B30-B952-A9A7A2B9871A}" dt="2026-02-11T11:03:59.748" v="2386" actId="27636"/>
          <ac:spMkLst>
            <pc:docMk/>
            <pc:sldMk cId="4117311598" sldId="383"/>
            <ac:spMk id="2" creationId="{85287316-F2E9-78CE-C440-D18941445E5C}"/>
          </ac:spMkLst>
        </pc:spChg>
        <pc:picChg chg="add mod">
          <ac:chgData name="Rajarajeshwari S" userId="e4d90711455572c4" providerId="LiveId" clId="{CCD4E902-00B9-4B30-B952-A9A7A2B9871A}" dt="2026-02-11T10:53:00.276" v="2371" actId="14100"/>
          <ac:picMkLst>
            <pc:docMk/>
            <pc:sldMk cId="4117311598" sldId="383"/>
            <ac:picMk id="5" creationId="{333E3B47-612C-4421-A413-67FFB7F25A1C}"/>
          </ac:picMkLst>
        </pc:picChg>
      </pc:sldChg>
      <pc:sldChg chg="modSp new mod">
        <pc:chgData name="Rajarajeshwari S" userId="e4d90711455572c4" providerId="LiveId" clId="{CCD4E902-00B9-4B30-B952-A9A7A2B9871A}" dt="2026-02-11T11:04:13.160" v="2394" actId="20577"/>
        <pc:sldMkLst>
          <pc:docMk/>
          <pc:sldMk cId="1863738288" sldId="384"/>
        </pc:sldMkLst>
        <pc:spChg chg="mod">
          <ac:chgData name="Rajarajeshwari S" userId="e4d90711455572c4" providerId="LiveId" clId="{CCD4E902-00B9-4B30-B952-A9A7A2B9871A}" dt="2026-02-11T11:04:13.160" v="2394" actId="20577"/>
          <ac:spMkLst>
            <pc:docMk/>
            <pc:sldMk cId="1863738288" sldId="384"/>
            <ac:spMk id="2" creationId="{7C8AE801-A7A7-4976-3D1D-121232F4C9B1}"/>
          </ac:spMkLst>
        </pc:spChg>
        <pc:spChg chg="mod">
          <ac:chgData name="Rajarajeshwari S" userId="e4d90711455572c4" providerId="LiveId" clId="{CCD4E902-00B9-4B30-B952-A9A7A2B9871A}" dt="2026-02-11T11:04:10.389" v="2392" actId="27636"/>
          <ac:spMkLst>
            <pc:docMk/>
            <pc:sldMk cId="1863738288" sldId="384"/>
            <ac:spMk id="3" creationId="{A2140DB8-A2CC-95FC-4EBB-72E341A6F3CD}"/>
          </ac:spMkLst>
        </pc:spChg>
      </pc:sldChg>
      <pc:sldChg chg="addSp modSp new mod">
        <pc:chgData name="Rajarajeshwari S" userId="e4d90711455572c4" providerId="LiveId" clId="{CCD4E902-00B9-4B30-B952-A9A7A2B9871A}" dt="2026-02-11T11:05:07.541" v="2413" actId="1076"/>
        <pc:sldMkLst>
          <pc:docMk/>
          <pc:sldMk cId="1928583665" sldId="385"/>
        </pc:sldMkLst>
        <pc:spChg chg="mod">
          <ac:chgData name="Rajarajeshwari S" userId="e4d90711455572c4" providerId="LiveId" clId="{CCD4E902-00B9-4B30-B952-A9A7A2B9871A}" dt="2026-02-11T11:04:57.964" v="2408" actId="1076"/>
          <ac:spMkLst>
            <pc:docMk/>
            <pc:sldMk cId="1928583665" sldId="385"/>
            <ac:spMk id="2" creationId="{01A7ACD0-F18B-0DDA-77A4-020AE37964A0}"/>
          </ac:spMkLst>
        </pc:spChg>
        <pc:spChg chg="mod">
          <ac:chgData name="Rajarajeshwari S" userId="e4d90711455572c4" providerId="LiveId" clId="{CCD4E902-00B9-4B30-B952-A9A7A2B9871A}" dt="2026-02-11T11:05:06.138" v="2412" actId="14100"/>
          <ac:spMkLst>
            <pc:docMk/>
            <pc:sldMk cId="1928583665" sldId="385"/>
            <ac:spMk id="3" creationId="{7F6441FB-78A9-504A-1CF5-34EF050C23F5}"/>
          </ac:spMkLst>
        </pc:spChg>
        <pc:picChg chg="add mod">
          <ac:chgData name="Rajarajeshwari S" userId="e4d90711455572c4" providerId="LiveId" clId="{CCD4E902-00B9-4B30-B952-A9A7A2B9871A}" dt="2026-02-11T11:05:07.541" v="2413" actId="1076"/>
          <ac:picMkLst>
            <pc:docMk/>
            <pc:sldMk cId="1928583665" sldId="385"/>
            <ac:picMk id="26626" creationId="{B9C4FD51-4264-B282-CD42-EE44AD4B615F}"/>
          </ac:picMkLst>
        </pc:picChg>
      </pc:sldChg>
      <pc:sldChg chg="addSp modSp new mod">
        <pc:chgData name="Rajarajeshwari S" userId="e4d90711455572c4" providerId="LiveId" clId="{CCD4E902-00B9-4B30-B952-A9A7A2B9871A}" dt="2026-02-11T11:06:29.939" v="2423" actId="14100"/>
        <pc:sldMkLst>
          <pc:docMk/>
          <pc:sldMk cId="136264072" sldId="386"/>
        </pc:sldMkLst>
        <pc:spChg chg="mod">
          <ac:chgData name="Rajarajeshwari S" userId="e4d90711455572c4" providerId="LiveId" clId="{CCD4E902-00B9-4B30-B952-A9A7A2B9871A}" dt="2026-02-11T11:06:16.619" v="2418" actId="27636"/>
          <ac:spMkLst>
            <pc:docMk/>
            <pc:sldMk cId="136264072" sldId="386"/>
            <ac:spMk id="2" creationId="{267692FE-1BC0-BDA5-0DFB-B2BED33EF225}"/>
          </ac:spMkLst>
        </pc:spChg>
        <pc:picChg chg="add mod">
          <ac:chgData name="Rajarajeshwari S" userId="e4d90711455572c4" providerId="LiveId" clId="{CCD4E902-00B9-4B30-B952-A9A7A2B9871A}" dt="2026-02-11T11:06:29.939" v="2423" actId="14100"/>
          <ac:picMkLst>
            <pc:docMk/>
            <pc:sldMk cId="136264072" sldId="386"/>
            <ac:picMk id="5" creationId="{787FBF24-A3C7-92FA-604E-64129C9C5CE6}"/>
          </ac:picMkLst>
        </pc:picChg>
      </pc:sldChg>
      <pc:sldChg chg="addSp modSp new mod">
        <pc:chgData name="Rajarajeshwari S" userId="e4d90711455572c4" providerId="LiveId" clId="{CCD4E902-00B9-4B30-B952-A9A7A2B9871A}" dt="2026-02-11T11:11:42.776" v="2447" actId="1076"/>
        <pc:sldMkLst>
          <pc:docMk/>
          <pc:sldMk cId="1047619034" sldId="387"/>
        </pc:sldMkLst>
        <pc:spChg chg="mod">
          <ac:chgData name="Rajarajeshwari S" userId="e4d90711455572c4" providerId="LiveId" clId="{CCD4E902-00B9-4B30-B952-A9A7A2B9871A}" dt="2026-02-11T11:07:00.101" v="2430" actId="27636"/>
          <ac:spMkLst>
            <pc:docMk/>
            <pc:sldMk cId="1047619034" sldId="387"/>
            <ac:spMk id="2" creationId="{3CFC977B-F124-D918-76F8-73D271E5727A}"/>
          </ac:spMkLst>
        </pc:spChg>
        <pc:spChg chg="mod">
          <ac:chgData name="Rajarajeshwari S" userId="e4d90711455572c4" providerId="LiveId" clId="{CCD4E902-00B9-4B30-B952-A9A7A2B9871A}" dt="2026-02-11T11:11:37.653" v="2444" actId="14100"/>
          <ac:spMkLst>
            <pc:docMk/>
            <pc:sldMk cId="1047619034" sldId="387"/>
            <ac:spMk id="3" creationId="{900EB356-FBB1-3B44-3623-1449D5817F1D}"/>
          </ac:spMkLst>
        </pc:spChg>
        <pc:picChg chg="add mod">
          <ac:chgData name="Rajarajeshwari S" userId="e4d90711455572c4" providerId="LiveId" clId="{CCD4E902-00B9-4B30-B952-A9A7A2B9871A}" dt="2026-02-11T11:11:42.776" v="2447" actId="1076"/>
          <ac:picMkLst>
            <pc:docMk/>
            <pc:sldMk cId="1047619034" sldId="387"/>
            <ac:picMk id="29698" creationId="{36E0B258-F30A-337D-E48E-3FC3B5C2AFD5}"/>
          </ac:picMkLst>
        </pc:picChg>
      </pc:sldChg>
      <pc:sldChg chg="modSp new mod">
        <pc:chgData name="Rajarajeshwari S" userId="e4d90711455572c4" providerId="LiveId" clId="{CCD4E902-00B9-4B30-B952-A9A7A2B9871A}" dt="2026-02-11T11:25:31.073" v="2452" actId="14100"/>
        <pc:sldMkLst>
          <pc:docMk/>
          <pc:sldMk cId="1346977218" sldId="388"/>
        </pc:sldMkLst>
        <pc:spChg chg="mod">
          <ac:chgData name="Rajarajeshwari S" userId="e4d90711455572c4" providerId="LiveId" clId="{CCD4E902-00B9-4B30-B952-A9A7A2B9871A}" dt="2026-02-11T11:25:31.073" v="2452" actId="14100"/>
          <ac:spMkLst>
            <pc:docMk/>
            <pc:sldMk cId="1346977218" sldId="388"/>
            <ac:spMk id="3" creationId="{AC8C5FC5-2EF0-CEEB-B235-517606E5C2E0}"/>
          </ac:spMkLst>
        </pc:spChg>
      </pc:sldChg>
      <pc:sldChg chg="addSp modSp new">
        <pc:chgData name="Rajarajeshwari S" userId="e4d90711455572c4" providerId="LiveId" clId="{CCD4E902-00B9-4B30-B952-A9A7A2B9871A}" dt="2026-02-11T11:10:28.534" v="2438" actId="1076"/>
        <pc:sldMkLst>
          <pc:docMk/>
          <pc:sldMk cId="3296161231" sldId="389"/>
        </pc:sldMkLst>
        <pc:picChg chg="add mod">
          <ac:chgData name="Rajarajeshwari S" userId="e4d90711455572c4" providerId="LiveId" clId="{CCD4E902-00B9-4B30-B952-A9A7A2B9871A}" dt="2026-02-11T11:10:28.534" v="2438" actId="1076"/>
          <ac:picMkLst>
            <pc:docMk/>
            <pc:sldMk cId="3296161231" sldId="389"/>
            <ac:picMk id="28674" creationId="{587E2308-33C1-F6D5-C8DA-A310D325B759}"/>
          </ac:picMkLst>
        </pc:picChg>
      </pc:sldChg>
      <pc:sldChg chg="addSp delSp modSp new mod">
        <pc:chgData name="Rajarajeshwari S" userId="e4d90711455572c4" providerId="LiveId" clId="{CCD4E902-00B9-4B30-B952-A9A7A2B9871A}" dt="2026-02-19T05:23:22.150" v="2529" actId="14100"/>
        <pc:sldMkLst>
          <pc:docMk/>
          <pc:sldMk cId="2047050860" sldId="390"/>
        </pc:sldMkLst>
        <pc:spChg chg="mod">
          <ac:chgData name="Rajarajeshwari S" userId="e4d90711455572c4" providerId="LiveId" clId="{CCD4E902-00B9-4B30-B952-A9A7A2B9871A}" dt="2026-02-19T05:22:54.149" v="2521" actId="27636"/>
          <ac:spMkLst>
            <pc:docMk/>
            <pc:sldMk cId="2047050860" sldId="390"/>
            <ac:spMk id="2" creationId="{5D0A7871-3BAF-1D37-A3FA-32E8208C19EF}"/>
          </ac:spMkLst>
        </pc:spChg>
        <pc:spChg chg="mod">
          <ac:chgData name="Rajarajeshwari S" userId="e4d90711455572c4" providerId="LiveId" clId="{CCD4E902-00B9-4B30-B952-A9A7A2B9871A}" dt="2026-02-19T05:23:22.150" v="2529" actId="14100"/>
          <ac:spMkLst>
            <pc:docMk/>
            <pc:sldMk cId="2047050860" sldId="390"/>
            <ac:spMk id="3" creationId="{56174863-E484-6F95-7AB3-65AF2D86EC1B}"/>
          </ac:spMkLst>
        </pc:spChg>
        <pc:spChg chg="add del mod">
          <ac:chgData name="Rajarajeshwari S" userId="e4d90711455572c4" providerId="LiveId" clId="{CCD4E902-00B9-4B30-B952-A9A7A2B9871A}" dt="2026-02-19T05:23:08.463" v="2524" actId="478"/>
          <ac:spMkLst>
            <pc:docMk/>
            <pc:sldMk cId="2047050860" sldId="390"/>
            <ac:spMk id="4" creationId="{A6D3528C-63B0-DCA9-ED6C-CDD58B123DC4}"/>
          </ac:spMkLst>
        </pc:spChg>
      </pc:sldChg>
      <pc:sldChg chg="addSp delSp modSp new mod">
        <pc:chgData name="Rajarajeshwari S" userId="e4d90711455572c4" providerId="LiveId" clId="{CCD4E902-00B9-4B30-B952-A9A7A2B9871A}" dt="2026-02-19T05:24:25.830" v="2544" actId="1076"/>
        <pc:sldMkLst>
          <pc:docMk/>
          <pc:sldMk cId="2453844540" sldId="391"/>
        </pc:sldMkLst>
        <pc:spChg chg="mod">
          <ac:chgData name="Rajarajeshwari S" userId="e4d90711455572c4" providerId="LiveId" clId="{CCD4E902-00B9-4B30-B952-A9A7A2B9871A}" dt="2026-02-19T05:24:02.953" v="2541" actId="20577"/>
          <ac:spMkLst>
            <pc:docMk/>
            <pc:sldMk cId="2453844540" sldId="391"/>
            <ac:spMk id="2" creationId="{872E9E1D-C97C-4829-412F-7E98AFE15972}"/>
          </ac:spMkLst>
        </pc:spChg>
        <pc:spChg chg="del mod">
          <ac:chgData name="Rajarajeshwari S" userId="e4d90711455572c4" providerId="LiveId" clId="{CCD4E902-00B9-4B30-B952-A9A7A2B9871A}" dt="2026-02-19T05:24:24.837" v="2543"/>
          <ac:spMkLst>
            <pc:docMk/>
            <pc:sldMk cId="2453844540" sldId="391"/>
            <ac:spMk id="3" creationId="{7CA7343E-AF4A-76CA-2264-DB265900255A}"/>
          </ac:spMkLst>
        </pc:spChg>
        <pc:picChg chg="add mod">
          <ac:chgData name="Rajarajeshwari S" userId="e4d90711455572c4" providerId="LiveId" clId="{CCD4E902-00B9-4B30-B952-A9A7A2B9871A}" dt="2026-02-19T05:24:25.830" v="2544" actId="1076"/>
          <ac:picMkLst>
            <pc:docMk/>
            <pc:sldMk cId="2453844540" sldId="391"/>
            <ac:picMk id="1026" creationId="{1558B0A3-65BB-D926-999C-3CC4828B224E}"/>
          </ac:picMkLst>
        </pc:picChg>
      </pc:sldChg>
      <pc:sldChg chg="modSp new mod">
        <pc:chgData name="Rajarajeshwari S" userId="e4d90711455572c4" providerId="LiveId" clId="{CCD4E902-00B9-4B30-B952-A9A7A2B9871A}" dt="2026-02-19T05:24:39.742" v="2550" actId="27636"/>
        <pc:sldMkLst>
          <pc:docMk/>
          <pc:sldMk cId="96904381" sldId="392"/>
        </pc:sldMkLst>
        <pc:spChg chg="mod">
          <ac:chgData name="Rajarajeshwari S" userId="e4d90711455572c4" providerId="LiveId" clId="{CCD4E902-00B9-4B30-B952-A9A7A2B9871A}" dt="2026-02-19T05:24:37.372" v="2547" actId="27636"/>
          <ac:spMkLst>
            <pc:docMk/>
            <pc:sldMk cId="96904381" sldId="392"/>
            <ac:spMk id="2" creationId="{9E82C04C-4B43-051B-2F99-5DF047A4B807}"/>
          </ac:spMkLst>
        </pc:spChg>
        <pc:spChg chg="mod">
          <ac:chgData name="Rajarajeshwari S" userId="e4d90711455572c4" providerId="LiveId" clId="{CCD4E902-00B9-4B30-B952-A9A7A2B9871A}" dt="2026-02-19T05:24:39.742" v="2550" actId="27636"/>
          <ac:spMkLst>
            <pc:docMk/>
            <pc:sldMk cId="96904381" sldId="392"/>
            <ac:spMk id="3" creationId="{347D3233-528B-78FA-C0AB-FB7B7C54F3A0}"/>
          </ac:spMkLst>
        </pc:spChg>
      </pc:sldChg>
      <pc:sldChg chg="modSp new mod">
        <pc:chgData name="Rajarajeshwari S" userId="e4d90711455572c4" providerId="LiveId" clId="{CCD4E902-00B9-4B30-B952-A9A7A2B9871A}" dt="2026-02-19T05:24:56.631" v="2561" actId="27636"/>
        <pc:sldMkLst>
          <pc:docMk/>
          <pc:sldMk cId="3400136855" sldId="393"/>
        </pc:sldMkLst>
        <pc:spChg chg="mod">
          <ac:chgData name="Rajarajeshwari S" userId="e4d90711455572c4" providerId="LiveId" clId="{CCD4E902-00B9-4B30-B952-A9A7A2B9871A}" dt="2026-02-19T05:24:50.477" v="2554" actId="27636"/>
          <ac:spMkLst>
            <pc:docMk/>
            <pc:sldMk cId="3400136855" sldId="393"/>
            <ac:spMk id="2" creationId="{839AFE3C-9586-65BB-31DD-355A4F10874F}"/>
          </ac:spMkLst>
        </pc:spChg>
        <pc:spChg chg="mod">
          <ac:chgData name="Rajarajeshwari S" userId="e4d90711455572c4" providerId="LiveId" clId="{CCD4E902-00B9-4B30-B952-A9A7A2B9871A}" dt="2026-02-19T05:24:56.631" v="2561" actId="27636"/>
          <ac:spMkLst>
            <pc:docMk/>
            <pc:sldMk cId="3400136855" sldId="393"/>
            <ac:spMk id="3" creationId="{5B6E02A1-EEC8-FFD2-9965-A2399F2D7C13}"/>
          </ac:spMkLst>
        </pc:spChg>
      </pc:sldChg>
      <pc:sldChg chg="addSp delSp modSp new mod">
        <pc:chgData name="Rajarajeshwari S" userId="e4d90711455572c4" providerId="LiveId" clId="{CCD4E902-00B9-4B30-B952-A9A7A2B9871A}" dt="2026-02-19T05:27:02.156" v="2585" actId="1076"/>
        <pc:sldMkLst>
          <pc:docMk/>
          <pc:sldMk cId="916946213" sldId="394"/>
        </pc:sldMkLst>
        <pc:spChg chg="mod">
          <ac:chgData name="Rajarajeshwari S" userId="e4d90711455572c4" providerId="LiveId" clId="{CCD4E902-00B9-4B30-B952-A9A7A2B9871A}" dt="2026-02-19T05:26:04.817" v="2564" actId="27636"/>
          <ac:spMkLst>
            <pc:docMk/>
            <pc:sldMk cId="916946213" sldId="394"/>
            <ac:spMk id="2" creationId="{FF38C849-358C-3F6A-E3F4-9CD41B2CE0BB}"/>
          </ac:spMkLst>
        </pc:spChg>
        <pc:spChg chg="add del mod">
          <ac:chgData name="Rajarajeshwari S" userId="e4d90711455572c4" providerId="LiveId" clId="{CCD4E902-00B9-4B30-B952-A9A7A2B9871A}" dt="2026-02-19T05:27:02.156" v="2585" actId="1076"/>
          <ac:spMkLst>
            <pc:docMk/>
            <pc:sldMk cId="916946213" sldId="394"/>
            <ac:spMk id="3" creationId="{CE923339-79A4-D546-B317-8430CCA703FA}"/>
          </ac:spMkLst>
        </pc:spChg>
        <pc:spChg chg="add mod">
          <ac:chgData name="Rajarajeshwari S" userId="e4d90711455572c4" providerId="LiveId" clId="{CCD4E902-00B9-4B30-B952-A9A7A2B9871A}" dt="2026-02-19T05:26:30.658" v="2572" actId="21"/>
          <ac:spMkLst>
            <pc:docMk/>
            <pc:sldMk cId="916946213" sldId="394"/>
            <ac:spMk id="4" creationId="{EE05FBCF-FEED-2979-8DEC-960C3BE04247}"/>
          </ac:spMkLst>
        </pc:spChg>
        <pc:picChg chg="add del mod">
          <ac:chgData name="Rajarajeshwari S" userId="e4d90711455572c4" providerId="LiveId" clId="{CCD4E902-00B9-4B30-B952-A9A7A2B9871A}" dt="2026-02-19T05:26:54.219" v="2584" actId="1076"/>
          <ac:picMkLst>
            <pc:docMk/>
            <pc:sldMk cId="916946213" sldId="394"/>
            <ac:picMk id="2050" creationId="{9B7C7B06-013C-39E3-170F-CD17C823AC70}"/>
          </ac:picMkLst>
        </pc:picChg>
      </pc:sldChg>
      <pc:sldChg chg="modSp new mod">
        <pc:chgData name="Rajarajeshwari S" userId="e4d90711455572c4" providerId="LiveId" clId="{CCD4E902-00B9-4B30-B952-A9A7A2B9871A}" dt="2026-02-19T05:28:04.104" v="2597" actId="113"/>
        <pc:sldMkLst>
          <pc:docMk/>
          <pc:sldMk cId="1378559949" sldId="395"/>
        </pc:sldMkLst>
        <pc:spChg chg="mod">
          <ac:chgData name="Rajarajeshwari S" userId="e4d90711455572c4" providerId="LiveId" clId="{CCD4E902-00B9-4B30-B952-A9A7A2B9871A}" dt="2026-02-19T05:27:34.840" v="2588" actId="27636"/>
          <ac:spMkLst>
            <pc:docMk/>
            <pc:sldMk cId="1378559949" sldId="395"/>
            <ac:spMk id="2" creationId="{64CCD1E6-732E-5B15-FA8D-E22F4D7FA106}"/>
          </ac:spMkLst>
        </pc:spChg>
        <pc:spChg chg="mod">
          <ac:chgData name="Rajarajeshwari S" userId="e4d90711455572c4" providerId="LiveId" clId="{CCD4E902-00B9-4B30-B952-A9A7A2B9871A}" dt="2026-02-19T05:28:04.104" v="2597" actId="113"/>
          <ac:spMkLst>
            <pc:docMk/>
            <pc:sldMk cId="1378559949" sldId="395"/>
            <ac:spMk id="3" creationId="{ED79F465-611B-BA92-0C7C-A3EDF7EAB422}"/>
          </ac:spMkLst>
        </pc:spChg>
      </pc:sldChg>
      <pc:sldChg chg="addSp modSp new">
        <pc:chgData name="Rajarajeshwari S" userId="e4d90711455572c4" providerId="LiveId" clId="{CCD4E902-00B9-4B30-B952-A9A7A2B9871A}" dt="2026-02-19T05:28:29.852" v="2604" actId="1076"/>
        <pc:sldMkLst>
          <pc:docMk/>
          <pc:sldMk cId="3632682485" sldId="396"/>
        </pc:sldMkLst>
        <pc:picChg chg="add mod">
          <ac:chgData name="Rajarajeshwari S" userId="e4d90711455572c4" providerId="LiveId" clId="{CCD4E902-00B9-4B30-B952-A9A7A2B9871A}" dt="2026-02-19T05:28:29.852" v="2604" actId="1076"/>
          <ac:picMkLst>
            <pc:docMk/>
            <pc:sldMk cId="3632682485" sldId="396"/>
            <ac:picMk id="3074" creationId="{7B0312F3-B32B-E7A4-65B6-C80DB453155F}"/>
          </ac:picMkLst>
        </pc:picChg>
      </pc:sldChg>
      <pc:sldChg chg="modSp new mod">
        <pc:chgData name="Rajarajeshwari S" userId="e4d90711455572c4" providerId="LiveId" clId="{CCD4E902-00B9-4B30-B952-A9A7A2B9871A}" dt="2026-02-19T05:29:09.390" v="2611" actId="14100"/>
        <pc:sldMkLst>
          <pc:docMk/>
          <pc:sldMk cId="1405675949" sldId="397"/>
        </pc:sldMkLst>
        <pc:spChg chg="mod">
          <ac:chgData name="Rajarajeshwari S" userId="e4d90711455572c4" providerId="LiveId" clId="{CCD4E902-00B9-4B30-B952-A9A7A2B9871A}" dt="2026-02-19T05:29:02.592" v="2607" actId="27636"/>
          <ac:spMkLst>
            <pc:docMk/>
            <pc:sldMk cId="1405675949" sldId="397"/>
            <ac:spMk id="2" creationId="{07BB0718-BDFC-4163-C328-7FF9C2CE97BF}"/>
          </ac:spMkLst>
        </pc:spChg>
        <pc:spChg chg="mod">
          <ac:chgData name="Rajarajeshwari S" userId="e4d90711455572c4" providerId="LiveId" clId="{CCD4E902-00B9-4B30-B952-A9A7A2B9871A}" dt="2026-02-19T05:29:09.390" v="2611" actId="14100"/>
          <ac:spMkLst>
            <pc:docMk/>
            <pc:sldMk cId="1405675949" sldId="397"/>
            <ac:spMk id="3" creationId="{04C3F84D-7057-B46E-0D1C-95F4C3E1225B}"/>
          </ac:spMkLst>
        </pc:spChg>
      </pc:sldChg>
      <pc:sldChg chg="modSp new mod">
        <pc:chgData name="Rajarajeshwari S" userId="e4d90711455572c4" providerId="LiveId" clId="{CCD4E902-00B9-4B30-B952-A9A7A2B9871A}" dt="2026-02-19T05:29:36.131" v="2618" actId="123"/>
        <pc:sldMkLst>
          <pc:docMk/>
          <pc:sldMk cId="932030426" sldId="398"/>
        </pc:sldMkLst>
        <pc:spChg chg="mod">
          <ac:chgData name="Rajarajeshwari S" userId="e4d90711455572c4" providerId="LiveId" clId="{CCD4E902-00B9-4B30-B952-A9A7A2B9871A}" dt="2026-02-19T05:29:30.828" v="2615" actId="27636"/>
          <ac:spMkLst>
            <pc:docMk/>
            <pc:sldMk cId="932030426" sldId="398"/>
            <ac:spMk id="2" creationId="{0FAF7435-817F-B903-F3B9-FE678AFF9E87}"/>
          </ac:spMkLst>
        </pc:spChg>
        <pc:spChg chg="mod">
          <ac:chgData name="Rajarajeshwari S" userId="e4d90711455572c4" providerId="LiveId" clId="{CCD4E902-00B9-4B30-B952-A9A7A2B9871A}" dt="2026-02-19T05:29:36.131" v="2618" actId="123"/>
          <ac:spMkLst>
            <pc:docMk/>
            <pc:sldMk cId="932030426" sldId="398"/>
            <ac:spMk id="3" creationId="{980FC7A7-C845-0C95-1FDD-19FC2B3122BF}"/>
          </ac:spMkLst>
        </pc:spChg>
      </pc:sldChg>
      <pc:sldChg chg="modSp new mod">
        <pc:chgData name="Rajarajeshwari S" userId="e4d90711455572c4" providerId="LiveId" clId="{CCD4E902-00B9-4B30-B952-A9A7A2B9871A}" dt="2026-02-19T05:55:47.245" v="2630" actId="20577"/>
        <pc:sldMkLst>
          <pc:docMk/>
          <pc:sldMk cId="535207778" sldId="399"/>
        </pc:sldMkLst>
        <pc:spChg chg="mod">
          <ac:chgData name="Rajarajeshwari S" userId="e4d90711455572c4" providerId="LiveId" clId="{CCD4E902-00B9-4B30-B952-A9A7A2B9871A}" dt="2026-02-19T05:51:37.771" v="2621" actId="27636"/>
          <ac:spMkLst>
            <pc:docMk/>
            <pc:sldMk cId="535207778" sldId="399"/>
            <ac:spMk id="2" creationId="{702B9093-EA69-2807-F224-E64E50EB259E}"/>
          </ac:spMkLst>
        </pc:spChg>
        <pc:spChg chg="mod">
          <ac:chgData name="Rajarajeshwari S" userId="e4d90711455572c4" providerId="LiveId" clId="{CCD4E902-00B9-4B30-B952-A9A7A2B9871A}" dt="2026-02-19T05:55:47.245" v="2630" actId="20577"/>
          <ac:spMkLst>
            <pc:docMk/>
            <pc:sldMk cId="535207778" sldId="399"/>
            <ac:spMk id="3" creationId="{01FBEE2C-6CD6-4D8E-60B1-8625FEC6E07F}"/>
          </ac:spMkLst>
        </pc:spChg>
      </pc:sldChg>
      <pc:sldChg chg="modSp new mod">
        <pc:chgData name="Rajarajeshwari S" userId="e4d90711455572c4" providerId="LiveId" clId="{CCD4E902-00B9-4B30-B952-A9A7A2B9871A}" dt="2026-02-19T05:56:44.364" v="2647" actId="14100"/>
        <pc:sldMkLst>
          <pc:docMk/>
          <pc:sldMk cId="3376305264" sldId="400"/>
        </pc:sldMkLst>
        <pc:spChg chg="mod">
          <ac:chgData name="Rajarajeshwari S" userId="e4d90711455572c4" providerId="LiveId" clId="{CCD4E902-00B9-4B30-B952-A9A7A2B9871A}" dt="2026-02-19T05:56:18.190" v="2637" actId="20577"/>
          <ac:spMkLst>
            <pc:docMk/>
            <pc:sldMk cId="3376305264" sldId="400"/>
            <ac:spMk id="2" creationId="{017A93A1-88BD-0095-8CA8-F85D462F2837}"/>
          </ac:spMkLst>
        </pc:spChg>
        <pc:spChg chg="mod">
          <ac:chgData name="Rajarajeshwari S" userId="e4d90711455572c4" providerId="LiveId" clId="{CCD4E902-00B9-4B30-B952-A9A7A2B9871A}" dt="2026-02-19T05:56:44.364" v="2647" actId="14100"/>
          <ac:spMkLst>
            <pc:docMk/>
            <pc:sldMk cId="3376305264" sldId="400"/>
            <ac:spMk id="3" creationId="{BACD253B-F767-CC19-0B99-DEEE213E019B}"/>
          </ac:spMkLst>
        </pc:spChg>
      </pc:sldChg>
      <pc:sldChg chg="modSp new mod">
        <pc:chgData name="Rajarajeshwari S" userId="e4d90711455572c4" providerId="LiveId" clId="{CCD4E902-00B9-4B30-B952-A9A7A2B9871A}" dt="2026-02-19T05:56:34.288" v="2644" actId="27636"/>
        <pc:sldMkLst>
          <pc:docMk/>
          <pc:sldMk cId="3322793924" sldId="401"/>
        </pc:sldMkLst>
        <pc:spChg chg="mod">
          <ac:chgData name="Rajarajeshwari S" userId="e4d90711455572c4" providerId="LiveId" clId="{CCD4E902-00B9-4B30-B952-A9A7A2B9871A}" dt="2026-02-19T05:56:34.288" v="2644" actId="27636"/>
          <ac:spMkLst>
            <pc:docMk/>
            <pc:sldMk cId="3322793924" sldId="401"/>
            <ac:spMk id="2" creationId="{0F34D16A-D1C4-37DA-C272-8A304AD074CA}"/>
          </ac:spMkLst>
        </pc:spChg>
        <pc:spChg chg="mod">
          <ac:chgData name="Rajarajeshwari S" userId="e4d90711455572c4" providerId="LiveId" clId="{CCD4E902-00B9-4B30-B952-A9A7A2B9871A}" dt="2026-02-19T05:56:34.186" v="2643"/>
          <ac:spMkLst>
            <pc:docMk/>
            <pc:sldMk cId="3322793924" sldId="401"/>
            <ac:spMk id="3" creationId="{4781E909-FC48-C208-7606-9986551F15C7}"/>
          </ac:spMkLst>
        </pc:spChg>
      </pc:sldChg>
      <pc:sldChg chg="addSp modSp new mod">
        <pc:chgData name="Rajarajeshwari S" userId="e4d90711455572c4" providerId="LiveId" clId="{CCD4E902-00B9-4B30-B952-A9A7A2B9871A}" dt="2026-02-19T05:57:26.604" v="2656" actId="14100"/>
        <pc:sldMkLst>
          <pc:docMk/>
          <pc:sldMk cId="1721485265" sldId="402"/>
        </pc:sldMkLst>
        <pc:spChg chg="mod">
          <ac:chgData name="Rajarajeshwari S" userId="e4d90711455572c4" providerId="LiveId" clId="{CCD4E902-00B9-4B30-B952-A9A7A2B9871A}" dt="2026-02-19T05:57:19.700" v="2652" actId="27636"/>
          <ac:spMkLst>
            <pc:docMk/>
            <pc:sldMk cId="1721485265" sldId="402"/>
            <ac:spMk id="2" creationId="{9BA4FB23-2246-4DDE-A9C5-8B6685B03BEC}"/>
          </ac:spMkLst>
        </pc:spChg>
        <pc:spChg chg="add mod">
          <ac:chgData name="Rajarajeshwari S" userId="e4d90711455572c4" providerId="LiveId" clId="{CCD4E902-00B9-4B30-B952-A9A7A2B9871A}" dt="2026-02-19T05:57:17.287" v="2650" actId="27636"/>
          <ac:spMkLst>
            <pc:docMk/>
            <pc:sldMk cId="1721485265" sldId="402"/>
            <ac:spMk id="4" creationId="{A2A27768-7195-D647-8033-77B8E498B300}"/>
          </ac:spMkLst>
        </pc:spChg>
        <pc:picChg chg="add mod">
          <ac:chgData name="Rajarajeshwari S" userId="e4d90711455572c4" providerId="LiveId" clId="{CCD4E902-00B9-4B30-B952-A9A7A2B9871A}" dt="2026-02-19T05:57:26.604" v="2656" actId="14100"/>
          <ac:picMkLst>
            <pc:docMk/>
            <pc:sldMk cId="1721485265" sldId="402"/>
            <ac:picMk id="5" creationId="{C85614B5-B32C-8E49-8B82-34C7F5976B66}"/>
          </ac:picMkLst>
        </pc:picChg>
      </pc:sldChg>
      <pc:sldChg chg="modSp new mod">
        <pc:chgData name="Rajarajeshwari S" userId="e4d90711455572c4" providerId="LiveId" clId="{CCD4E902-00B9-4B30-B952-A9A7A2B9871A}" dt="2026-02-19T05:57:56.922" v="2664" actId="27636"/>
        <pc:sldMkLst>
          <pc:docMk/>
          <pc:sldMk cId="2037189635" sldId="403"/>
        </pc:sldMkLst>
        <pc:spChg chg="mod">
          <ac:chgData name="Rajarajeshwari S" userId="e4d90711455572c4" providerId="LiveId" clId="{CCD4E902-00B9-4B30-B952-A9A7A2B9871A}" dt="2026-02-19T05:57:50.497" v="2659" actId="27636"/>
          <ac:spMkLst>
            <pc:docMk/>
            <pc:sldMk cId="2037189635" sldId="403"/>
            <ac:spMk id="2" creationId="{C30A1D6F-A34D-C8ED-1C5D-4A7CDDCB2972}"/>
          </ac:spMkLst>
        </pc:spChg>
        <pc:spChg chg="mod">
          <ac:chgData name="Rajarajeshwari S" userId="e4d90711455572c4" providerId="LiveId" clId="{CCD4E902-00B9-4B30-B952-A9A7A2B9871A}" dt="2026-02-19T05:57:56.922" v="2664" actId="27636"/>
          <ac:spMkLst>
            <pc:docMk/>
            <pc:sldMk cId="2037189635" sldId="403"/>
            <ac:spMk id="3" creationId="{6F19178C-2476-63E0-CA54-9E6A162DE1CE}"/>
          </ac:spMkLst>
        </pc:spChg>
      </pc:sldChg>
      <pc:sldChg chg="modSp new mod">
        <pc:chgData name="Rajarajeshwari S" userId="e4d90711455572c4" providerId="LiveId" clId="{CCD4E902-00B9-4B30-B952-A9A7A2B9871A}" dt="2026-02-19T06:00:34.137" v="2672" actId="113"/>
        <pc:sldMkLst>
          <pc:docMk/>
          <pc:sldMk cId="3098086744" sldId="404"/>
        </pc:sldMkLst>
        <pc:spChg chg="mod">
          <ac:chgData name="Rajarajeshwari S" userId="e4d90711455572c4" providerId="LiveId" clId="{CCD4E902-00B9-4B30-B952-A9A7A2B9871A}" dt="2026-02-19T06:00:06.235" v="2668" actId="20577"/>
          <ac:spMkLst>
            <pc:docMk/>
            <pc:sldMk cId="3098086744" sldId="404"/>
            <ac:spMk id="2" creationId="{7BDFA33E-9E11-DC32-D97F-A94D3AB459A9}"/>
          </ac:spMkLst>
        </pc:spChg>
        <pc:spChg chg="mod">
          <ac:chgData name="Rajarajeshwari S" userId="e4d90711455572c4" providerId="LiveId" clId="{CCD4E902-00B9-4B30-B952-A9A7A2B9871A}" dt="2026-02-19T06:00:34.137" v="2672" actId="113"/>
          <ac:spMkLst>
            <pc:docMk/>
            <pc:sldMk cId="3098086744" sldId="404"/>
            <ac:spMk id="3" creationId="{7B0A396B-2659-3CE7-1D4D-473C771AC540}"/>
          </ac:spMkLst>
        </pc:spChg>
      </pc:sldChg>
      <pc:sldChg chg="addSp modSp new mod">
        <pc:chgData name="Rajarajeshwari S" userId="e4d90711455572c4" providerId="LiveId" clId="{CCD4E902-00B9-4B30-B952-A9A7A2B9871A}" dt="2026-02-19T06:03:32.229" v="2677" actId="27636"/>
        <pc:sldMkLst>
          <pc:docMk/>
          <pc:sldMk cId="3751760385" sldId="405"/>
        </pc:sldMkLst>
        <pc:spChg chg="mod">
          <ac:chgData name="Rajarajeshwari S" userId="e4d90711455572c4" providerId="LiveId" clId="{CCD4E902-00B9-4B30-B952-A9A7A2B9871A}" dt="2026-02-19T06:03:32.229" v="2677" actId="27636"/>
          <ac:spMkLst>
            <pc:docMk/>
            <pc:sldMk cId="3751760385" sldId="405"/>
            <ac:spMk id="2" creationId="{BD96E7E9-253D-199D-7FFB-0F3B96587A97}"/>
          </ac:spMkLst>
        </pc:spChg>
        <pc:spChg chg="add mod">
          <ac:chgData name="Rajarajeshwari S" userId="e4d90711455572c4" providerId="LiveId" clId="{CCD4E902-00B9-4B30-B952-A9A7A2B9871A}" dt="2026-02-19T06:03:27.677" v="2675" actId="27636"/>
          <ac:spMkLst>
            <pc:docMk/>
            <pc:sldMk cId="3751760385" sldId="405"/>
            <ac:spMk id="4" creationId="{CEDC1984-2D69-45E4-67C8-1EE07FEBBD3F}"/>
          </ac:spMkLst>
        </pc:spChg>
        <pc:picChg chg="add">
          <ac:chgData name="Rajarajeshwari S" userId="e4d90711455572c4" providerId="LiveId" clId="{CCD4E902-00B9-4B30-B952-A9A7A2B9871A}" dt="2026-02-19T06:03:32.196" v="2676"/>
          <ac:picMkLst>
            <pc:docMk/>
            <pc:sldMk cId="3751760385" sldId="405"/>
            <ac:picMk id="5" creationId="{4A1E1883-744E-E6BA-5AE2-DBE92FD6154E}"/>
          </ac:picMkLst>
        </pc:picChg>
      </pc:sldChg>
      <pc:sldChg chg="addSp modSp new mod">
        <pc:chgData name="Rajarajeshwari S" userId="e4d90711455572c4" providerId="LiveId" clId="{CCD4E902-00B9-4B30-B952-A9A7A2B9871A}" dt="2026-02-19T06:04:32.239" v="2685" actId="1076"/>
        <pc:sldMkLst>
          <pc:docMk/>
          <pc:sldMk cId="618520798" sldId="406"/>
        </pc:sldMkLst>
        <pc:spChg chg="mod">
          <ac:chgData name="Rajarajeshwari S" userId="e4d90711455572c4" providerId="LiveId" clId="{CCD4E902-00B9-4B30-B952-A9A7A2B9871A}" dt="2026-02-19T06:04:17.495" v="2680" actId="27636"/>
          <ac:spMkLst>
            <pc:docMk/>
            <pc:sldMk cId="618520798" sldId="406"/>
            <ac:spMk id="2" creationId="{ED0CA4A4-D96B-5357-E8D2-302BEA8F2102}"/>
          </ac:spMkLst>
        </pc:spChg>
        <pc:spChg chg="mod">
          <ac:chgData name="Rajarajeshwari S" userId="e4d90711455572c4" providerId="LiveId" clId="{CCD4E902-00B9-4B30-B952-A9A7A2B9871A}" dt="2026-02-19T06:04:30.432" v="2684" actId="1076"/>
          <ac:spMkLst>
            <pc:docMk/>
            <pc:sldMk cId="618520798" sldId="406"/>
            <ac:spMk id="3" creationId="{1F9F37E0-01AD-A55C-CA89-B0639BC190B5}"/>
          </ac:spMkLst>
        </pc:spChg>
        <pc:picChg chg="add mod">
          <ac:chgData name="Rajarajeshwari S" userId="e4d90711455572c4" providerId="LiveId" clId="{CCD4E902-00B9-4B30-B952-A9A7A2B9871A}" dt="2026-02-19T06:04:32.239" v="2685" actId="1076"/>
          <ac:picMkLst>
            <pc:docMk/>
            <pc:sldMk cId="618520798" sldId="406"/>
            <ac:picMk id="6146" creationId="{94643175-84F5-9B80-8A50-F6754F13507F}"/>
          </ac:picMkLst>
        </pc:picChg>
      </pc:sldChg>
      <pc:sldChg chg="addSp delSp modSp new">
        <pc:chgData name="Rajarajeshwari S" userId="e4d90711455572c4" providerId="LiveId" clId="{CCD4E902-00B9-4B30-B952-A9A7A2B9871A}" dt="2026-02-19T06:05:07.753" v="2690" actId="14100"/>
        <pc:sldMkLst>
          <pc:docMk/>
          <pc:sldMk cId="2600532821" sldId="407"/>
        </pc:sldMkLst>
        <pc:spChg chg="del">
          <ac:chgData name="Rajarajeshwari S" userId="e4d90711455572c4" providerId="LiveId" clId="{CCD4E902-00B9-4B30-B952-A9A7A2B9871A}" dt="2026-02-19T06:05:03.992" v="2687"/>
          <ac:spMkLst>
            <pc:docMk/>
            <pc:sldMk cId="2600532821" sldId="407"/>
            <ac:spMk id="3" creationId="{CB14CF3A-D222-710D-17B0-07683AF0D55C}"/>
          </ac:spMkLst>
        </pc:spChg>
        <pc:picChg chg="add mod">
          <ac:chgData name="Rajarajeshwari S" userId="e4d90711455572c4" providerId="LiveId" clId="{CCD4E902-00B9-4B30-B952-A9A7A2B9871A}" dt="2026-02-19T06:05:07.753" v="2690" actId="14100"/>
          <ac:picMkLst>
            <pc:docMk/>
            <pc:sldMk cId="2600532821" sldId="407"/>
            <ac:picMk id="7170" creationId="{1214ECF5-D832-0C3B-91E1-A4CA6BF324BE}"/>
          </ac:picMkLst>
        </pc:picChg>
      </pc:sldChg>
      <pc:sldChg chg="modSp new mod">
        <pc:chgData name="Rajarajeshwari S" userId="e4d90711455572c4" providerId="LiveId" clId="{CCD4E902-00B9-4B30-B952-A9A7A2B9871A}" dt="2026-02-19T06:05:35.331" v="2695"/>
        <pc:sldMkLst>
          <pc:docMk/>
          <pc:sldMk cId="471372843" sldId="408"/>
        </pc:sldMkLst>
        <pc:spChg chg="mod">
          <ac:chgData name="Rajarajeshwari S" userId="e4d90711455572c4" providerId="LiveId" clId="{CCD4E902-00B9-4B30-B952-A9A7A2B9871A}" dt="2026-02-19T06:05:18.414" v="2693" actId="27636"/>
          <ac:spMkLst>
            <pc:docMk/>
            <pc:sldMk cId="471372843" sldId="408"/>
            <ac:spMk id="2" creationId="{EBB8950D-348D-0785-F74C-CD91EF711E1A}"/>
          </ac:spMkLst>
        </pc:spChg>
        <pc:spChg chg="mod">
          <ac:chgData name="Rajarajeshwari S" userId="e4d90711455572c4" providerId="LiveId" clId="{CCD4E902-00B9-4B30-B952-A9A7A2B9871A}" dt="2026-02-19T06:05:35.331" v="2695"/>
          <ac:spMkLst>
            <pc:docMk/>
            <pc:sldMk cId="471372843" sldId="408"/>
            <ac:spMk id="3" creationId="{D79B20F6-A8E9-27A3-A72F-39323376E4E1}"/>
          </ac:spMkLst>
        </pc:spChg>
      </pc:sldChg>
      <pc:sldChg chg="addSp modSp new mod">
        <pc:chgData name="Rajarajeshwari S" userId="e4d90711455572c4" providerId="LiveId" clId="{CCD4E902-00B9-4B30-B952-A9A7A2B9871A}" dt="2026-02-19T06:06:36.929" v="2700" actId="27636"/>
        <pc:sldMkLst>
          <pc:docMk/>
          <pc:sldMk cId="274483834" sldId="409"/>
        </pc:sldMkLst>
        <pc:spChg chg="mod">
          <ac:chgData name="Rajarajeshwari S" userId="e4d90711455572c4" providerId="LiveId" clId="{CCD4E902-00B9-4B30-B952-A9A7A2B9871A}" dt="2026-02-19T06:06:36.929" v="2700" actId="27636"/>
          <ac:spMkLst>
            <pc:docMk/>
            <pc:sldMk cId="274483834" sldId="409"/>
            <ac:spMk id="2" creationId="{3EC3C77C-7A0A-593E-6174-BEE8A3721B1F}"/>
          </ac:spMkLst>
        </pc:spChg>
        <pc:spChg chg="add mod">
          <ac:chgData name="Rajarajeshwari S" userId="e4d90711455572c4" providerId="LiveId" clId="{CCD4E902-00B9-4B30-B952-A9A7A2B9871A}" dt="2026-02-19T06:06:33.614" v="2698" actId="27636"/>
          <ac:spMkLst>
            <pc:docMk/>
            <pc:sldMk cId="274483834" sldId="409"/>
            <ac:spMk id="4" creationId="{38ECFD91-1681-5329-0849-E55F25A75DE1}"/>
          </ac:spMkLst>
        </pc:spChg>
        <pc:picChg chg="add">
          <ac:chgData name="Rajarajeshwari S" userId="e4d90711455572c4" providerId="LiveId" clId="{CCD4E902-00B9-4B30-B952-A9A7A2B9871A}" dt="2026-02-19T06:06:36.897" v="2699"/>
          <ac:picMkLst>
            <pc:docMk/>
            <pc:sldMk cId="274483834" sldId="409"/>
            <ac:picMk id="5" creationId="{598DC72C-C8B0-EAEB-3ACF-D441DBB84783}"/>
          </ac:picMkLst>
        </pc:picChg>
      </pc:sldChg>
      <pc:sldChg chg="addSp modSp new mod">
        <pc:chgData name="Rajarajeshwari S" userId="e4d90711455572c4" providerId="LiveId" clId="{CCD4E902-00B9-4B30-B952-A9A7A2B9871A}" dt="2026-02-19T06:06:55.984" v="2705" actId="27636"/>
        <pc:sldMkLst>
          <pc:docMk/>
          <pc:sldMk cId="120480423" sldId="410"/>
        </pc:sldMkLst>
        <pc:spChg chg="mod">
          <ac:chgData name="Rajarajeshwari S" userId="e4d90711455572c4" providerId="LiveId" clId="{CCD4E902-00B9-4B30-B952-A9A7A2B9871A}" dt="2026-02-19T06:06:55.984" v="2705" actId="27636"/>
          <ac:spMkLst>
            <pc:docMk/>
            <pc:sldMk cId="120480423" sldId="410"/>
            <ac:spMk id="2" creationId="{FD4C9A22-DD10-2DA9-6A1D-83551524F955}"/>
          </ac:spMkLst>
        </pc:spChg>
        <pc:spChg chg="add mod">
          <ac:chgData name="Rajarajeshwari S" userId="e4d90711455572c4" providerId="LiveId" clId="{CCD4E902-00B9-4B30-B952-A9A7A2B9871A}" dt="2026-02-19T06:06:53.742" v="2703" actId="27636"/>
          <ac:spMkLst>
            <pc:docMk/>
            <pc:sldMk cId="120480423" sldId="410"/>
            <ac:spMk id="4" creationId="{CF91B76B-82AA-D7EA-B6AB-6DAB939E984D}"/>
          </ac:spMkLst>
        </pc:spChg>
        <pc:picChg chg="add">
          <ac:chgData name="Rajarajeshwari S" userId="e4d90711455572c4" providerId="LiveId" clId="{CCD4E902-00B9-4B30-B952-A9A7A2B9871A}" dt="2026-02-19T06:06:55.953" v="2704"/>
          <ac:picMkLst>
            <pc:docMk/>
            <pc:sldMk cId="120480423" sldId="410"/>
            <ac:picMk id="5" creationId="{2B32EE0E-28B1-83A4-6ED5-16BDC9D70D00}"/>
          </ac:picMkLst>
        </pc:picChg>
      </pc:sldChg>
      <pc:sldChg chg="addSp modSp new mod">
        <pc:chgData name="Rajarajeshwari S" userId="e4d90711455572c4" providerId="LiveId" clId="{CCD4E902-00B9-4B30-B952-A9A7A2B9871A}" dt="2026-02-19T06:07:27.283" v="2716" actId="1076"/>
        <pc:sldMkLst>
          <pc:docMk/>
          <pc:sldMk cId="2951575343" sldId="411"/>
        </pc:sldMkLst>
        <pc:spChg chg="mod">
          <ac:chgData name="Rajarajeshwari S" userId="e4d90711455572c4" providerId="LiveId" clId="{CCD4E902-00B9-4B30-B952-A9A7A2B9871A}" dt="2026-02-19T06:07:14.342" v="2711" actId="20577"/>
          <ac:spMkLst>
            <pc:docMk/>
            <pc:sldMk cId="2951575343" sldId="411"/>
            <ac:spMk id="2" creationId="{B8B0EBA3-1830-FF2F-C37E-1161A91A09C2}"/>
          </ac:spMkLst>
        </pc:spChg>
        <pc:spChg chg="mod">
          <ac:chgData name="Rajarajeshwari S" userId="e4d90711455572c4" providerId="LiveId" clId="{CCD4E902-00B9-4B30-B952-A9A7A2B9871A}" dt="2026-02-19T06:07:26.437" v="2715" actId="14100"/>
          <ac:spMkLst>
            <pc:docMk/>
            <pc:sldMk cId="2951575343" sldId="411"/>
            <ac:spMk id="3" creationId="{2247FCBF-334B-7528-7004-E8362D2465F6}"/>
          </ac:spMkLst>
        </pc:spChg>
        <pc:spChg chg="add">
          <ac:chgData name="Rajarajeshwari S" userId="e4d90711455572c4" providerId="LiveId" clId="{CCD4E902-00B9-4B30-B952-A9A7A2B9871A}" dt="2026-02-19T06:07:21.157" v="2712"/>
          <ac:spMkLst>
            <pc:docMk/>
            <pc:sldMk cId="2951575343" sldId="411"/>
            <ac:spMk id="4" creationId="{017581E1-8D8E-3555-4AEA-FCB611364CC3}"/>
          </ac:spMkLst>
        </pc:spChg>
        <pc:picChg chg="add mod">
          <ac:chgData name="Rajarajeshwari S" userId="e4d90711455572c4" providerId="LiveId" clId="{CCD4E902-00B9-4B30-B952-A9A7A2B9871A}" dt="2026-02-19T06:07:27.283" v="2716" actId="1076"/>
          <ac:picMkLst>
            <pc:docMk/>
            <pc:sldMk cId="2951575343" sldId="411"/>
            <ac:picMk id="5" creationId="{75A99F33-9A2E-3F87-5D6A-DD5ACF7502F9}"/>
          </ac:picMkLst>
        </pc:picChg>
      </pc:sldChg>
      <pc:sldChg chg="modSp new mod">
        <pc:chgData name="Rajarajeshwari S" userId="e4d90711455572c4" providerId="LiveId" clId="{CCD4E902-00B9-4B30-B952-A9A7A2B9871A}" dt="2026-02-19T06:07:46.248" v="2720" actId="27636"/>
        <pc:sldMkLst>
          <pc:docMk/>
          <pc:sldMk cId="1499232444" sldId="412"/>
        </pc:sldMkLst>
        <pc:spChg chg="mod">
          <ac:chgData name="Rajarajeshwari S" userId="e4d90711455572c4" providerId="LiveId" clId="{CCD4E902-00B9-4B30-B952-A9A7A2B9871A}" dt="2026-02-19T06:07:46.232" v="2719" actId="27636"/>
          <ac:spMkLst>
            <pc:docMk/>
            <pc:sldMk cId="1499232444" sldId="412"/>
            <ac:spMk id="2" creationId="{8037AC66-72CD-98D5-372B-139BEC5A85B2}"/>
          </ac:spMkLst>
        </pc:spChg>
        <pc:spChg chg="mod">
          <ac:chgData name="Rajarajeshwari S" userId="e4d90711455572c4" providerId="LiveId" clId="{CCD4E902-00B9-4B30-B952-A9A7A2B9871A}" dt="2026-02-19T06:07:46.248" v="2720" actId="27636"/>
          <ac:spMkLst>
            <pc:docMk/>
            <pc:sldMk cId="1499232444" sldId="412"/>
            <ac:spMk id="3" creationId="{F6B22551-BFDC-0CE5-BCFF-692F4678C428}"/>
          </ac:spMkLst>
        </pc:spChg>
      </pc:sldChg>
      <pc:sldChg chg="modSp new mod">
        <pc:chgData name="Rajarajeshwari S" userId="e4d90711455572c4" providerId="LiveId" clId="{CCD4E902-00B9-4B30-B952-A9A7A2B9871A}" dt="2026-02-19T06:08:54.482" v="2724" actId="1076"/>
        <pc:sldMkLst>
          <pc:docMk/>
          <pc:sldMk cId="4234459105" sldId="413"/>
        </pc:sldMkLst>
        <pc:spChg chg="mod">
          <ac:chgData name="Rajarajeshwari S" userId="e4d90711455572c4" providerId="LiveId" clId="{CCD4E902-00B9-4B30-B952-A9A7A2B9871A}" dt="2026-02-19T06:08:52.609" v="2723" actId="27636"/>
          <ac:spMkLst>
            <pc:docMk/>
            <pc:sldMk cId="4234459105" sldId="413"/>
            <ac:spMk id="2" creationId="{C8CA6D51-4006-AFB3-5AE8-3040C43DCA7C}"/>
          </ac:spMkLst>
        </pc:spChg>
        <pc:spChg chg="mod">
          <ac:chgData name="Rajarajeshwari S" userId="e4d90711455572c4" providerId="LiveId" clId="{CCD4E902-00B9-4B30-B952-A9A7A2B9871A}" dt="2026-02-19T06:08:54.482" v="2724" actId="1076"/>
          <ac:spMkLst>
            <pc:docMk/>
            <pc:sldMk cId="4234459105" sldId="413"/>
            <ac:spMk id="3" creationId="{71E31A30-67CB-94A9-8B20-06B08A1ACBE1}"/>
          </ac:spMkLst>
        </pc:spChg>
      </pc:sldChg>
      <pc:sldChg chg="modSp new mod">
        <pc:chgData name="Rajarajeshwari S" userId="e4d90711455572c4" providerId="LiveId" clId="{CCD4E902-00B9-4B30-B952-A9A7A2B9871A}" dt="2026-02-19T06:09:06.745" v="2728" actId="14100"/>
        <pc:sldMkLst>
          <pc:docMk/>
          <pc:sldMk cId="2709537607" sldId="414"/>
        </pc:sldMkLst>
        <pc:spChg chg="mod">
          <ac:chgData name="Rajarajeshwari S" userId="e4d90711455572c4" providerId="LiveId" clId="{CCD4E902-00B9-4B30-B952-A9A7A2B9871A}" dt="2026-02-19T06:09:04.846" v="2727" actId="27636"/>
          <ac:spMkLst>
            <pc:docMk/>
            <pc:sldMk cId="2709537607" sldId="414"/>
            <ac:spMk id="2" creationId="{4CCED738-E25E-9960-1617-4451D3C11162}"/>
          </ac:spMkLst>
        </pc:spChg>
        <pc:spChg chg="mod">
          <ac:chgData name="Rajarajeshwari S" userId="e4d90711455572c4" providerId="LiveId" clId="{CCD4E902-00B9-4B30-B952-A9A7A2B9871A}" dt="2026-02-19T06:09:06.745" v="2728" actId="14100"/>
          <ac:spMkLst>
            <pc:docMk/>
            <pc:sldMk cId="2709537607" sldId="414"/>
            <ac:spMk id="3" creationId="{3AC531A9-6354-1A8E-B59F-9EA86A9F4970}"/>
          </ac:spMkLst>
        </pc:spChg>
      </pc:sldChg>
      <pc:sldChg chg="modSp new mod">
        <pc:chgData name="Rajarajeshwari S" userId="e4d90711455572c4" providerId="LiveId" clId="{CCD4E902-00B9-4B30-B952-A9A7A2B9871A}" dt="2026-02-19T06:09:21.400" v="2734" actId="27636"/>
        <pc:sldMkLst>
          <pc:docMk/>
          <pc:sldMk cId="3691375697" sldId="415"/>
        </pc:sldMkLst>
        <pc:spChg chg="mod">
          <ac:chgData name="Rajarajeshwari S" userId="e4d90711455572c4" providerId="LiveId" clId="{CCD4E902-00B9-4B30-B952-A9A7A2B9871A}" dt="2026-02-19T06:09:19.586" v="2731" actId="27636"/>
          <ac:spMkLst>
            <pc:docMk/>
            <pc:sldMk cId="3691375697" sldId="415"/>
            <ac:spMk id="2" creationId="{BA6E830A-7675-C00E-A337-FB024C96209E}"/>
          </ac:spMkLst>
        </pc:spChg>
        <pc:spChg chg="mod">
          <ac:chgData name="Rajarajeshwari S" userId="e4d90711455572c4" providerId="LiveId" clId="{CCD4E902-00B9-4B30-B952-A9A7A2B9871A}" dt="2026-02-19T06:09:21.400" v="2734" actId="27636"/>
          <ac:spMkLst>
            <pc:docMk/>
            <pc:sldMk cId="3691375697" sldId="415"/>
            <ac:spMk id="3" creationId="{F6CCFA82-47C0-2283-E4C8-A91E6446A44B}"/>
          </ac:spMkLst>
        </pc:spChg>
      </pc:sldChg>
      <pc:sldChg chg="modSp new mod">
        <pc:chgData name="Rajarajeshwari S" userId="e4d90711455572c4" providerId="LiveId" clId="{CCD4E902-00B9-4B30-B952-A9A7A2B9871A}" dt="2026-02-19T06:11:05.125" v="2737" actId="27636"/>
        <pc:sldMkLst>
          <pc:docMk/>
          <pc:sldMk cId="700153266" sldId="416"/>
        </pc:sldMkLst>
        <pc:spChg chg="mod">
          <ac:chgData name="Rajarajeshwari S" userId="e4d90711455572c4" providerId="LiveId" clId="{CCD4E902-00B9-4B30-B952-A9A7A2B9871A}" dt="2026-02-19T06:11:05.125" v="2737" actId="27636"/>
          <ac:spMkLst>
            <pc:docMk/>
            <pc:sldMk cId="700153266" sldId="416"/>
            <ac:spMk id="2" creationId="{95D23928-B877-B414-4842-93EA3C5FF8DE}"/>
          </ac:spMkLst>
        </pc:spChg>
        <pc:spChg chg="mod">
          <ac:chgData name="Rajarajeshwari S" userId="e4d90711455572c4" providerId="LiveId" clId="{CCD4E902-00B9-4B30-B952-A9A7A2B9871A}" dt="2026-02-19T06:11:05.084" v="2736"/>
          <ac:spMkLst>
            <pc:docMk/>
            <pc:sldMk cId="700153266" sldId="416"/>
            <ac:spMk id="3" creationId="{59E4E781-7130-AB9F-A926-4CF8F4EA38A6}"/>
          </ac:spMkLst>
        </pc:spChg>
      </pc:sldChg>
      <pc:sldChg chg="addSp delSp modSp new mod">
        <pc:chgData name="Rajarajeshwari S" userId="e4d90711455572c4" providerId="LiveId" clId="{CCD4E902-00B9-4B30-B952-A9A7A2B9871A}" dt="2026-02-19T06:13:45.671" v="2764" actId="20577"/>
        <pc:sldMkLst>
          <pc:docMk/>
          <pc:sldMk cId="2259028965" sldId="417"/>
        </pc:sldMkLst>
        <pc:spChg chg="mod">
          <ac:chgData name="Rajarajeshwari S" userId="e4d90711455572c4" providerId="LiveId" clId="{CCD4E902-00B9-4B30-B952-A9A7A2B9871A}" dt="2026-02-19T06:11:38.845" v="2741" actId="20577"/>
          <ac:spMkLst>
            <pc:docMk/>
            <pc:sldMk cId="2259028965" sldId="417"/>
            <ac:spMk id="2" creationId="{88EB5BD8-A760-2F61-9FFC-791537E0E9BF}"/>
          </ac:spMkLst>
        </pc:spChg>
        <pc:spChg chg="mod">
          <ac:chgData name="Rajarajeshwari S" userId="e4d90711455572c4" providerId="LiveId" clId="{CCD4E902-00B9-4B30-B952-A9A7A2B9871A}" dt="2026-02-19T06:13:45.671" v="2764" actId="20577"/>
          <ac:spMkLst>
            <pc:docMk/>
            <pc:sldMk cId="2259028965" sldId="417"/>
            <ac:spMk id="3" creationId="{E60375D0-BE0D-CB0C-32FF-684118E9DC9E}"/>
          </ac:spMkLst>
        </pc:spChg>
        <pc:spChg chg="add del mod">
          <ac:chgData name="Rajarajeshwari S" userId="e4d90711455572c4" providerId="LiveId" clId="{CCD4E902-00B9-4B30-B952-A9A7A2B9871A}" dt="2026-02-19T06:13:28.764" v="2752" actId="478"/>
          <ac:spMkLst>
            <pc:docMk/>
            <pc:sldMk cId="2259028965" sldId="417"/>
            <ac:spMk id="4" creationId="{7949ADFB-5F1C-FE19-8CAC-0D402852BF5B}"/>
          </ac:spMkLst>
        </pc:spChg>
        <pc:spChg chg="add del mod">
          <ac:chgData name="Rajarajeshwari S" userId="e4d90711455572c4" providerId="LiveId" clId="{CCD4E902-00B9-4B30-B952-A9A7A2B9871A}" dt="2026-02-19T06:13:22.177" v="2748" actId="478"/>
          <ac:spMkLst>
            <pc:docMk/>
            <pc:sldMk cId="2259028965" sldId="417"/>
            <ac:spMk id="5" creationId="{3C1B615B-3E1D-8791-81B1-60F614D7FCEB}"/>
          </ac:spMkLst>
        </pc:spChg>
      </pc:sldChg>
      <pc:sldChg chg="modSp new mod">
        <pc:chgData name="Rajarajeshwari S" userId="e4d90711455572c4" providerId="LiveId" clId="{CCD4E902-00B9-4B30-B952-A9A7A2B9871A}" dt="2026-02-19T06:14:33.415" v="2783" actId="27636"/>
        <pc:sldMkLst>
          <pc:docMk/>
          <pc:sldMk cId="3885985288" sldId="418"/>
        </pc:sldMkLst>
        <pc:spChg chg="mod">
          <ac:chgData name="Rajarajeshwari S" userId="e4d90711455572c4" providerId="LiveId" clId="{CCD4E902-00B9-4B30-B952-A9A7A2B9871A}" dt="2026-02-19T06:13:58.589" v="2767" actId="27636"/>
          <ac:spMkLst>
            <pc:docMk/>
            <pc:sldMk cId="3885985288" sldId="418"/>
            <ac:spMk id="2" creationId="{ED8C43A4-56B7-4EF0-4B5B-60872B1AF7BA}"/>
          </ac:spMkLst>
        </pc:spChg>
        <pc:spChg chg="mod">
          <ac:chgData name="Rajarajeshwari S" userId="e4d90711455572c4" providerId="LiveId" clId="{CCD4E902-00B9-4B30-B952-A9A7A2B9871A}" dt="2026-02-19T06:14:33.415" v="2783" actId="27636"/>
          <ac:spMkLst>
            <pc:docMk/>
            <pc:sldMk cId="3885985288" sldId="418"/>
            <ac:spMk id="3" creationId="{5F159B50-5A96-A62A-53BC-3F0E5E1BF640}"/>
          </ac:spMkLst>
        </pc:spChg>
      </pc:sldChg>
      <pc:sldChg chg="modSp new mod">
        <pc:chgData name="Rajarajeshwari S" userId="e4d90711455572c4" providerId="LiveId" clId="{CCD4E902-00B9-4B30-B952-A9A7A2B9871A}" dt="2026-02-19T06:15:06.211" v="2795" actId="6549"/>
        <pc:sldMkLst>
          <pc:docMk/>
          <pc:sldMk cId="1002710002" sldId="419"/>
        </pc:sldMkLst>
        <pc:spChg chg="mod">
          <ac:chgData name="Rajarajeshwari S" userId="e4d90711455572c4" providerId="LiveId" clId="{CCD4E902-00B9-4B30-B952-A9A7A2B9871A}" dt="2026-02-19T06:14:48.288" v="2786" actId="27636"/>
          <ac:spMkLst>
            <pc:docMk/>
            <pc:sldMk cId="1002710002" sldId="419"/>
            <ac:spMk id="2" creationId="{9E86CDD6-372B-2474-70A8-0A7D75431642}"/>
          </ac:spMkLst>
        </pc:spChg>
        <pc:spChg chg="mod">
          <ac:chgData name="Rajarajeshwari S" userId="e4d90711455572c4" providerId="LiveId" clId="{CCD4E902-00B9-4B30-B952-A9A7A2B9871A}" dt="2026-02-19T06:15:06.211" v="2795" actId="6549"/>
          <ac:spMkLst>
            <pc:docMk/>
            <pc:sldMk cId="1002710002" sldId="419"/>
            <ac:spMk id="3" creationId="{A2495008-62D8-2B8A-2D25-FD10BBCACF48}"/>
          </ac:spMkLst>
        </pc:spChg>
      </pc:sldChg>
      <pc:sldChg chg="modSp new mod">
        <pc:chgData name="Rajarajeshwari S" userId="e4d90711455572c4" providerId="LiveId" clId="{CCD4E902-00B9-4B30-B952-A9A7A2B9871A}" dt="2026-02-19T06:16:05.567" v="2802" actId="27636"/>
        <pc:sldMkLst>
          <pc:docMk/>
          <pc:sldMk cId="16087949" sldId="420"/>
        </pc:sldMkLst>
        <pc:spChg chg="mod">
          <ac:chgData name="Rajarajeshwari S" userId="e4d90711455572c4" providerId="LiveId" clId="{CCD4E902-00B9-4B30-B952-A9A7A2B9871A}" dt="2026-02-19T06:16:00.296" v="2798" actId="27636"/>
          <ac:spMkLst>
            <pc:docMk/>
            <pc:sldMk cId="16087949" sldId="420"/>
            <ac:spMk id="2" creationId="{E24EFD19-D13C-1CF9-6ACE-BD9E8BA244A1}"/>
          </ac:spMkLst>
        </pc:spChg>
        <pc:spChg chg="mod">
          <ac:chgData name="Rajarajeshwari S" userId="e4d90711455572c4" providerId="LiveId" clId="{CCD4E902-00B9-4B30-B952-A9A7A2B9871A}" dt="2026-02-19T06:16:05.567" v="2802" actId="27636"/>
          <ac:spMkLst>
            <pc:docMk/>
            <pc:sldMk cId="16087949" sldId="420"/>
            <ac:spMk id="3" creationId="{19B299A0-EF03-E836-775F-067DE0B5E023}"/>
          </ac:spMkLst>
        </pc:spChg>
      </pc:sldChg>
      <pc:sldChg chg="modSp new mod">
        <pc:chgData name="Rajarajeshwari S" userId="e4d90711455572c4" providerId="LiveId" clId="{CCD4E902-00B9-4B30-B952-A9A7A2B9871A}" dt="2026-02-19T06:16:20.026" v="2807" actId="14100"/>
        <pc:sldMkLst>
          <pc:docMk/>
          <pc:sldMk cId="2864229856" sldId="421"/>
        </pc:sldMkLst>
        <pc:spChg chg="mod">
          <ac:chgData name="Rajarajeshwari S" userId="e4d90711455572c4" providerId="LiveId" clId="{CCD4E902-00B9-4B30-B952-A9A7A2B9871A}" dt="2026-02-19T06:16:17.810" v="2806" actId="27636"/>
          <ac:spMkLst>
            <pc:docMk/>
            <pc:sldMk cId="2864229856" sldId="421"/>
            <ac:spMk id="2" creationId="{9CE7DA28-CA29-3566-9DB9-3B9628FBE89D}"/>
          </ac:spMkLst>
        </pc:spChg>
        <pc:spChg chg="mod">
          <ac:chgData name="Rajarajeshwari S" userId="e4d90711455572c4" providerId="LiveId" clId="{CCD4E902-00B9-4B30-B952-A9A7A2B9871A}" dt="2026-02-19T06:16:20.026" v="2807" actId="14100"/>
          <ac:spMkLst>
            <pc:docMk/>
            <pc:sldMk cId="2864229856" sldId="421"/>
            <ac:spMk id="3" creationId="{9281A55B-EDDF-D46A-458F-1A1F19F6437B}"/>
          </ac:spMkLst>
        </pc:spChg>
      </pc:sldChg>
      <pc:sldChg chg="addSp modSp new mod">
        <pc:chgData name="Rajarajeshwari S" userId="e4d90711455572c4" providerId="LiveId" clId="{CCD4E902-00B9-4B30-B952-A9A7A2B9871A}" dt="2026-02-19T06:17:20.074" v="2832" actId="1076"/>
        <pc:sldMkLst>
          <pc:docMk/>
          <pc:sldMk cId="1936075307" sldId="422"/>
        </pc:sldMkLst>
        <pc:spChg chg="mod">
          <ac:chgData name="Rajarajeshwari S" userId="e4d90711455572c4" providerId="LiveId" clId="{CCD4E902-00B9-4B30-B952-A9A7A2B9871A}" dt="2026-02-19T06:16:46.435" v="2811" actId="27636"/>
          <ac:spMkLst>
            <pc:docMk/>
            <pc:sldMk cId="1936075307" sldId="422"/>
            <ac:spMk id="2" creationId="{9707AEBB-B4C8-8AEE-82D5-30D9DE40C9A9}"/>
          </ac:spMkLst>
        </pc:spChg>
        <pc:spChg chg="mod">
          <ac:chgData name="Rajarajeshwari S" userId="e4d90711455572c4" providerId="LiveId" clId="{CCD4E902-00B9-4B30-B952-A9A7A2B9871A}" dt="2026-02-19T06:17:10.623" v="2827" actId="27636"/>
          <ac:spMkLst>
            <pc:docMk/>
            <pc:sldMk cId="1936075307" sldId="422"/>
            <ac:spMk id="3" creationId="{BF9FB90C-9BA5-8C24-7C1C-FFBCA35A8EFB}"/>
          </ac:spMkLst>
        </pc:spChg>
        <pc:picChg chg="add mod">
          <ac:chgData name="Rajarajeshwari S" userId="e4d90711455572c4" providerId="LiveId" clId="{CCD4E902-00B9-4B30-B952-A9A7A2B9871A}" dt="2026-02-19T06:17:20.074" v="2832" actId="1076"/>
          <ac:picMkLst>
            <pc:docMk/>
            <pc:sldMk cId="1936075307" sldId="422"/>
            <ac:picMk id="5" creationId="{6009409C-5966-47E4-7FC2-3646EC9F895C}"/>
          </ac:picMkLst>
        </pc:picChg>
      </pc:sldChg>
      <pc:sldChg chg="addSp modSp new mod">
        <pc:chgData name="Rajarajeshwari S" userId="e4d90711455572c4" providerId="LiveId" clId="{CCD4E902-00B9-4B30-B952-A9A7A2B9871A}" dt="2026-02-19T06:18:08.878" v="2839" actId="1076"/>
        <pc:sldMkLst>
          <pc:docMk/>
          <pc:sldMk cId="1637576590" sldId="423"/>
        </pc:sldMkLst>
        <pc:spChg chg="mod">
          <ac:chgData name="Rajarajeshwari S" userId="e4d90711455572c4" providerId="LiveId" clId="{CCD4E902-00B9-4B30-B952-A9A7A2B9871A}" dt="2026-02-19T06:17:47.034" v="2835" actId="27636"/>
          <ac:spMkLst>
            <pc:docMk/>
            <pc:sldMk cId="1637576590" sldId="423"/>
            <ac:spMk id="2" creationId="{F10AB7DE-70CB-B548-4F08-3AD7798F74DA}"/>
          </ac:spMkLst>
        </pc:spChg>
        <pc:spChg chg="mod">
          <ac:chgData name="Rajarajeshwari S" userId="e4d90711455572c4" providerId="LiveId" clId="{CCD4E902-00B9-4B30-B952-A9A7A2B9871A}" dt="2026-02-19T06:17:49.202" v="2836" actId="1076"/>
          <ac:spMkLst>
            <pc:docMk/>
            <pc:sldMk cId="1637576590" sldId="423"/>
            <ac:spMk id="3" creationId="{02D70689-AD8F-CD21-4E73-5F3EC835D525}"/>
          </ac:spMkLst>
        </pc:spChg>
        <pc:picChg chg="add mod">
          <ac:chgData name="Rajarajeshwari S" userId="e4d90711455572c4" providerId="LiveId" clId="{CCD4E902-00B9-4B30-B952-A9A7A2B9871A}" dt="2026-02-19T06:18:08.878" v="2839" actId="1076"/>
          <ac:picMkLst>
            <pc:docMk/>
            <pc:sldMk cId="1637576590" sldId="423"/>
            <ac:picMk id="5" creationId="{CD420FFD-37A6-9817-6C32-464FE62D2B07}"/>
          </ac:picMkLst>
        </pc:picChg>
      </pc:sldChg>
      <pc:sldChg chg="addSp delSp modSp new mod">
        <pc:chgData name="Rajarajeshwari S" userId="e4d90711455572c4" providerId="LiveId" clId="{CCD4E902-00B9-4B30-B952-A9A7A2B9871A}" dt="2026-02-19T06:20:03.901" v="2869" actId="113"/>
        <pc:sldMkLst>
          <pc:docMk/>
          <pc:sldMk cId="3399428388" sldId="424"/>
        </pc:sldMkLst>
        <pc:spChg chg="mod">
          <ac:chgData name="Rajarajeshwari S" userId="e4d90711455572c4" providerId="LiveId" clId="{CCD4E902-00B9-4B30-B952-A9A7A2B9871A}" dt="2026-02-19T06:19:13.370" v="2854" actId="27636"/>
          <ac:spMkLst>
            <pc:docMk/>
            <pc:sldMk cId="3399428388" sldId="424"/>
            <ac:spMk id="2" creationId="{FEB4D57D-FFA8-2EF0-F912-7E5DB3EEA275}"/>
          </ac:spMkLst>
        </pc:spChg>
        <pc:spChg chg="add del mod">
          <ac:chgData name="Rajarajeshwari S" userId="e4d90711455572c4" providerId="LiveId" clId="{CCD4E902-00B9-4B30-B952-A9A7A2B9871A}" dt="2026-02-19T06:20:03.901" v="2869" actId="113"/>
          <ac:spMkLst>
            <pc:docMk/>
            <pc:sldMk cId="3399428388" sldId="424"/>
            <ac:spMk id="3" creationId="{FC44DB6A-69F2-2135-9E98-8D7FFA39F4B8}"/>
          </ac:spMkLst>
        </pc:spChg>
        <pc:spChg chg="add mod">
          <ac:chgData name="Rajarajeshwari S" userId="e4d90711455572c4" providerId="LiveId" clId="{CCD4E902-00B9-4B30-B952-A9A7A2B9871A}" dt="2026-02-19T06:18:22.399" v="2842"/>
          <ac:spMkLst>
            <pc:docMk/>
            <pc:sldMk cId="3399428388" sldId="424"/>
            <ac:spMk id="4" creationId="{BF709AA2-B257-A993-1E51-3EB2A39D1630}"/>
          </ac:spMkLst>
        </pc:spChg>
        <pc:spChg chg="add mod">
          <ac:chgData name="Rajarajeshwari S" userId="e4d90711455572c4" providerId="LiveId" clId="{CCD4E902-00B9-4B30-B952-A9A7A2B9871A}" dt="2026-02-19T06:18:33.576" v="2845"/>
          <ac:spMkLst>
            <pc:docMk/>
            <pc:sldMk cId="3399428388" sldId="424"/>
            <ac:spMk id="5" creationId="{866D3432-FB04-B15B-16EE-4F79D1589ED0}"/>
          </ac:spMkLst>
        </pc:spChg>
        <pc:spChg chg="add mod">
          <ac:chgData name="Rajarajeshwari S" userId="e4d90711455572c4" providerId="LiveId" clId="{CCD4E902-00B9-4B30-B952-A9A7A2B9871A}" dt="2026-02-19T06:18:53.507" v="2848"/>
          <ac:spMkLst>
            <pc:docMk/>
            <pc:sldMk cId="3399428388" sldId="424"/>
            <ac:spMk id="6" creationId="{FD51C7D1-A8A3-76A3-3A6E-81E3890C933E}"/>
          </ac:spMkLst>
        </pc:spChg>
        <pc:spChg chg="add mod">
          <ac:chgData name="Rajarajeshwari S" userId="e4d90711455572c4" providerId="LiveId" clId="{CCD4E902-00B9-4B30-B952-A9A7A2B9871A}" dt="2026-02-19T06:19:06.095" v="2851"/>
          <ac:spMkLst>
            <pc:docMk/>
            <pc:sldMk cId="3399428388" sldId="424"/>
            <ac:spMk id="7" creationId="{CBCFB823-8D83-A33A-DC10-4BFB457DC0E2}"/>
          </ac:spMkLst>
        </pc:spChg>
        <pc:spChg chg="add">
          <ac:chgData name="Rajarajeshwari S" userId="e4d90711455572c4" providerId="LiveId" clId="{CCD4E902-00B9-4B30-B952-A9A7A2B9871A}" dt="2026-02-19T06:19:43.235" v="2860"/>
          <ac:spMkLst>
            <pc:docMk/>
            <pc:sldMk cId="3399428388" sldId="424"/>
            <ac:spMk id="10" creationId="{69FF0DFE-144C-6B10-5AED-A60C39CEA496}"/>
          </ac:spMkLst>
        </pc:spChg>
        <pc:picChg chg="add mod">
          <ac:chgData name="Rajarajeshwari S" userId="e4d90711455572c4" providerId="LiveId" clId="{CCD4E902-00B9-4B30-B952-A9A7A2B9871A}" dt="2026-02-19T06:19:31.224" v="2856" actId="1076"/>
          <ac:picMkLst>
            <pc:docMk/>
            <pc:sldMk cId="3399428388" sldId="424"/>
            <ac:picMk id="9" creationId="{E4DDEE68-2967-4E2B-A103-33E2E6F266A3}"/>
          </ac:picMkLst>
        </pc:picChg>
      </pc:sldChg>
      <pc:sldChg chg="modSp new mod">
        <pc:chgData name="Rajarajeshwari S" userId="e4d90711455572c4" providerId="LiveId" clId="{CCD4E902-00B9-4B30-B952-A9A7A2B9871A}" dt="2026-02-19T06:21:05.629" v="2873" actId="14100"/>
        <pc:sldMkLst>
          <pc:docMk/>
          <pc:sldMk cId="807411118" sldId="425"/>
        </pc:sldMkLst>
        <pc:spChg chg="mod">
          <ac:chgData name="Rajarajeshwari S" userId="e4d90711455572c4" providerId="LiveId" clId="{CCD4E902-00B9-4B30-B952-A9A7A2B9871A}" dt="2026-02-19T06:21:03.813" v="2872" actId="27636"/>
          <ac:spMkLst>
            <pc:docMk/>
            <pc:sldMk cId="807411118" sldId="425"/>
            <ac:spMk id="2" creationId="{E242EEDA-AB39-6923-CC05-1DEB9948409B}"/>
          </ac:spMkLst>
        </pc:spChg>
        <pc:spChg chg="mod">
          <ac:chgData name="Rajarajeshwari S" userId="e4d90711455572c4" providerId="LiveId" clId="{CCD4E902-00B9-4B30-B952-A9A7A2B9871A}" dt="2026-02-19T06:21:05.629" v="2873" actId="14100"/>
          <ac:spMkLst>
            <pc:docMk/>
            <pc:sldMk cId="807411118" sldId="425"/>
            <ac:spMk id="3" creationId="{364FB181-B9C7-3FE1-0EE9-6E79A4315C46}"/>
          </ac:spMkLst>
        </pc:spChg>
      </pc:sldChg>
      <pc:sldChg chg="addSp delSp modSp new mod">
        <pc:chgData name="Rajarajeshwari S" userId="e4d90711455572c4" providerId="LiveId" clId="{CCD4E902-00B9-4B30-B952-A9A7A2B9871A}" dt="2026-02-19T06:23:35.664" v="2891" actId="14734"/>
        <pc:sldMkLst>
          <pc:docMk/>
          <pc:sldMk cId="1736014352" sldId="426"/>
        </pc:sldMkLst>
        <pc:spChg chg="mod">
          <ac:chgData name="Rajarajeshwari S" userId="e4d90711455572c4" providerId="LiveId" clId="{CCD4E902-00B9-4B30-B952-A9A7A2B9871A}" dt="2026-02-19T06:22:23.628" v="2876" actId="27636"/>
          <ac:spMkLst>
            <pc:docMk/>
            <pc:sldMk cId="1736014352" sldId="426"/>
            <ac:spMk id="2" creationId="{EF41B2EF-656E-A16A-F2E2-F71B246BB30B}"/>
          </ac:spMkLst>
        </pc:spChg>
        <pc:spChg chg="del">
          <ac:chgData name="Rajarajeshwari S" userId="e4d90711455572c4" providerId="LiveId" clId="{CCD4E902-00B9-4B30-B952-A9A7A2B9871A}" dt="2026-02-19T06:22:23.580" v="2875"/>
          <ac:spMkLst>
            <pc:docMk/>
            <pc:sldMk cId="1736014352" sldId="426"/>
            <ac:spMk id="3" creationId="{0B8C67DF-E388-8FCD-79FA-A47B122032F9}"/>
          </ac:spMkLst>
        </pc:spChg>
        <pc:graphicFrameChg chg="add mod modGraphic">
          <ac:chgData name="Rajarajeshwari S" userId="e4d90711455572c4" providerId="LiveId" clId="{CCD4E902-00B9-4B30-B952-A9A7A2B9871A}" dt="2026-02-19T06:23:35.664" v="2891" actId="14734"/>
          <ac:graphicFrameMkLst>
            <pc:docMk/>
            <pc:sldMk cId="1736014352" sldId="426"/>
            <ac:graphicFrameMk id="4" creationId="{883C76FB-E6A3-68C3-40E7-825C7B098E1E}"/>
          </ac:graphicFrameMkLst>
        </pc:graphicFrameChg>
      </pc:sldChg>
      <pc:sldChg chg="modSp new mod">
        <pc:chgData name="Rajarajeshwari S" userId="e4d90711455572c4" providerId="LiveId" clId="{CCD4E902-00B9-4B30-B952-A9A7A2B9871A}" dt="2026-02-19T06:24:49.110" v="2900" actId="27636"/>
        <pc:sldMkLst>
          <pc:docMk/>
          <pc:sldMk cId="8725094" sldId="427"/>
        </pc:sldMkLst>
        <pc:spChg chg="mod">
          <ac:chgData name="Rajarajeshwari S" userId="e4d90711455572c4" providerId="LiveId" clId="{CCD4E902-00B9-4B30-B952-A9A7A2B9871A}" dt="2026-02-19T06:24:34.397" v="2896" actId="113"/>
          <ac:spMkLst>
            <pc:docMk/>
            <pc:sldMk cId="8725094" sldId="427"/>
            <ac:spMk id="2" creationId="{A51D19A8-B40A-DACC-C584-4045A2F21378}"/>
          </ac:spMkLst>
        </pc:spChg>
        <pc:spChg chg="mod">
          <ac:chgData name="Rajarajeshwari S" userId="e4d90711455572c4" providerId="LiveId" clId="{CCD4E902-00B9-4B30-B952-A9A7A2B9871A}" dt="2026-02-19T06:24:49.110" v="2900" actId="27636"/>
          <ac:spMkLst>
            <pc:docMk/>
            <pc:sldMk cId="8725094" sldId="427"/>
            <ac:spMk id="3" creationId="{DC360C96-1D38-D5AD-DD1A-279BFC7019E2}"/>
          </ac:spMkLst>
        </pc:spChg>
      </pc:sldChg>
      <pc:sldChg chg="modSp new mod">
        <pc:chgData name="Rajarajeshwari S" userId="e4d90711455572c4" providerId="LiveId" clId="{CCD4E902-00B9-4B30-B952-A9A7A2B9871A}" dt="2026-02-19T06:24:59.359" v="2905" actId="108"/>
        <pc:sldMkLst>
          <pc:docMk/>
          <pc:sldMk cId="3731395817" sldId="428"/>
        </pc:sldMkLst>
        <pc:spChg chg="mod">
          <ac:chgData name="Rajarajeshwari S" userId="e4d90711455572c4" providerId="LiveId" clId="{CCD4E902-00B9-4B30-B952-A9A7A2B9871A}" dt="2026-02-19T06:24:53.259" v="2903" actId="27636"/>
          <ac:spMkLst>
            <pc:docMk/>
            <pc:sldMk cId="3731395817" sldId="428"/>
            <ac:spMk id="2" creationId="{8EA065C6-A818-8D9B-B3D5-06BF9C3F6B09}"/>
          </ac:spMkLst>
        </pc:spChg>
        <pc:spChg chg="mod">
          <ac:chgData name="Rajarajeshwari S" userId="e4d90711455572c4" providerId="LiveId" clId="{CCD4E902-00B9-4B30-B952-A9A7A2B9871A}" dt="2026-02-19T06:24:59.359" v="2905" actId="108"/>
          <ac:spMkLst>
            <pc:docMk/>
            <pc:sldMk cId="3731395817" sldId="428"/>
            <ac:spMk id="3" creationId="{621893B1-9F08-9452-D498-BF16AC5D33F8}"/>
          </ac:spMkLst>
        </pc:spChg>
      </pc:sldChg>
      <pc:sldChg chg="modSp new mod">
        <pc:chgData name="Rajarajeshwari S" userId="e4d90711455572c4" providerId="LiveId" clId="{CCD4E902-00B9-4B30-B952-A9A7A2B9871A}" dt="2026-02-19T06:38:34.638" v="2922" actId="27636"/>
        <pc:sldMkLst>
          <pc:docMk/>
          <pc:sldMk cId="4111360845" sldId="429"/>
        </pc:sldMkLst>
        <pc:spChg chg="mod">
          <ac:chgData name="Rajarajeshwari S" userId="e4d90711455572c4" providerId="LiveId" clId="{CCD4E902-00B9-4B30-B952-A9A7A2B9871A}" dt="2026-02-19T06:37:50.756" v="2909" actId="20577"/>
          <ac:spMkLst>
            <pc:docMk/>
            <pc:sldMk cId="4111360845" sldId="429"/>
            <ac:spMk id="2" creationId="{BD4CC171-59A6-813D-B47C-183562B68060}"/>
          </ac:spMkLst>
        </pc:spChg>
        <pc:spChg chg="mod">
          <ac:chgData name="Rajarajeshwari S" userId="e4d90711455572c4" providerId="LiveId" clId="{CCD4E902-00B9-4B30-B952-A9A7A2B9871A}" dt="2026-02-19T06:38:34.638" v="2922" actId="27636"/>
          <ac:spMkLst>
            <pc:docMk/>
            <pc:sldMk cId="4111360845" sldId="429"/>
            <ac:spMk id="3" creationId="{09DC2F1C-197C-DA5B-97C4-AF478C657E1D}"/>
          </ac:spMkLst>
        </pc:spChg>
      </pc:sldChg>
      <pc:sldChg chg="addSp modSp new mod">
        <pc:chgData name="Rajarajeshwari S" userId="e4d90711455572c4" providerId="LiveId" clId="{CCD4E902-00B9-4B30-B952-A9A7A2B9871A}" dt="2026-02-19T06:39:01.353" v="2932" actId="14100"/>
        <pc:sldMkLst>
          <pc:docMk/>
          <pc:sldMk cId="120403073" sldId="430"/>
        </pc:sldMkLst>
        <pc:spChg chg="mod">
          <ac:chgData name="Rajarajeshwari S" userId="e4d90711455572c4" providerId="LiveId" clId="{CCD4E902-00B9-4B30-B952-A9A7A2B9871A}" dt="2026-02-19T06:38:50.919" v="2927" actId="27636"/>
          <ac:spMkLst>
            <pc:docMk/>
            <pc:sldMk cId="120403073" sldId="430"/>
            <ac:spMk id="2" creationId="{46C273D9-6530-C74D-50B0-AB7A3E816D50}"/>
          </ac:spMkLst>
        </pc:spChg>
        <pc:spChg chg="add mod">
          <ac:chgData name="Rajarajeshwari S" userId="e4d90711455572c4" providerId="LiveId" clId="{CCD4E902-00B9-4B30-B952-A9A7A2B9871A}" dt="2026-02-19T06:38:48.050" v="2925" actId="27636"/>
          <ac:spMkLst>
            <pc:docMk/>
            <pc:sldMk cId="120403073" sldId="430"/>
            <ac:spMk id="4" creationId="{1A66916E-095E-83C5-982C-AC17E77BA94A}"/>
          </ac:spMkLst>
        </pc:spChg>
        <pc:picChg chg="add mod">
          <ac:chgData name="Rajarajeshwari S" userId="e4d90711455572c4" providerId="LiveId" clId="{CCD4E902-00B9-4B30-B952-A9A7A2B9871A}" dt="2026-02-19T06:39:01.353" v="2932" actId="14100"/>
          <ac:picMkLst>
            <pc:docMk/>
            <pc:sldMk cId="120403073" sldId="430"/>
            <ac:picMk id="5" creationId="{934FD4FC-92FD-99F1-0FD1-A560AD4B2AD1}"/>
          </ac:picMkLst>
        </pc:picChg>
      </pc:sldChg>
      <pc:sldChg chg="modSp new mod">
        <pc:chgData name="Rajarajeshwari S" userId="e4d90711455572c4" providerId="LiveId" clId="{CCD4E902-00B9-4B30-B952-A9A7A2B9871A}" dt="2026-02-19T06:40:52.208" v="2935" actId="27636"/>
        <pc:sldMkLst>
          <pc:docMk/>
          <pc:sldMk cId="1827973845" sldId="431"/>
        </pc:sldMkLst>
        <pc:spChg chg="mod">
          <ac:chgData name="Rajarajeshwari S" userId="e4d90711455572c4" providerId="LiveId" clId="{CCD4E902-00B9-4B30-B952-A9A7A2B9871A}" dt="2026-02-19T06:40:52.208" v="2935" actId="27636"/>
          <ac:spMkLst>
            <pc:docMk/>
            <pc:sldMk cId="1827973845" sldId="431"/>
            <ac:spMk id="2" creationId="{09D92DED-AD47-FDF7-2576-3C43331D2B5A}"/>
          </ac:spMkLst>
        </pc:spChg>
        <pc:spChg chg="mod">
          <ac:chgData name="Rajarajeshwari S" userId="e4d90711455572c4" providerId="LiveId" clId="{CCD4E902-00B9-4B30-B952-A9A7A2B9871A}" dt="2026-02-19T06:40:52.137" v="2934"/>
          <ac:spMkLst>
            <pc:docMk/>
            <pc:sldMk cId="1827973845" sldId="431"/>
            <ac:spMk id="3" creationId="{36D95D08-2296-D75C-4BA4-258A6F12DAC8}"/>
          </ac:spMkLst>
        </pc:spChg>
      </pc:sldChg>
      <pc:sldChg chg="modSp new mod">
        <pc:chgData name="Rajarajeshwari S" userId="e4d90711455572c4" providerId="LiveId" clId="{CCD4E902-00B9-4B30-B952-A9A7A2B9871A}" dt="2026-02-19T06:41:05.273" v="2938" actId="27636"/>
        <pc:sldMkLst>
          <pc:docMk/>
          <pc:sldMk cId="552583966" sldId="432"/>
        </pc:sldMkLst>
        <pc:spChg chg="mod">
          <ac:chgData name="Rajarajeshwari S" userId="e4d90711455572c4" providerId="LiveId" clId="{CCD4E902-00B9-4B30-B952-A9A7A2B9871A}" dt="2026-02-19T06:41:05.273" v="2938" actId="27636"/>
          <ac:spMkLst>
            <pc:docMk/>
            <pc:sldMk cId="552583966" sldId="432"/>
            <ac:spMk id="2" creationId="{AFDF880A-C78A-D8A2-400E-0C4A9B1AAE21}"/>
          </ac:spMkLst>
        </pc:spChg>
        <pc:spChg chg="mod">
          <ac:chgData name="Rajarajeshwari S" userId="e4d90711455572c4" providerId="LiveId" clId="{CCD4E902-00B9-4B30-B952-A9A7A2B9871A}" dt="2026-02-19T06:41:05.209" v="2937"/>
          <ac:spMkLst>
            <pc:docMk/>
            <pc:sldMk cId="552583966" sldId="432"/>
            <ac:spMk id="3" creationId="{58A1CCB1-807F-4DF5-96D8-9DC9B8DAB084}"/>
          </ac:spMkLst>
        </pc:spChg>
      </pc:sldChg>
      <pc:sldChg chg="modSp new mod">
        <pc:chgData name="Rajarajeshwari S" userId="e4d90711455572c4" providerId="LiveId" clId="{CCD4E902-00B9-4B30-B952-A9A7A2B9871A}" dt="2026-02-19T06:42:41.703" v="2942" actId="27636"/>
        <pc:sldMkLst>
          <pc:docMk/>
          <pc:sldMk cId="3885901698" sldId="433"/>
        </pc:sldMkLst>
        <pc:spChg chg="mod">
          <ac:chgData name="Rajarajeshwari S" userId="e4d90711455572c4" providerId="LiveId" clId="{CCD4E902-00B9-4B30-B952-A9A7A2B9871A}" dt="2026-02-19T06:42:41.703" v="2942" actId="27636"/>
          <ac:spMkLst>
            <pc:docMk/>
            <pc:sldMk cId="3885901698" sldId="433"/>
            <ac:spMk id="2" creationId="{8D413299-2A60-38A7-1437-0161C76772AB}"/>
          </ac:spMkLst>
        </pc:spChg>
        <pc:spChg chg="mod">
          <ac:chgData name="Rajarajeshwari S" userId="e4d90711455572c4" providerId="LiveId" clId="{CCD4E902-00B9-4B30-B952-A9A7A2B9871A}" dt="2026-02-19T06:42:41.690" v="2941" actId="27636"/>
          <ac:spMkLst>
            <pc:docMk/>
            <pc:sldMk cId="3885901698" sldId="433"/>
            <ac:spMk id="3" creationId="{49EA7206-AB88-EC22-AF2D-E9077AA1C63B}"/>
          </ac:spMkLst>
        </pc:spChg>
      </pc:sldChg>
      <pc:sldChg chg="modSp new mod">
        <pc:chgData name="Rajarajeshwari S" userId="e4d90711455572c4" providerId="LiveId" clId="{CCD4E902-00B9-4B30-B952-A9A7A2B9871A}" dt="2026-02-19T06:42:53.494" v="2945" actId="27636"/>
        <pc:sldMkLst>
          <pc:docMk/>
          <pc:sldMk cId="520384412" sldId="434"/>
        </pc:sldMkLst>
        <pc:spChg chg="mod">
          <ac:chgData name="Rajarajeshwari S" userId="e4d90711455572c4" providerId="LiveId" clId="{CCD4E902-00B9-4B30-B952-A9A7A2B9871A}" dt="2026-02-19T06:42:53.494" v="2945" actId="27636"/>
          <ac:spMkLst>
            <pc:docMk/>
            <pc:sldMk cId="520384412" sldId="434"/>
            <ac:spMk id="2" creationId="{8A9580C5-3425-7F81-1A2A-D2E121E76CD3}"/>
          </ac:spMkLst>
        </pc:spChg>
        <pc:spChg chg="mod">
          <ac:chgData name="Rajarajeshwari S" userId="e4d90711455572c4" providerId="LiveId" clId="{CCD4E902-00B9-4B30-B952-A9A7A2B9871A}" dt="2026-02-19T06:42:53.459" v="2944"/>
          <ac:spMkLst>
            <pc:docMk/>
            <pc:sldMk cId="520384412" sldId="434"/>
            <ac:spMk id="3" creationId="{98007616-F5C8-2FE4-3283-E5D42BB3C423}"/>
          </ac:spMkLst>
        </pc:spChg>
      </pc:sldChg>
      <pc:sldChg chg="modSp new mod">
        <pc:chgData name="Rajarajeshwari S" userId="e4d90711455572c4" providerId="LiveId" clId="{CCD4E902-00B9-4B30-B952-A9A7A2B9871A}" dt="2026-02-19T06:43:07.139" v="2949" actId="27636"/>
        <pc:sldMkLst>
          <pc:docMk/>
          <pc:sldMk cId="3661220671" sldId="435"/>
        </pc:sldMkLst>
        <pc:spChg chg="mod">
          <ac:chgData name="Rajarajeshwari S" userId="e4d90711455572c4" providerId="LiveId" clId="{CCD4E902-00B9-4B30-B952-A9A7A2B9871A}" dt="2026-02-19T06:43:07.139" v="2949" actId="27636"/>
          <ac:spMkLst>
            <pc:docMk/>
            <pc:sldMk cId="3661220671" sldId="435"/>
            <ac:spMk id="2" creationId="{59C93518-9A34-FC1C-D853-EF185B11759C}"/>
          </ac:spMkLst>
        </pc:spChg>
        <pc:spChg chg="mod">
          <ac:chgData name="Rajarajeshwari S" userId="e4d90711455572c4" providerId="LiveId" clId="{CCD4E902-00B9-4B30-B952-A9A7A2B9871A}" dt="2026-02-19T06:43:07.113" v="2948" actId="27636"/>
          <ac:spMkLst>
            <pc:docMk/>
            <pc:sldMk cId="3661220671" sldId="435"/>
            <ac:spMk id="3" creationId="{22053ADE-CAFD-415E-BA0A-AE65E6C3D9A5}"/>
          </ac:spMkLst>
        </pc:spChg>
      </pc:sldChg>
      <pc:sldChg chg="modSp new mod">
        <pc:chgData name="Rajarajeshwari S" userId="e4d90711455572c4" providerId="LiveId" clId="{CCD4E902-00B9-4B30-B952-A9A7A2B9871A}" dt="2026-02-19T06:43:19.662" v="2952" actId="27636"/>
        <pc:sldMkLst>
          <pc:docMk/>
          <pc:sldMk cId="1449942485" sldId="436"/>
        </pc:sldMkLst>
        <pc:spChg chg="mod">
          <ac:chgData name="Rajarajeshwari S" userId="e4d90711455572c4" providerId="LiveId" clId="{CCD4E902-00B9-4B30-B952-A9A7A2B9871A}" dt="2026-02-19T06:43:19.662" v="2952" actId="27636"/>
          <ac:spMkLst>
            <pc:docMk/>
            <pc:sldMk cId="1449942485" sldId="436"/>
            <ac:spMk id="2" creationId="{A8BC69DE-69A2-F843-A02E-9BEFE7D7FFA5}"/>
          </ac:spMkLst>
        </pc:spChg>
        <pc:spChg chg="mod">
          <ac:chgData name="Rajarajeshwari S" userId="e4d90711455572c4" providerId="LiveId" clId="{CCD4E902-00B9-4B30-B952-A9A7A2B9871A}" dt="2026-02-19T06:43:19.625" v="2951"/>
          <ac:spMkLst>
            <pc:docMk/>
            <pc:sldMk cId="1449942485" sldId="436"/>
            <ac:spMk id="3" creationId="{F95B634F-4A57-5F95-04AA-1B3E1756D1FD}"/>
          </ac:spMkLst>
        </pc:spChg>
      </pc:sldChg>
      <pc:sldChg chg="modSp new mod">
        <pc:chgData name="Rajarajeshwari S" userId="e4d90711455572c4" providerId="LiveId" clId="{CCD4E902-00B9-4B30-B952-A9A7A2B9871A}" dt="2026-02-19T06:44:55.832" v="2979" actId="27636"/>
        <pc:sldMkLst>
          <pc:docMk/>
          <pc:sldMk cId="226281262" sldId="437"/>
        </pc:sldMkLst>
        <pc:spChg chg="mod">
          <ac:chgData name="Rajarajeshwari S" userId="e4d90711455572c4" providerId="LiveId" clId="{CCD4E902-00B9-4B30-B952-A9A7A2B9871A}" dt="2026-02-19T06:44:26.914" v="2967" actId="113"/>
          <ac:spMkLst>
            <pc:docMk/>
            <pc:sldMk cId="226281262" sldId="437"/>
            <ac:spMk id="2" creationId="{A663069E-F720-4781-7081-EAA4AD8A67DB}"/>
          </ac:spMkLst>
        </pc:spChg>
        <pc:spChg chg="mod">
          <ac:chgData name="Rajarajeshwari S" userId="e4d90711455572c4" providerId="LiveId" clId="{CCD4E902-00B9-4B30-B952-A9A7A2B9871A}" dt="2026-02-19T06:44:55.832" v="2979" actId="27636"/>
          <ac:spMkLst>
            <pc:docMk/>
            <pc:sldMk cId="226281262" sldId="437"/>
            <ac:spMk id="3" creationId="{0968F103-77D5-1CA8-C14A-01DF38E49A4B}"/>
          </ac:spMkLst>
        </pc:spChg>
      </pc:sldChg>
      <pc:sldChg chg="modSp new mod">
        <pc:chgData name="Rajarajeshwari S" userId="e4d90711455572c4" providerId="LiveId" clId="{CCD4E902-00B9-4B30-B952-A9A7A2B9871A}" dt="2026-02-19T06:45:11.965" v="2983" actId="20577"/>
        <pc:sldMkLst>
          <pc:docMk/>
          <pc:sldMk cId="3926890433" sldId="438"/>
        </pc:sldMkLst>
        <pc:spChg chg="mod">
          <ac:chgData name="Rajarajeshwari S" userId="e4d90711455572c4" providerId="LiveId" clId="{CCD4E902-00B9-4B30-B952-A9A7A2B9871A}" dt="2026-02-19T06:44:38.553" v="2972" actId="27636"/>
          <ac:spMkLst>
            <pc:docMk/>
            <pc:sldMk cId="3926890433" sldId="438"/>
            <ac:spMk id="2" creationId="{DD6B3C7F-7C18-9258-6005-D9DB9D572BA1}"/>
          </ac:spMkLst>
        </pc:spChg>
        <pc:spChg chg="mod">
          <ac:chgData name="Rajarajeshwari S" userId="e4d90711455572c4" providerId="LiveId" clId="{CCD4E902-00B9-4B30-B952-A9A7A2B9871A}" dt="2026-02-19T06:45:11.965" v="2983" actId="20577"/>
          <ac:spMkLst>
            <pc:docMk/>
            <pc:sldMk cId="3926890433" sldId="438"/>
            <ac:spMk id="3" creationId="{AD44AFB6-7004-1891-8E5E-0420B303BF40}"/>
          </ac:spMkLst>
        </pc:spChg>
      </pc:sldChg>
      <pc:sldChg chg="addSp modSp new mod">
        <pc:chgData name="Rajarajeshwari S" userId="e4d90711455572c4" providerId="LiveId" clId="{CCD4E902-00B9-4B30-B952-A9A7A2B9871A}" dt="2026-02-19T06:45:59.028" v="2991" actId="1076"/>
        <pc:sldMkLst>
          <pc:docMk/>
          <pc:sldMk cId="1196609016" sldId="439"/>
        </pc:sldMkLst>
        <pc:spChg chg="mod">
          <ac:chgData name="Rajarajeshwari S" userId="e4d90711455572c4" providerId="LiveId" clId="{CCD4E902-00B9-4B30-B952-A9A7A2B9871A}" dt="2026-02-19T06:45:41.315" v="2986" actId="27636"/>
          <ac:spMkLst>
            <pc:docMk/>
            <pc:sldMk cId="1196609016" sldId="439"/>
            <ac:spMk id="2" creationId="{3A634E9E-65E4-49A8-443C-C05050F54479}"/>
          </ac:spMkLst>
        </pc:spChg>
        <pc:spChg chg="mod">
          <ac:chgData name="Rajarajeshwari S" userId="e4d90711455572c4" providerId="LiveId" clId="{CCD4E902-00B9-4B30-B952-A9A7A2B9871A}" dt="2026-02-19T06:45:56.963" v="2990" actId="1076"/>
          <ac:spMkLst>
            <pc:docMk/>
            <pc:sldMk cId="1196609016" sldId="439"/>
            <ac:spMk id="3" creationId="{88A64C7B-CF25-7A80-9F0D-9BEACBD5986D}"/>
          </ac:spMkLst>
        </pc:spChg>
        <pc:picChg chg="add mod">
          <ac:chgData name="Rajarajeshwari S" userId="e4d90711455572c4" providerId="LiveId" clId="{CCD4E902-00B9-4B30-B952-A9A7A2B9871A}" dt="2026-02-19T06:45:59.028" v="2991" actId="1076"/>
          <ac:picMkLst>
            <pc:docMk/>
            <pc:sldMk cId="1196609016" sldId="439"/>
            <ac:picMk id="14338" creationId="{CAB905F9-DF14-D4C2-4B40-8386C93E5A46}"/>
          </ac:picMkLst>
        </pc:picChg>
      </pc:sldChg>
      <pc:sldChg chg="modSp new mod">
        <pc:chgData name="Rajarajeshwari S" userId="e4d90711455572c4" providerId="LiveId" clId="{CCD4E902-00B9-4B30-B952-A9A7A2B9871A}" dt="2026-02-19T06:46:25.524" v="2995" actId="1076"/>
        <pc:sldMkLst>
          <pc:docMk/>
          <pc:sldMk cId="718096330" sldId="440"/>
        </pc:sldMkLst>
        <pc:spChg chg="mod">
          <ac:chgData name="Rajarajeshwari S" userId="e4d90711455572c4" providerId="LiveId" clId="{CCD4E902-00B9-4B30-B952-A9A7A2B9871A}" dt="2026-02-19T06:46:23.473" v="2994" actId="27636"/>
          <ac:spMkLst>
            <pc:docMk/>
            <pc:sldMk cId="718096330" sldId="440"/>
            <ac:spMk id="2" creationId="{36C94493-3F39-5C69-CAEF-3DC8B07E7619}"/>
          </ac:spMkLst>
        </pc:spChg>
        <pc:spChg chg="mod">
          <ac:chgData name="Rajarajeshwari S" userId="e4d90711455572c4" providerId="LiveId" clId="{CCD4E902-00B9-4B30-B952-A9A7A2B9871A}" dt="2026-02-19T06:46:25.524" v="2995" actId="1076"/>
          <ac:spMkLst>
            <pc:docMk/>
            <pc:sldMk cId="718096330" sldId="440"/>
            <ac:spMk id="3" creationId="{9C39B683-BBF7-F551-F99D-E12CC562CEC5}"/>
          </ac:spMkLst>
        </pc:spChg>
      </pc:sldChg>
      <pc:sldChg chg="modSp new mod">
        <pc:chgData name="Rajarajeshwari S" userId="e4d90711455572c4" providerId="LiveId" clId="{CCD4E902-00B9-4B30-B952-A9A7A2B9871A}" dt="2026-02-19T06:47:14.908" v="3000"/>
        <pc:sldMkLst>
          <pc:docMk/>
          <pc:sldMk cId="1419627298" sldId="441"/>
        </pc:sldMkLst>
        <pc:spChg chg="mod">
          <ac:chgData name="Rajarajeshwari S" userId="e4d90711455572c4" providerId="LiveId" clId="{CCD4E902-00B9-4B30-B952-A9A7A2B9871A}" dt="2026-02-19T06:47:04.089" v="2999" actId="20577"/>
          <ac:spMkLst>
            <pc:docMk/>
            <pc:sldMk cId="1419627298" sldId="441"/>
            <ac:spMk id="2" creationId="{6B7F0F85-BCC3-C3EF-F29E-986BD4985F5F}"/>
          </ac:spMkLst>
        </pc:spChg>
        <pc:spChg chg="mod">
          <ac:chgData name="Rajarajeshwari S" userId="e4d90711455572c4" providerId="LiveId" clId="{CCD4E902-00B9-4B30-B952-A9A7A2B9871A}" dt="2026-02-19T06:47:14.908" v="3000"/>
          <ac:spMkLst>
            <pc:docMk/>
            <pc:sldMk cId="1419627298" sldId="441"/>
            <ac:spMk id="3" creationId="{ACE4FF5A-6EF3-F06D-D282-B1BC415ECFA1}"/>
          </ac:spMkLst>
        </pc:spChg>
      </pc:sldChg>
      <pc:sldChg chg="addSp modSp new">
        <pc:chgData name="Rajarajeshwari S" userId="e4d90711455572c4" providerId="LiveId" clId="{CCD4E902-00B9-4B30-B952-A9A7A2B9871A}" dt="2026-02-19T06:47:28.343" v="3003" actId="27636"/>
        <pc:sldMkLst>
          <pc:docMk/>
          <pc:sldMk cId="2250823503" sldId="442"/>
        </pc:sldMkLst>
        <pc:picChg chg="add mod">
          <ac:chgData name="Rajarajeshwari S" userId="e4d90711455572c4" providerId="LiveId" clId="{CCD4E902-00B9-4B30-B952-A9A7A2B9871A}" dt="2026-02-19T06:47:28.343" v="3003" actId="27636"/>
          <ac:picMkLst>
            <pc:docMk/>
            <pc:sldMk cId="2250823503" sldId="442"/>
            <ac:picMk id="15362" creationId="{EC58C3FD-B65A-0601-58DF-749E78E7AA81}"/>
          </ac:picMkLst>
        </pc:picChg>
      </pc:sldChg>
      <pc:sldChg chg="addSp modSp new mod">
        <pc:chgData name="Rajarajeshwari S" userId="e4d90711455572c4" providerId="LiveId" clId="{CCD4E902-00B9-4B30-B952-A9A7A2B9871A}" dt="2026-02-19T06:48:01.513" v="3008"/>
        <pc:sldMkLst>
          <pc:docMk/>
          <pc:sldMk cId="1963848087" sldId="443"/>
        </pc:sldMkLst>
        <pc:spChg chg="mod">
          <ac:chgData name="Rajarajeshwari S" userId="e4d90711455572c4" providerId="LiveId" clId="{CCD4E902-00B9-4B30-B952-A9A7A2B9871A}" dt="2026-02-19T06:47:54.447" v="3007" actId="20577"/>
          <ac:spMkLst>
            <pc:docMk/>
            <pc:sldMk cId="1963848087" sldId="443"/>
            <ac:spMk id="2" creationId="{1D595122-5438-F4A2-3DC6-F1EE06640D38}"/>
          </ac:spMkLst>
        </pc:spChg>
        <pc:picChg chg="add">
          <ac:chgData name="Rajarajeshwari S" userId="e4d90711455572c4" providerId="LiveId" clId="{CCD4E902-00B9-4B30-B952-A9A7A2B9871A}" dt="2026-02-19T06:48:01.513" v="3008"/>
          <ac:picMkLst>
            <pc:docMk/>
            <pc:sldMk cId="1963848087" sldId="443"/>
            <ac:picMk id="16386" creationId="{A57E3A63-6FFD-28AE-161B-E5DFFCD2D367}"/>
          </ac:picMkLst>
        </pc:picChg>
      </pc:sldChg>
      <pc:sldChg chg="modSp new mod">
        <pc:chgData name="Rajarajeshwari S" userId="e4d90711455572c4" providerId="LiveId" clId="{CCD4E902-00B9-4B30-B952-A9A7A2B9871A}" dt="2026-02-19T06:48:34.760" v="3012" actId="27636"/>
        <pc:sldMkLst>
          <pc:docMk/>
          <pc:sldMk cId="3638820933" sldId="444"/>
        </pc:sldMkLst>
        <pc:spChg chg="mod">
          <ac:chgData name="Rajarajeshwari S" userId="e4d90711455572c4" providerId="LiveId" clId="{CCD4E902-00B9-4B30-B952-A9A7A2B9871A}" dt="2026-02-19T06:48:34.748" v="3011" actId="27636"/>
          <ac:spMkLst>
            <pc:docMk/>
            <pc:sldMk cId="3638820933" sldId="444"/>
            <ac:spMk id="2" creationId="{48161A4E-D6F6-1F0C-AAE9-43B922800B83}"/>
          </ac:spMkLst>
        </pc:spChg>
        <pc:spChg chg="mod">
          <ac:chgData name="Rajarajeshwari S" userId="e4d90711455572c4" providerId="LiveId" clId="{CCD4E902-00B9-4B30-B952-A9A7A2B9871A}" dt="2026-02-19T06:48:34.760" v="3012" actId="27636"/>
          <ac:spMkLst>
            <pc:docMk/>
            <pc:sldMk cId="3638820933" sldId="444"/>
            <ac:spMk id="3" creationId="{08EC6943-F4FE-7C52-7569-8FB060EF5A5F}"/>
          </ac:spMkLst>
        </pc:spChg>
      </pc:sldChg>
      <pc:sldChg chg="modSp new mod">
        <pc:chgData name="Rajarajeshwari S" userId="e4d90711455572c4" providerId="LiveId" clId="{CCD4E902-00B9-4B30-B952-A9A7A2B9871A}" dt="2026-02-19T06:48:58.978" v="3018" actId="20577"/>
        <pc:sldMkLst>
          <pc:docMk/>
          <pc:sldMk cId="742414987" sldId="445"/>
        </pc:sldMkLst>
        <pc:spChg chg="mod">
          <ac:chgData name="Rajarajeshwari S" userId="e4d90711455572c4" providerId="LiveId" clId="{CCD4E902-00B9-4B30-B952-A9A7A2B9871A}" dt="2026-02-19T06:48:58.978" v="3018" actId="20577"/>
          <ac:spMkLst>
            <pc:docMk/>
            <pc:sldMk cId="742414987" sldId="445"/>
            <ac:spMk id="2" creationId="{702EE96C-902B-1ED8-9389-2EEDD8FD294B}"/>
          </ac:spMkLst>
        </pc:spChg>
        <pc:spChg chg="mod">
          <ac:chgData name="Rajarajeshwari S" userId="e4d90711455572c4" providerId="LiveId" clId="{CCD4E902-00B9-4B30-B952-A9A7A2B9871A}" dt="2026-02-19T06:48:56.314" v="3016" actId="21"/>
          <ac:spMkLst>
            <pc:docMk/>
            <pc:sldMk cId="742414987" sldId="445"/>
            <ac:spMk id="3" creationId="{42A64919-CD18-CBF6-C258-3E5C793FB963}"/>
          </ac:spMkLst>
        </pc:spChg>
      </pc:sldChg>
      <pc:sldChg chg="modSp new mod">
        <pc:chgData name="Rajarajeshwari S" userId="e4d90711455572c4" providerId="LiveId" clId="{CCD4E902-00B9-4B30-B952-A9A7A2B9871A}" dt="2026-02-19T06:49:13.214" v="3021" actId="27636"/>
        <pc:sldMkLst>
          <pc:docMk/>
          <pc:sldMk cId="1383807202" sldId="446"/>
        </pc:sldMkLst>
        <pc:spChg chg="mod">
          <ac:chgData name="Rajarajeshwari S" userId="e4d90711455572c4" providerId="LiveId" clId="{CCD4E902-00B9-4B30-B952-A9A7A2B9871A}" dt="2026-02-19T06:49:13.214" v="3021" actId="27636"/>
          <ac:spMkLst>
            <pc:docMk/>
            <pc:sldMk cId="1383807202" sldId="446"/>
            <ac:spMk id="2" creationId="{6F9A1AB5-E381-D658-696B-965E731A1BA2}"/>
          </ac:spMkLst>
        </pc:spChg>
        <pc:spChg chg="mod">
          <ac:chgData name="Rajarajeshwari S" userId="e4d90711455572c4" providerId="LiveId" clId="{CCD4E902-00B9-4B30-B952-A9A7A2B9871A}" dt="2026-02-19T06:49:13.169" v="3020"/>
          <ac:spMkLst>
            <pc:docMk/>
            <pc:sldMk cId="1383807202" sldId="446"/>
            <ac:spMk id="3" creationId="{F789071C-3FE3-5CC2-7CB3-D36D3D921A8F}"/>
          </ac:spMkLst>
        </pc:spChg>
      </pc:sldChg>
      <pc:sldChg chg="addSp modSp new">
        <pc:chgData name="Rajarajeshwari S" userId="e4d90711455572c4" providerId="LiveId" clId="{CCD4E902-00B9-4B30-B952-A9A7A2B9871A}" dt="2026-02-19T06:49:53.952" v="3027" actId="1076"/>
        <pc:sldMkLst>
          <pc:docMk/>
          <pc:sldMk cId="4266938830" sldId="447"/>
        </pc:sldMkLst>
        <pc:spChg chg="mod">
          <ac:chgData name="Rajarajeshwari S" userId="e4d90711455572c4" providerId="LiveId" clId="{CCD4E902-00B9-4B30-B952-A9A7A2B9871A}" dt="2026-02-19T06:49:52.156" v="3026"/>
          <ac:spMkLst>
            <pc:docMk/>
            <pc:sldMk cId="4266938830" sldId="447"/>
            <ac:spMk id="3" creationId="{2DDD3F7F-0F88-40F2-FFDF-FEBAA6D88375}"/>
          </ac:spMkLst>
        </pc:spChg>
        <pc:picChg chg="add mod">
          <ac:chgData name="Rajarajeshwari S" userId="e4d90711455572c4" providerId="LiveId" clId="{CCD4E902-00B9-4B30-B952-A9A7A2B9871A}" dt="2026-02-19T06:49:53.952" v="3027" actId="1076"/>
          <ac:picMkLst>
            <pc:docMk/>
            <pc:sldMk cId="4266938830" sldId="447"/>
            <ac:picMk id="17410" creationId="{55F96BE7-C231-3FA9-258E-2AD07BCC8EF0}"/>
          </ac:picMkLst>
        </pc:picChg>
      </pc:sldChg>
      <pc:sldChg chg="addSp modSp new mod">
        <pc:chgData name="Rajarajeshwari S" userId="e4d90711455572c4" providerId="LiveId" clId="{CCD4E902-00B9-4B30-B952-A9A7A2B9871A}" dt="2026-02-19T06:51:31.499" v="3034" actId="1076"/>
        <pc:sldMkLst>
          <pc:docMk/>
          <pc:sldMk cId="1252795729" sldId="448"/>
        </pc:sldMkLst>
        <pc:spChg chg="mod">
          <ac:chgData name="Rajarajeshwari S" userId="e4d90711455572c4" providerId="LiveId" clId="{CCD4E902-00B9-4B30-B952-A9A7A2B9871A}" dt="2026-02-19T06:51:16.742" v="3030" actId="27636"/>
          <ac:spMkLst>
            <pc:docMk/>
            <pc:sldMk cId="1252795729" sldId="448"/>
            <ac:spMk id="2" creationId="{B6624545-10C3-F197-0DE3-AD4E2DCCB627}"/>
          </ac:spMkLst>
        </pc:spChg>
        <pc:spChg chg="mod">
          <ac:chgData name="Rajarajeshwari S" userId="e4d90711455572c4" providerId="LiveId" clId="{CCD4E902-00B9-4B30-B952-A9A7A2B9871A}" dt="2026-02-19T06:51:18.661" v="3031" actId="14100"/>
          <ac:spMkLst>
            <pc:docMk/>
            <pc:sldMk cId="1252795729" sldId="448"/>
            <ac:spMk id="3" creationId="{B2804957-1CCA-0894-1480-3DAE85346B11}"/>
          </ac:spMkLst>
        </pc:spChg>
        <pc:picChg chg="add mod">
          <ac:chgData name="Rajarajeshwari S" userId="e4d90711455572c4" providerId="LiveId" clId="{CCD4E902-00B9-4B30-B952-A9A7A2B9871A}" dt="2026-02-19T06:51:31.499" v="3034" actId="1076"/>
          <ac:picMkLst>
            <pc:docMk/>
            <pc:sldMk cId="1252795729" sldId="448"/>
            <ac:picMk id="18434" creationId="{D8AB4BA2-CF31-2190-050C-E9D471819343}"/>
          </ac:picMkLst>
        </pc:picChg>
      </pc:sldChg>
      <pc:sldChg chg="modSp new mod">
        <pc:chgData name="Rajarajeshwari S" userId="e4d90711455572c4" providerId="LiveId" clId="{CCD4E902-00B9-4B30-B952-A9A7A2B9871A}" dt="2026-02-19T06:51:52.213" v="3037" actId="27636"/>
        <pc:sldMkLst>
          <pc:docMk/>
          <pc:sldMk cId="3094728576" sldId="449"/>
        </pc:sldMkLst>
        <pc:spChg chg="mod">
          <ac:chgData name="Rajarajeshwari S" userId="e4d90711455572c4" providerId="LiveId" clId="{CCD4E902-00B9-4B30-B952-A9A7A2B9871A}" dt="2026-02-19T06:51:52.213" v="3037" actId="27636"/>
          <ac:spMkLst>
            <pc:docMk/>
            <pc:sldMk cId="3094728576" sldId="449"/>
            <ac:spMk id="2" creationId="{4C3DD049-25AB-7220-1078-90E3E972FACD}"/>
          </ac:spMkLst>
        </pc:spChg>
        <pc:spChg chg="mod">
          <ac:chgData name="Rajarajeshwari S" userId="e4d90711455572c4" providerId="LiveId" clId="{CCD4E902-00B9-4B30-B952-A9A7A2B9871A}" dt="2026-02-19T06:51:52.164" v="3036"/>
          <ac:spMkLst>
            <pc:docMk/>
            <pc:sldMk cId="3094728576" sldId="449"/>
            <ac:spMk id="3" creationId="{E260AE67-2905-65F3-5302-6A3F0C100582}"/>
          </ac:spMkLst>
        </pc:spChg>
      </pc:sldChg>
      <pc:sldChg chg="modSp new mod">
        <pc:chgData name="Rajarajeshwari S" userId="e4d90711455572c4" providerId="LiveId" clId="{CCD4E902-00B9-4B30-B952-A9A7A2B9871A}" dt="2026-02-19T06:52:39.734" v="3046" actId="27636"/>
        <pc:sldMkLst>
          <pc:docMk/>
          <pc:sldMk cId="1253210918" sldId="450"/>
        </pc:sldMkLst>
        <pc:spChg chg="mod">
          <ac:chgData name="Rajarajeshwari S" userId="e4d90711455572c4" providerId="LiveId" clId="{CCD4E902-00B9-4B30-B952-A9A7A2B9871A}" dt="2026-02-19T06:52:09.727" v="3040" actId="27636"/>
          <ac:spMkLst>
            <pc:docMk/>
            <pc:sldMk cId="1253210918" sldId="450"/>
            <ac:spMk id="2" creationId="{B4C0212C-A3E2-C454-ACE9-0537011F4C21}"/>
          </ac:spMkLst>
        </pc:spChg>
        <pc:spChg chg="mod">
          <ac:chgData name="Rajarajeshwari S" userId="e4d90711455572c4" providerId="LiveId" clId="{CCD4E902-00B9-4B30-B952-A9A7A2B9871A}" dt="2026-02-19T06:52:39.734" v="3046" actId="27636"/>
          <ac:spMkLst>
            <pc:docMk/>
            <pc:sldMk cId="1253210918" sldId="450"/>
            <ac:spMk id="3" creationId="{6D892BEB-D104-553D-F67F-40D7065EC172}"/>
          </ac:spMkLst>
        </pc:spChg>
      </pc:sldChg>
      <pc:sldChg chg="modSp new mod">
        <pc:chgData name="Rajarajeshwari S" userId="e4d90711455572c4" providerId="LiveId" clId="{CCD4E902-00B9-4B30-B952-A9A7A2B9871A}" dt="2026-02-19T06:52:44.119" v="3049" actId="27636"/>
        <pc:sldMkLst>
          <pc:docMk/>
          <pc:sldMk cId="2011177390" sldId="451"/>
        </pc:sldMkLst>
        <pc:spChg chg="mod">
          <ac:chgData name="Rajarajeshwari S" userId="e4d90711455572c4" providerId="LiveId" clId="{CCD4E902-00B9-4B30-B952-A9A7A2B9871A}" dt="2026-02-19T06:52:44.119" v="3049" actId="27636"/>
          <ac:spMkLst>
            <pc:docMk/>
            <pc:sldMk cId="2011177390" sldId="451"/>
            <ac:spMk id="2" creationId="{F09C90B8-86F9-F710-2767-6CAC3294BD75}"/>
          </ac:spMkLst>
        </pc:spChg>
        <pc:spChg chg="mod">
          <ac:chgData name="Rajarajeshwari S" userId="e4d90711455572c4" providerId="LiveId" clId="{CCD4E902-00B9-4B30-B952-A9A7A2B9871A}" dt="2026-02-19T06:52:44.088" v="3048"/>
          <ac:spMkLst>
            <pc:docMk/>
            <pc:sldMk cId="2011177390" sldId="451"/>
            <ac:spMk id="3" creationId="{9EF49578-4CC0-7101-CD40-4DF9A4AF82A1}"/>
          </ac:spMkLst>
        </pc:spChg>
      </pc:sldChg>
      <pc:sldChg chg="modSp new mod">
        <pc:chgData name="Rajarajeshwari S" userId="e4d90711455572c4" providerId="LiveId" clId="{CCD4E902-00B9-4B30-B952-A9A7A2B9871A}" dt="2026-02-19T06:53:34.354" v="3053" actId="20577"/>
        <pc:sldMkLst>
          <pc:docMk/>
          <pc:sldMk cId="3180413142" sldId="452"/>
        </pc:sldMkLst>
        <pc:spChg chg="mod">
          <ac:chgData name="Rajarajeshwari S" userId="e4d90711455572c4" providerId="LiveId" clId="{CCD4E902-00B9-4B30-B952-A9A7A2B9871A}" dt="2026-02-19T06:53:32.216" v="3052" actId="27636"/>
          <ac:spMkLst>
            <pc:docMk/>
            <pc:sldMk cId="3180413142" sldId="452"/>
            <ac:spMk id="2" creationId="{C0F6D3FE-195D-BBDB-1787-5842151964A7}"/>
          </ac:spMkLst>
        </pc:spChg>
        <pc:spChg chg="mod">
          <ac:chgData name="Rajarajeshwari S" userId="e4d90711455572c4" providerId="LiveId" clId="{CCD4E902-00B9-4B30-B952-A9A7A2B9871A}" dt="2026-02-19T06:53:34.354" v="3053" actId="20577"/>
          <ac:spMkLst>
            <pc:docMk/>
            <pc:sldMk cId="3180413142" sldId="452"/>
            <ac:spMk id="3" creationId="{64BC96C0-2FAB-1118-D822-70BC6794F3AB}"/>
          </ac:spMkLst>
        </pc:spChg>
      </pc:sldChg>
      <pc:sldChg chg="addSp delSp modSp new">
        <pc:chgData name="Rajarajeshwari S" userId="e4d90711455572c4" providerId="LiveId" clId="{CCD4E902-00B9-4B30-B952-A9A7A2B9871A}" dt="2026-02-19T06:59:04.195" v="3059" actId="14100"/>
        <pc:sldMkLst>
          <pc:docMk/>
          <pc:sldMk cId="2957894106" sldId="453"/>
        </pc:sldMkLst>
        <pc:spChg chg="del">
          <ac:chgData name="Rajarajeshwari S" userId="e4d90711455572c4" providerId="LiveId" clId="{CCD4E902-00B9-4B30-B952-A9A7A2B9871A}" dt="2026-02-19T06:58:57.255" v="3055"/>
          <ac:spMkLst>
            <pc:docMk/>
            <pc:sldMk cId="2957894106" sldId="453"/>
            <ac:spMk id="3" creationId="{B7C65409-BDB3-B3B2-9184-5C3FFE7A72F5}"/>
          </ac:spMkLst>
        </pc:spChg>
        <pc:picChg chg="add mod">
          <ac:chgData name="Rajarajeshwari S" userId="e4d90711455572c4" providerId="LiveId" clId="{CCD4E902-00B9-4B30-B952-A9A7A2B9871A}" dt="2026-02-19T06:59:04.195" v="3059" actId="14100"/>
          <ac:picMkLst>
            <pc:docMk/>
            <pc:sldMk cId="2957894106" sldId="453"/>
            <ac:picMk id="19458" creationId="{1C62B7CC-16AE-4A63-D36A-1A9FFB0C4E38}"/>
          </ac:picMkLst>
        </pc:picChg>
      </pc:sldChg>
      <pc:sldChg chg="modSp new mod">
        <pc:chgData name="Rajarajeshwari S" userId="e4d90711455572c4" providerId="LiveId" clId="{CCD4E902-00B9-4B30-B952-A9A7A2B9871A}" dt="2026-02-19T06:59:57.644" v="3062" actId="27636"/>
        <pc:sldMkLst>
          <pc:docMk/>
          <pc:sldMk cId="4194860790" sldId="454"/>
        </pc:sldMkLst>
        <pc:spChg chg="mod">
          <ac:chgData name="Rajarajeshwari S" userId="e4d90711455572c4" providerId="LiveId" clId="{CCD4E902-00B9-4B30-B952-A9A7A2B9871A}" dt="2026-02-19T06:59:57.644" v="3062" actId="27636"/>
          <ac:spMkLst>
            <pc:docMk/>
            <pc:sldMk cId="4194860790" sldId="454"/>
            <ac:spMk id="2" creationId="{562346EB-586F-F0B8-17EE-E93CF64E01CB}"/>
          </ac:spMkLst>
        </pc:spChg>
        <pc:spChg chg="mod">
          <ac:chgData name="Rajarajeshwari S" userId="e4d90711455572c4" providerId="LiveId" clId="{CCD4E902-00B9-4B30-B952-A9A7A2B9871A}" dt="2026-02-19T06:59:57.612" v="3061"/>
          <ac:spMkLst>
            <pc:docMk/>
            <pc:sldMk cId="4194860790" sldId="454"/>
            <ac:spMk id="3" creationId="{ABDA1C84-8A94-0DDE-79CF-D719B21C45DB}"/>
          </ac:spMkLst>
        </pc:spChg>
      </pc:sldChg>
      <pc:sldChg chg="modSp new mod">
        <pc:chgData name="Rajarajeshwari S" userId="e4d90711455572c4" providerId="LiveId" clId="{CCD4E902-00B9-4B30-B952-A9A7A2B9871A}" dt="2026-02-19T07:00:44.746" v="3068" actId="14100"/>
        <pc:sldMkLst>
          <pc:docMk/>
          <pc:sldMk cId="2212028235" sldId="455"/>
        </pc:sldMkLst>
        <pc:spChg chg="mod">
          <ac:chgData name="Rajarajeshwari S" userId="e4d90711455572c4" providerId="LiveId" clId="{CCD4E902-00B9-4B30-B952-A9A7A2B9871A}" dt="2026-02-19T07:00:28.823" v="3066" actId="20577"/>
          <ac:spMkLst>
            <pc:docMk/>
            <pc:sldMk cId="2212028235" sldId="455"/>
            <ac:spMk id="2" creationId="{D1F1EFF6-A063-D343-B9D8-231CB7A996DF}"/>
          </ac:spMkLst>
        </pc:spChg>
        <pc:spChg chg="mod">
          <ac:chgData name="Rajarajeshwari S" userId="e4d90711455572c4" providerId="LiveId" clId="{CCD4E902-00B9-4B30-B952-A9A7A2B9871A}" dt="2026-02-19T07:00:44.746" v="3068" actId="14100"/>
          <ac:spMkLst>
            <pc:docMk/>
            <pc:sldMk cId="2212028235" sldId="455"/>
            <ac:spMk id="3" creationId="{7D460CB8-2FE1-831E-2456-0ADD9F2EAB18}"/>
          </ac:spMkLst>
        </pc:spChg>
      </pc:sldChg>
      <pc:sldChg chg="modSp new mod">
        <pc:chgData name="Rajarajeshwari S" userId="e4d90711455572c4" providerId="LiveId" clId="{CCD4E902-00B9-4B30-B952-A9A7A2B9871A}" dt="2026-02-19T07:01:03.136" v="3074" actId="27636"/>
        <pc:sldMkLst>
          <pc:docMk/>
          <pc:sldMk cId="1844514472" sldId="456"/>
        </pc:sldMkLst>
        <pc:spChg chg="mod">
          <ac:chgData name="Rajarajeshwari S" userId="e4d90711455572c4" providerId="LiveId" clId="{CCD4E902-00B9-4B30-B952-A9A7A2B9871A}" dt="2026-02-19T07:01:01.175" v="3071" actId="27636"/>
          <ac:spMkLst>
            <pc:docMk/>
            <pc:sldMk cId="1844514472" sldId="456"/>
            <ac:spMk id="2" creationId="{5644F94D-0EAF-F90F-CC5B-2777ADE8EF6A}"/>
          </ac:spMkLst>
        </pc:spChg>
        <pc:spChg chg="mod">
          <ac:chgData name="Rajarajeshwari S" userId="e4d90711455572c4" providerId="LiveId" clId="{CCD4E902-00B9-4B30-B952-A9A7A2B9871A}" dt="2026-02-19T07:01:03.136" v="3074" actId="27636"/>
          <ac:spMkLst>
            <pc:docMk/>
            <pc:sldMk cId="1844514472" sldId="456"/>
            <ac:spMk id="3" creationId="{D9750A29-CA61-0F01-9085-BA6DA206A37A}"/>
          </ac:spMkLst>
        </pc:spChg>
      </pc:sldChg>
      <pc:sldChg chg="modSp new mod">
        <pc:chgData name="Rajarajeshwari S" userId="e4d90711455572c4" providerId="LiveId" clId="{CCD4E902-00B9-4B30-B952-A9A7A2B9871A}" dt="2026-02-19T07:01:46.366" v="3080" actId="20577"/>
        <pc:sldMkLst>
          <pc:docMk/>
          <pc:sldMk cId="2546317959" sldId="457"/>
        </pc:sldMkLst>
        <pc:spChg chg="mod">
          <ac:chgData name="Rajarajeshwari S" userId="e4d90711455572c4" providerId="LiveId" clId="{CCD4E902-00B9-4B30-B952-A9A7A2B9871A}" dt="2026-02-19T07:01:38.943" v="3077" actId="27636"/>
          <ac:spMkLst>
            <pc:docMk/>
            <pc:sldMk cId="2546317959" sldId="457"/>
            <ac:spMk id="2" creationId="{90956A1C-7CCC-5133-5E54-A2CC56CC4639}"/>
          </ac:spMkLst>
        </pc:spChg>
        <pc:spChg chg="mod">
          <ac:chgData name="Rajarajeshwari S" userId="e4d90711455572c4" providerId="LiveId" clId="{CCD4E902-00B9-4B30-B952-A9A7A2B9871A}" dt="2026-02-19T07:01:46.366" v="3080" actId="20577"/>
          <ac:spMkLst>
            <pc:docMk/>
            <pc:sldMk cId="2546317959" sldId="457"/>
            <ac:spMk id="3" creationId="{C431B0AB-EED4-FA8D-7291-D4D935AA3D4A}"/>
          </ac:spMkLst>
        </pc:spChg>
      </pc:sldChg>
      <pc:sldChg chg="modSp new mod">
        <pc:chgData name="Rajarajeshwari S" userId="e4d90711455572c4" providerId="LiveId" clId="{CCD4E902-00B9-4B30-B952-A9A7A2B9871A}" dt="2026-02-19T07:01:58.844" v="3084" actId="14100"/>
        <pc:sldMkLst>
          <pc:docMk/>
          <pc:sldMk cId="2088691040" sldId="458"/>
        </pc:sldMkLst>
        <pc:spChg chg="mod">
          <ac:chgData name="Rajarajeshwari S" userId="e4d90711455572c4" providerId="LiveId" clId="{CCD4E902-00B9-4B30-B952-A9A7A2B9871A}" dt="2026-02-19T07:01:56.941" v="3083" actId="27636"/>
          <ac:spMkLst>
            <pc:docMk/>
            <pc:sldMk cId="2088691040" sldId="458"/>
            <ac:spMk id="2" creationId="{B9A20A81-4763-46D6-FE01-95179914A280}"/>
          </ac:spMkLst>
        </pc:spChg>
        <pc:spChg chg="mod">
          <ac:chgData name="Rajarajeshwari S" userId="e4d90711455572c4" providerId="LiveId" clId="{CCD4E902-00B9-4B30-B952-A9A7A2B9871A}" dt="2026-02-19T07:01:58.844" v="3084" actId="14100"/>
          <ac:spMkLst>
            <pc:docMk/>
            <pc:sldMk cId="2088691040" sldId="458"/>
            <ac:spMk id="3" creationId="{2BC1F228-DF54-4632-6755-B80901A1CB1C}"/>
          </ac:spMkLst>
        </pc:spChg>
      </pc:sldChg>
      <pc:sldChg chg="addSp modSp new">
        <pc:chgData name="Rajarajeshwari S" userId="e4d90711455572c4" providerId="LiveId" clId="{CCD4E902-00B9-4B30-B952-A9A7A2B9871A}" dt="2026-02-19T07:02:09.712" v="3087" actId="27636"/>
        <pc:sldMkLst>
          <pc:docMk/>
          <pc:sldMk cId="2169889937" sldId="459"/>
        </pc:sldMkLst>
        <pc:picChg chg="add mod">
          <ac:chgData name="Rajarajeshwari S" userId="e4d90711455572c4" providerId="LiveId" clId="{CCD4E902-00B9-4B30-B952-A9A7A2B9871A}" dt="2026-02-19T07:02:09.712" v="3087" actId="27636"/>
          <ac:picMkLst>
            <pc:docMk/>
            <pc:sldMk cId="2169889937" sldId="459"/>
            <ac:picMk id="20482" creationId="{63632BF9-4DE2-45CA-523C-280807DC276F}"/>
          </ac:picMkLst>
        </pc:picChg>
      </pc:sldChg>
      <pc:sldChg chg="modSp new mod">
        <pc:chgData name="Rajarajeshwari S" userId="e4d90711455572c4" providerId="LiveId" clId="{CCD4E902-00B9-4B30-B952-A9A7A2B9871A}" dt="2026-02-19T07:02:37.366" v="3090" actId="27636"/>
        <pc:sldMkLst>
          <pc:docMk/>
          <pc:sldMk cId="3203217084" sldId="460"/>
        </pc:sldMkLst>
        <pc:spChg chg="mod">
          <ac:chgData name="Rajarajeshwari S" userId="e4d90711455572c4" providerId="LiveId" clId="{CCD4E902-00B9-4B30-B952-A9A7A2B9871A}" dt="2026-02-19T07:02:37.366" v="3090" actId="27636"/>
          <ac:spMkLst>
            <pc:docMk/>
            <pc:sldMk cId="3203217084" sldId="460"/>
            <ac:spMk id="2" creationId="{52AF3336-8C8A-77F9-7731-C170E8DA0993}"/>
          </ac:spMkLst>
        </pc:spChg>
        <pc:spChg chg="mod">
          <ac:chgData name="Rajarajeshwari S" userId="e4d90711455572c4" providerId="LiveId" clId="{CCD4E902-00B9-4B30-B952-A9A7A2B9871A}" dt="2026-02-19T07:02:37.330" v="3089"/>
          <ac:spMkLst>
            <pc:docMk/>
            <pc:sldMk cId="3203217084" sldId="460"/>
            <ac:spMk id="3" creationId="{4041C597-9FFD-EA5E-07F1-73E03F4B9702}"/>
          </ac:spMkLst>
        </pc:spChg>
      </pc:sldChg>
      <pc:sldChg chg="addSp delSp modSp new mod">
        <pc:chgData name="Rajarajeshwari S" userId="e4d90711455572c4" providerId="LiveId" clId="{CCD4E902-00B9-4B30-B952-A9A7A2B9871A}" dt="2026-02-19T07:05:41.575" v="3102" actId="14734"/>
        <pc:sldMkLst>
          <pc:docMk/>
          <pc:sldMk cId="1877099453" sldId="461"/>
        </pc:sldMkLst>
        <pc:spChg chg="mod">
          <ac:chgData name="Rajarajeshwari S" userId="e4d90711455572c4" providerId="LiveId" clId="{CCD4E902-00B9-4B30-B952-A9A7A2B9871A}" dt="2026-02-19T07:05:36.978" v="3101" actId="20577"/>
          <ac:spMkLst>
            <pc:docMk/>
            <pc:sldMk cId="1877099453" sldId="461"/>
            <ac:spMk id="2" creationId="{6216F0BE-92B1-AD03-E292-E3B6F7A5FB43}"/>
          </ac:spMkLst>
        </pc:spChg>
        <pc:spChg chg="del">
          <ac:chgData name="Rajarajeshwari S" userId="e4d90711455572c4" providerId="LiveId" clId="{CCD4E902-00B9-4B30-B952-A9A7A2B9871A}" dt="2026-02-19T07:04:58.930" v="3092"/>
          <ac:spMkLst>
            <pc:docMk/>
            <pc:sldMk cId="1877099453" sldId="461"/>
            <ac:spMk id="3" creationId="{139CA32B-A991-3BE1-8C45-7C570DB92E28}"/>
          </ac:spMkLst>
        </pc:spChg>
        <pc:spChg chg="add del mod">
          <ac:chgData name="Rajarajeshwari S" userId="e4d90711455572c4" providerId="LiveId" clId="{CCD4E902-00B9-4B30-B952-A9A7A2B9871A}" dt="2026-02-19T07:05:33.789" v="3100" actId="478"/>
          <ac:spMkLst>
            <pc:docMk/>
            <pc:sldMk cId="1877099453" sldId="461"/>
            <ac:spMk id="5" creationId="{312A2FB1-1098-496C-1B53-46C8809B1551}"/>
          </ac:spMkLst>
        </pc:spChg>
        <pc:graphicFrameChg chg="add mod modGraphic">
          <ac:chgData name="Rajarajeshwari S" userId="e4d90711455572c4" providerId="LiveId" clId="{CCD4E902-00B9-4B30-B952-A9A7A2B9871A}" dt="2026-02-19T07:05:41.575" v="3102" actId="14734"/>
          <ac:graphicFrameMkLst>
            <pc:docMk/>
            <pc:sldMk cId="1877099453" sldId="461"/>
            <ac:graphicFrameMk id="4" creationId="{B6DC6EEC-1A03-EB34-F711-A1D8AD9B574D}"/>
          </ac:graphicFrameMkLst>
        </pc:graphicFrameChg>
        <pc:picChg chg="add">
          <ac:chgData name="Rajarajeshwari S" userId="e4d90711455572c4" providerId="LiveId" clId="{CCD4E902-00B9-4B30-B952-A9A7A2B9871A}" dt="2026-02-19T07:05:18.835" v="3096"/>
          <ac:picMkLst>
            <pc:docMk/>
            <pc:sldMk cId="1877099453" sldId="461"/>
            <ac:picMk id="6" creationId="{00700FD5-5E7E-C529-FAF9-733B2292457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367880-2DA9-4115-9868-BB222F67D15D}" type="datetimeFigureOut">
              <a:rPr lang="en-IN" smtClean="0"/>
              <a:t>25-04-2026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1EF322-DE0A-4F8B-AB01-B8CD358240E9}" type="slidenum">
              <a:rPr lang="en-IN" smtClean="0"/>
              <a:t>‹#›</a:t>
            </a:fld>
            <a:endParaRPr lang="en-IN"/>
          </a:p>
        </p:txBody>
      </p:sp>
    </p:spTree>
    <p:extLst>
      <p:ext uri="{BB962C8B-B14F-4D97-AF65-F5344CB8AC3E}">
        <p14:creationId xmlns:p14="http://schemas.microsoft.com/office/powerpoint/2010/main" val="1234944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D1EF322-DE0A-4F8B-AB01-B8CD358240E9}" type="slidenum">
              <a:rPr lang="en-IN" smtClean="0"/>
              <a:t>143</a:t>
            </a:fld>
            <a:endParaRPr lang="en-IN"/>
          </a:p>
        </p:txBody>
      </p:sp>
    </p:spTree>
    <p:extLst>
      <p:ext uri="{BB962C8B-B14F-4D97-AF65-F5344CB8AC3E}">
        <p14:creationId xmlns:p14="http://schemas.microsoft.com/office/powerpoint/2010/main" val="3102801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CLS = classification token</a:t>
            </a:r>
          </a:p>
          <a:p>
            <a:r>
              <a:rPr lang="en-IN" dirty="0"/>
              <a:t>Think “Classify the Sentence”</a:t>
            </a:r>
          </a:p>
        </p:txBody>
      </p:sp>
      <p:sp>
        <p:nvSpPr>
          <p:cNvPr id="4" name="Slide Number Placeholder 3"/>
          <p:cNvSpPr>
            <a:spLocks noGrp="1"/>
          </p:cNvSpPr>
          <p:nvPr>
            <p:ph type="sldNum" sz="quarter" idx="5"/>
          </p:nvPr>
        </p:nvSpPr>
        <p:spPr/>
        <p:txBody>
          <a:bodyPr/>
          <a:lstStyle/>
          <a:p>
            <a:fld id="{FD1EF322-DE0A-4F8B-AB01-B8CD358240E9}" type="slidenum">
              <a:rPr lang="en-IN" smtClean="0"/>
              <a:t>182</a:t>
            </a:fld>
            <a:endParaRPr lang="en-IN"/>
          </a:p>
        </p:txBody>
      </p:sp>
    </p:spTree>
    <p:extLst>
      <p:ext uri="{BB962C8B-B14F-4D97-AF65-F5344CB8AC3E}">
        <p14:creationId xmlns:p14="http://schemas.microsoft.com/office/powerpoint/2010/main" val="1079384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ctr">
              <a:lnSpc>
                <a:spcPct val="85000"/>
              </a:lnSpc>
              <a:defRPr sz="6600" b="1" spc="-50" baseline="0">
                <a:solidFill>
                  <a:schemeClr val="tx1">
                    <a:lumMod val="85000"/>
                    <a:lumOff val="15000"/>
                  </a:schemeClr>
                </a:solidFill>
              </a:defRPr>
            </a:lvl1pPr>
          </a:lstStyle>
          <a:p>
            <a:r>
              <a:rPr lang="en-US" dirty="0"/>
              <a:t>Click to edit Master title style</a:t>
            </a:r>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5866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25842" y="370001"/>
            <a:ext cx="10058400" cy="677258"/>
          </a:xfrm>
        </p:spPr>
        <p:txBody>
          <a:bodyPr/>
          <a:lstStyle>
            <a:lvl1pPr marL="0">
              <a:defRPr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1168717" y="1908666"/>
            <a:ext cx="10058400" cy="4217604"/>
          </a:xfrm>
        </p:spPr>
        <p:txBody>
          <a:bodyPr/>
          <a:lstStyle>
            <a:lvl1pPr marL="361950" indent="-361950">
              <a:buFont typeface="Arial" panose="020B0604020202020204" pitchFamily="34" charset="0"/>
              <a:buChar char="•"/>
              <a:defRPr sz="2400">
                <a:solidFill>
                  <a:schemeClr val="tx1"/>
                </a:solidFill>
              </a:defRPr>
            </a:lvl1pPr>
            <a:lvl2pPr marL="542925" indent="-342900">
              <a:buFont typeface="Arial" panose="020B0604020202020204" pitchFamily="34" charset="0"/>
              <a:buChar char="•"/>
              <a:defRPr sz="2400">
                <a:solidFill>
                  <a:schemeClr val="tx1"/>
                </a:solidFill>
              </a:defRPr>
            </a:lvl2pPr>
            <a:lvl3pPr marL="714375" indent="-330200">
              <a:buFont typeface="Arial" panose="020B0604020202020204" pitchFamily="34" charset="0"/>
              <a:buChar char="•"/>
              <a:tabLst>
                <a:tab pos="714375" algn="l"/>
              </a:tabLst>
              <a:defRPr sz="2400">
                <a:solidFill>
                  <a:schemeClr val="tx1"/>
                </a:solidFill>
              </a:defRPr>
            </a:lvl3pPr>
            <a:lvl4pPr marL="895350" indent="-266700">
              <a:buFont typeface="Arial" panose="020B0604020202020204" pitchFamily="34" charset="0"/>
              <a:buChar char="•"/>
              <a:defRPr sz="2400">
                <a:solidFill>
                  <a:schemeClr val="tx1"/>
                </a:solidFill>
              </a:defRPr>
            </a:lvl4pPr>
            <a:lvl5pPr marL="1162050" indent="-352425">
              <a:buFont typeface="Arial" panose="020B0604020202020204" pitchFamily="34" charset="0"/>
              <a:buChar char="•"/>
              <a:defRPr sz="24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r>
              <a:rPr lang="en-US" dirty="0"/>
              <a:t>Dr </a:t>
            </a:r>
            <a:r>
              <a:rPr lang="en-US" dirty="0" err="1"/>
              <a:t>s.rajarajeswari</a:t>
            </a:r>
            <a:endParaRPr lang="en-IN" dirty="0"/>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dirty="0"/>
          </a:p>
        </p:txBody>
      </p:sp>
      <p:sp>
        <p:nvSpPr>
          <p:cNvPr id="8" name="Rectangle 7">
            <a:extLst>
              <a:ext uri="{FF2B5EF4-FFF2-40B4-BE49-F238E27FC236}">
                <a16:creationId xmlns:a16="http://schemas.microsoft.com/office/drawing/2014/main" id="{395C9C08-912F-9753-A37D-05162F3F7943}"/>
              </a:ext>
            </a:extLst>
          </p:cNvPr>
          <p:cNvSpPr/>
          <p:nvPr userDrawn="1"/>
        </p:nvSpPr>
        <p:spPr>
          <a:xfrm>
            <a:off x="1025842" y="1569483"/>
            <a:ext cx="10563225" cy="172425"/>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xnSp>
        <p:nvCxnSpPr>
          <p:cNvPr id="10" name="Straight Connector 9">
            <a:extLst>
              <a:ext uri="{FF2B5EF4-FFF2-40B4-BE49-F238E27FC236}">
                <a16:creationId xmlns:a16="http://schemas.microsoft.com/office/drawing/2014/main" id="{EB51CC6F-C1BB-D139-AAC2-815E43055820}"/>
              </a:ext>
            </a:extLst>
          </p:cNvPr>
          <p:cNvCxnSpPr/>
          <p:nvPr userDrawn="1"/>
        </p:nvCxnSpPr>
        <p:spPr>
          <a:xfrm>
            <a:off x="1025842" y="1295400"/>
            <a:ext cx="10201275"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9069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768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22B3854-2F0D-42E5-836C-999B4016D793}"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1637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22B3854-2F0D-42E5-836C-999B4016D793}" type="datetimeFigureOut">
              <a:rPr lang="en-IN" smtClean="0"/>
              <a:t>25-04-2026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3274094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22B3854-2F0D-42E5-836C-999B4016D793}" type="datetimeFigureOut">
              <a:rPr lang="en-IN" smtClean="0"/>
              <a:t>25-04-2026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74157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22B3854-2F0D-42E5-836C-999B4016D793}" type="datetimeFigureOut">
              <a:rPr lang="en-IN" smtClean="0"/>
              <a:t>25-04-2026</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1433324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D22B3854-2F0D-42E5-836C-999B4016D793}" type="datetimeFigureOut">
              <a:rPr lang="en-IN" smtClean="0"/>
              <a:t>25-04-2026</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518325E4-7E4B-49F6-9E1B-931F0BCB2F99}" type="slidenum">
              <a:rPr lang="en-IN" smtClean="0"/>
              <a:t>‹#›</a:t>
            </a:fld>
            <a:endParaRPr lang="en-IN"/>
          </a:p>
        </p:txBody>
      </p:sp>
    </p:spTree>
    <p:extLst>
      <p:ext uri="{BB962C8B-B14F-4D97-AF65-F5344CB8AC3E}">
        <p14:creationId xmlns:p14="http://schemas.microsoft.com/office/powerpoint/2010/main" val="3763885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22B3854-2F0D-42E5-836C-999B4016D793}" type="datetimeFigureOut">
              <a:rPr lang="en-IN" smtClean="0"/>
              <a:t>25-04-2026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530577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24218006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22B3854-2F0D-42E5-836C-999B4016D793}" type="datetimeFigureOut">
              <a:rPr lang="en-IN" smtClean="0"/>
              <a:t>25-04-2026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18325E4-7E4B-49F6-9E1B-931F0BCB2F99}" type="slidenum">
              <a:rPr lang="en-IN" smtClean="0"/>
              <a:t>‹#›</a:t>
            </a:fld>
            <a:endParaRPr lang="en-IN"/>
          </a:p>
        </p:txBody>
      </p:sp>
    </p:spTree>
    <p:extLst>
      <p:ext uri="{BB962C8B-B14F-4D97-AF65-F5344CB8AC3E}">
        <p14:creationId xmlns:p14="http://schemas.microsoft.com/office/powerpoint/2010/main" val="42034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D22B3854-2F0D-42E5-836C-999B4016D793}" type="datetimeFigureOut">
              <a:rPr lang="en-IN" smtClean="0"/>
              <a:t>25-04-2026</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518325E4-7E4B-49F6-9E1B-931F0BCB2F99}"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653249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analyticsvidhya.com/blog/2018/03/text-generation-using-python-nlp/" TargetMode="External"/><Relationship Id="rId2" Type="http://schemas.openxmlformats.org/officeDocument/2006/relationships/hyperlink" Target="https://www.analyticsvidhya.com/blog/2017/01/ultimate-guide-to-understand-implement-natural-language-processing-codes-in-python/"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analyticsvidhya.com/blog/2021/04/activation-functions-and-their-derivatives-a-quick-complete-guid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analyticsvidhya.com/blog/2021/12/whats-happening-in-backpropagation/"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analyticsvidhya.com/blog/2021/03/introduction-to-long-short-term-memory-lstm/"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www.analyticsvidhya.com/blog/2018/10/predicting-stock-price-machine-learningnd-deep-learning-techniques-python/"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analyticsvidhya.com/blog/2022/05/an-end-to-end-guide-on-anomaly-detection/" TargetMode="External"/><Relationship Id="rId2" Type="http://schemas.openxmlformats.org/officeDocument/2006/relationships/hyperlink" Target="https://www.analyticsvidhya.com/blog/2023/08/generative-ai-music-generators/#:~:text=AI%20Music%20Generation%20is%20the,composed%2C%20produced%2C%20and%20enjoyed." TargetMode="External"/><Relationship Id="rId1" Type="http://schemas.openxmlformats.org/officeDocument/2006/relationships/slideLayout" Target="../slideLayouts/slideLayout2.xml"/><Relationship Id="rId4" Type="http://schemas.openxmlformats.org/officeDocument/2006/relationships/hyperlink" Target="https://www.analyticsvidhya.com/blog/2021/06/nlp-sentiment-analysis/"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hyperlink" Target="https://arxiv.org/abs/1409.0473"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hyperlink" Target="https://www.geeksforgeeks.org/nlp/self-attention-in-nlp/" TargetMode="Externa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40.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hyperlink" Target="https://www.geeksforgeeks.org/machine-learning/activation-functions-neural-networks/" TargetMode="Externa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hyperlink" Target="https://www.geeksforgeeks.org/machine-learning/backpropagation-in-neural-network/" TargetMode="Externa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hyperlink" Target="https://developer.ibm.com/articles/generative-adversarial-networks-explained/" TargetMode="Externa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hyperlink" Target="https://www.geeksforgeeks.org/nlp/self-attention-in-nlp/" TargetMode="External"/><Relationship Id="rId2" Type="http://schemas.openxmlformats.org/officeDocument/2006/relationships/hyperlink" Target="https://www.geeksforgeeks.org/machine-learning/getting-started-with-transformers/" TargetMode="External"/><Relationship Id="rId1" Type="http://schemas.openxmlformats.org/officeDocument/2006/relationships/slideLayout" Target="../slideLayouts/slideLayout2.xml"/><Relationship Id="rId4" Type="http://schemas.openxmlformats.org/officeDocument/2006/relationships/hyperlink" Target="https://www.geeksforgeeks.org/nlp/encoder-decoder-models/" TargetMode="External"/></Relationships>
</file>

<file path=ppt/slides/_rels/slide169.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3" Type="http://schemas.openxmlformats.org/officeDocument/2006/relationships/hyperlink" Target="https://www.geeksforgeeks.org/nlp/word-embeddings-in-nlp/" TargetMode="External"/><Relationship Id="rId2" Type="http://schemas.openxmlformats.org/officeDocument/2006/relationships/hyperlink" Target="https://www.geeksforgeeks.org/nlp/what-is-tokenization/" TargetMode="External"/><Relationship Id="rId1" Type="http://schemas.openxmlformats.org/officeDocument/2006/relationships/slideLayout" Target="../slideLayouts/slideLayout2.xml"/><Relationship Id="rId4" Type="http://schemas.openxmlformats.org/officeDocument/2006/relationships/hyperlink" Target="https://www.geeksforgeeks.org/nlp/positional-encoding-in-transformers/" TargetMode="Externa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2" Type="http://schemas.openxmlformats.org/officeDocument/2006/relationships/hyperlink" Target="https://www.analyticsvidhya.com/blog/2023/06/step-by-step-bert-implementation-guide/" TargetMode="External"/><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hyperlink" Target="https://www.analyticsvidhya.com/blog/2022/11/comprehensive-guide-to-bert/" TargetMode="External"/><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hyperlink" Target="https://cdn.analyticsvidhya.com/wp-content/uploads/2019/09/language_model.png" TargetMode="External"/><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hyperlink" Target="https://www.analyticsvidhya.com/blog/2017/12/introduction-computational-linguistics-dependency-trees/?utm_source=blog&amp;utm_medium=demystifying-bert-groundbreaking-nlp-framework" TargetMode="External"/><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8" Type="http://schemas.openxmlformats.org/officeDocument/2006/relationships/hyperlink" Target="https://storage.googleapis.com/bert_models/2018_11_03/chinese_L-12_H-768_A-12.zip" TargetMode="External"/><Relationship Id="rId3" Type="http://schemas.openxmlformats.org/officeDocument/2006/relationships/hyperlink" Target="https://storage.googleapis.com/bert_models/2018_10_18/uncased_L-24_H-1024_A-16.zip" TargetMode="External"/><Relationship Id="rId7" Type="http://schemas.openxmlformats.org/officeDocument/2006/relationships/hyperlink" Target="https://storage.googleapis.com/bert_models/2018_11_03/multilingual_L-12_H-768_A-12.zip" TargetMode="External"/><Relationship Id="rId2" Type="http://schemas.openxmlformats.org/officeDocument/2006/relationships/hyperlink" Target="https://storage.googleapis.com/bert_models/2018_10_18/uncased_L-12_H-768_A-12.zip" TargetMode="External"/><Relationship Id="rId1" Type="http://schemas.openxmlformats.org/officeDocument/2006/relationships/slideLayout" Target="../slideLayouts/slideLayout2.xml"/><Relationship Id="rId6" Type="http://schemas.openxmlformats.org/officeDocument/2006/relationships/hyperlink" Target="https://storage.googleapis.com/bert_models/2018_11_23/multi_cased_L-12_H-768_A-12.zip" TargetMode="External"/><Relationship Id="rId5" Type="http://schemas.openxmlformats.org/officeDocument/2006/relationships/hyperlink" Target="https://storage.googleapis.com/bert_models/2018_10_18/cased_L-24_H-1024_A-16.zip" TargetMode="External"/><Relationship Id="rId4" Type="http://schemas.openxmlformats.org/officeDocument/2006/relationships/hyperlink" Target="https://storage.googleapis.com/bert_models/2018_10_18/cased_L-12_H-768_A-12.zip" TargetMode="External"/></Relationships>
</file>

<file path=ppt/slides/_rels/slide201.xml.rels><?xml version="1.0" encoding="UTF-8" standalone="yes"?>
<Relationships xmlns="http://schemas.openxmlformats.org/package/2006/relationships"><Relationship Id="rId3" Type="http://schemas.openxmlformats.org/officeDocument/2006/relationships/hyperlink" Target="https://www.geeksforgeeks.org/deep-learning/what-is-sequence-to-sequence-learning/" TargetMode="External"/><Relationship Id="rId2" Type="http://schemas.openxmlformats.org/officeDocument/2006/relationships/hyperlink" Target="https://dilipkumar.medium.com/sequence-to-sequence-seq2seq-models-37318a342b1d" TargetMode="External"/><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3" Type="http://schemas.openxmlformats.org/officeDocument/2006/relationships/hyperlink" Target="https://www.ibm.com/think/topics/recurrent-neural-networks" TargetMode="External"/><Relationship Id="rId2" Type="http://schemas.openxmlformats.org/officeDocument/2006/relationships/hyperlink" Target="https://www.geeksforgeeks.org/machine-learning/introduction-to-recurrent-neural-network/" TargetMode="External"/><Relationship Id="rId1" Type="http://schemas.openxmlformats.org/officeDocument/2006/relationships/slideLayout" Target="../slideLayouts/slideLayout2.xml"/><Relationship Id="rId5" Type="http://schemas.openxmlformats.org/officeDocument/2006/relationships/hyperlink" Target="https://www.d2l.ai/chapter_recurrent-neural-networks/" TargetMode="External"/><Relationship Id="rId4" Type="http://schemas.openxmlformats.org/officeDocument/2006/relationships/hyperlink" Target="https://www.analyticsvidhya.com/blog/2022/03/a-brief-overview-of-recurrent-neural-networks-rn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30AB0-E2A7-A94E-073C-A411BCE69B37}"/>
              </a:ext>
            </a:extLst>
          </p:cNvPr>
          <p:cNvSpPr>
            <a:spLocks noGrp="1"/>
          </p:cNvSpPr>
          <p:nvPr>
            <p:ph type="ctrTitle"/>
          </p:nvPr>
        </p:nvSpPr>
        <p:spPr>
          <a:xfrm>
            <a:off x="1097280" y="758952"/>
            <a:ext cx="10058400" cy="2797048"/>
          </a:xfrm>
        </p:spPr>
        <p:txBody>
          <a:bodyPr/>
          <a:lstStyle/>
          <a:p>
            <a:pPr algn="ctr"/>
            <a:r>
              <a:rPr lang="en-US" dirty="0"/>
              <a:t>Deep Learning</a:t>
            </a:r>
            <a:br>
              <a:rPr lang="en-US" dirty="0"/>
            </a:br>
            <a:r>
              <a:rPr lang="en-US" sz="6600" b="1" dirty="0"/>
              <a:t>Module 4</a:t>
            </a:r>
            <a:endParaRPr lang="en-IN" sz="6600" b="1" dirty="0"/>
          </a:p>
        </p:txBody>
      </p:sp>
      <p:sp>
        <p:nvSpPr>
          <p:cNvPr id="3" name="Subtitle 2">
            <a:extLst>
              <a:ext uri="{FF2B5EF4-FFF2-40B4-BE49-F238E27FC236}">
                <a16:creationId xmlns:a16="http://schemas.microsoft.com/office/drawing/2014/main" id="{EAF87500-0C3E-CFCE-5683-C0C03EBB0BEB}"/>
              </a:ext>
            </a:extLst>
          </p:cNvPr>
          <p:cNvSpPr>
            <a:spLocks noGrp="1"/>
          </p:cNvSpPr>
          <p:nvPr>
            <p:ph type="subTitle" idx="1"/>
          </p:nvPr>
        </p:nvSpPr>
        <p:spPr/>
        <p:txBody>
          <a:bodyPr/>
          <a:lstStyle/>
          <a:p>
            <a:r>
              <a:rPr lang="en-US" dirty="0"/>
              <a:t>Dr </a:t>
            </a:r>
            <a:r>
              <a:rPr lang="en-US" dirty="0" err="1"/>
              <a:t>S.Rajarajeswari</a:t>
            </a:r>
            <a:endParaRPr lang="en-IN" dirty="0"/>
          </a:p>
        </p:txBody>
      </p:sp>
    </p:spTree>
    <p:extLst>
      <p:ext uri="{BB962C8B-B14F-4D97-AF65-F5344CB8AC3E}">
        <p14:creationId xmlns:p14="http://schemas.microsoft.com/office/powerpoint/2010/main" val="1731249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B5A52-A4CA-6348-68EC-875D54579882}"/>
              </a:ext>
            </a:extLst>
          </p:cNvPr>
          <p:cNvSpPr>
            <a:spLocks noGrp="1"/>
          </p:cNvSpPr>
          <p:nvPr>
            <p:ph type="title"/>
          </p:nvPr>
        </p:nvSpPr>
        <p:spPr/>
        <p:txBody>
          <a:bodyPr>
            <a:normAutofit fontScale="90000"/>
          </a:bodyPr>
          <a:lstStyle/>
          <a:p>
            <a:r>
              <a:rPr lang="en-IN" dirty="0"/>
              <a:t>Recurrent Neural Networks</a:t>
            </a:r>
          </a:p>
        </p:txBody>
      </p:sp>
      <p:sp>
        <p:nvSpPr>
          <p:cNvPr id="3" name="Content Placeholder 2">
            <a:extLst>
              <a:ext uri="{FF2B5EF4-FFF2-40B4-BE49-F238E27FC236}">
                <a16:creationId xmlns:a16="http://schemas.microsoft.com/office/drawing/2014/main" id="{CC697C17-E04F-CA22-6663-543F882B960B}"/>
              </a:ext>
            </a:extLst>
          </p:cNvPr>
          <p:cNvSpPr>
            <a:spLocks noGrp="1"/>
          </p:cNvSpPr>
          <p:nvPr>
            <p:ph idx="1"/>
          </p:nvPr>
        </p:nvSpPr>
        <p:spPr>
          <a:xfrm>
            <a:off x="902042" y="1470454"/>
            <a:ext cx="10923373" cy="4596714"/>
          </a:xfrm>
        </p:spPr>
        <p:txBody>
          <a:bodyPr>
            <a:normAutofit/>
          </a:bodyPr>
          <a:lstStyle/>
          <a:p>
            <a:r>
              <a:rPr lang="en-US" sz="2800" dirty="0"/>
              <a:t>A recurrent neural network or RNN is a deep neural network trained on </a:t>
            </a:r>
            <a:r>
              <a:rPr lang="en-US" sz="2800" b="1" dirty="0"/>
              <a:t>sequential or time series data to </a:t>
            </a:r>
            <a:r>
              <a:rPr lang="en-US" sz="2800" dirty="0"/>
              <a:t>create a machine learning (ML) model that can make sequential predictions or conclusions based on sequential inputs.</a:t>
            </a:r>
          </a:p>
          <a:p>
            <a:r>
              <a:rPr lang="en-US" sz="2800" dirty="0"/>
              <a:t>Recurrent Neural Networks (RNNs) differ from regular neural networks in how they process information.</a:t>
            </a:r>
          </a:p>
          <a:p>
            <a:r>
              <a:rPr lang="en-US" sz="2800" dirty="0"/>
              <a:t> While standard neural networks pass information in one direction i.e. from input to output</a:t>
            </a:r>
            <a:r>
              <a:rPr lang="en-US" sz="2800" b="1" dirty="0"/>
              <a:t>, RNNs feed information back into the network </a:t>
            </a:r>
            <a:r>
              <a:rPr lang="en-US" sz="2800" dirty="0"/>
              <a:t>at each step.</a:t>
            </a:r>
            <a:endParaRPr lang="en-IN" sz="2800" dirty="0"/>
          </a:p>
        </p:txBody>
      </p:sp>
    </p:spTree>
    <p:extLst>
      <p:ext uri="{BB962C8B-B14F-4D97-AF65-F5344CB8AC3E}">
        <p14:creationId xmlns:p14="http://schemas.microsoft.com/office/powerpoint/2010/main" val="34257631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3240F5-1166-700E-5B00-2C630546234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A9E057E-8195-EFE9-1312-2DD28C4D5D58}"/>
              </a:ext>
            </a:extLst>
          </p:cNvPr>
          <p:cNvSpPr>
            <a:spLocks noGrp="1"/>
          </p:cNvSpPr>
          <p:nvPr>
            <p:ph idx="1"/>
          </p:nvPr>
        </p:nvSpPr>
        <p:spPr>
          <a:xfrm>
            <a:off x="518984" y="1272747"/>
            <a:ext cx="10708133" cy="4853524"/>
          </a:xfrm>
        </p:spPr>
        <p:txBody>
          <a:bodyPr>
            <a:normAutofit/>
          </a:bodyPr>
          <a:lstStyle/>
          <a:p>
            <a:r>
              <a:rPr lang="en-US" sz="2800" dirty="0"/>
              <a:t>Recurrent Neural Networks imitate the </a:t>
            </a:r>
            <a:r>
              <a:rPr lang="en-US" sz="2800" b="1" dirty="0"/>
              <a:t>function of the human brain </a:t>
            </a:r>
            <a:r>
              <a:rPr lang="en-US" sz="2800" dirty="0"/>
              <a:t>in the fields of Data science, Artificial intelligence, machine learning, and deep learning, allowing computer programs to recognize patterns and solve common issues.</a:t>
            </a:r>
          </a:p>
          <a:p>
            <a:r>
              <a:rPr lang="en-US" sz="2800" dirty="0"/>
              <a:t>RNNs are a type of neural network </a:t>
            </a:r>
            <a:r>
              <a:rPr lang="en-US" sz="2800" b="1" dirty="0"/>
              <a:t>that can model sequence data</a:t>
            </a:r>
            <a:r>
              <a:rPr lang="en-US" sz="2800" dirty="0"/>
              <a:t>. RNNs, which are formed </a:t>
            </a:r>
            <a:r>
              <a:rPr lang="en-US" sz="2800" b="1" dirty="0"/>
              <a:t>from feedforward networks</a:t>
            </a:r>
            <a:r>
              <a:rPr lang="en-US" sz="2800" dirty="0"/>
              <a:t>, are similar to human brains in their </a:t>
            </a:r>
            <a:r>
              <a:rPr lang="en-US" sz="2800" dirty="0" err="1"/>
              <a:t>behaviour</a:t>
            </a:r>
            <a:r>
              <a:rPr lang="en-US" sz="2800" dirty="0"/>
              <a:t>. </a:t>
            </a:r>
          </a:p>
          <a:p>
            <a:r>
              <a:rPr lang="en-US" sz="2800" dirty="0"/>
              <a:t>Simply said, recurrent neural networks can anticipate sequential data in a way that other algorithms can’t.</a:t>
            </a:r>
            <a:endParaRPr lang="en-IN" sz="2800" dirty="0"/>
          </a:p>
        </p:txBody>
      </p:sp>
    </p:spTree>
    <p:extLst>
      <p:ext uri="{BB962C8B-B14F-4D97-AF65-F5344CB8AC3E}">
        <p14:creationId xmlns:p14="http://schemas.microsoft.com/office/powerpoint/2010/main" val="31975312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45900-162A-AD00-F2BD-307C456FC33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83328D9-66B9-A380-17DA-1A8A1BC6EC90}"/>
              </a:ext>
            </a:extLst>
          </p:cNvPr>
          <p:cNvSpPr>
            <a:spLocks noGrp="1"/>
          </p:cNvSpPr>
          <p:nvPr>
            <p:ph idx="1"/>
          </p:nvPr>
        </p:nvSpPr>
        <p:spPr>
          <a:xfrm>
            <a:off x="630195" y="1606378"/>
            <a:ext cx="10596922" cy="4519892"/>
          </a:xfrm>
        </p:spPr>
        <p:txBody>
          <a:bodyPr/>
          <a:lstStyle/>
          <a:p>
            <a:pPr fontAlgn="base"/>
            <a:r>
              <a:rPr lang="en-US" b="1" dirty="0"/>
              <a:t>Lets understand RNN with a example:</a:t>
            </a:r>
            <a:endParaRPr lang="en-US" dirty="0"/>
          </a:p>
          <a:p>
            <a:pPr fontAlgn="base"/>
            <a:r>
              <a:rPr lang="en-US" dirty="0"/>
              <a:t>Imagine reading a sentence and you try to predict the next word, you don’t rely only on the current word but also remember the words that came before. </a:t>
            </a:r>
          </a:p>
          <a:p>
            <a:pPr fontAlgn="base"/>
            <a:r>
              <a:rPr lang="en-US" dirty="0"/>
              <a:t>RNNs work similarly by “remembering” past information and passing the output from one step as input to the next </a:t>
            </a:r>
            <a:r>
              <a:rPr lang="en-US" dirty="0" err="1"/>
              <a:t>i.e</a:t>
            </a:r>
            <a:r>
              <a:rPr lang="en-US" dirty="0"/>
              <a:t> it considers all the earlier words to choose the most likely next word. </a:t>
            </a:r>
          </a:p>
          <a:p>
            <a:pPr fontAlgn="base"/>
            <a:r>
              <a:rPr lang="en-US" dirty="0"/>
              <a:t>This memory of previous steps helps the network understand context and make better predictions.</a:t>
            </a:r>
          </a:p>
          <a:p>
            <a:endParaRPr lang="en-IN" dirty="0"/>
          </a:p>
        </p:txBody>
      </p:sp>
    </p:spTree>
    <p:extLst>
      <p:ext uri="{BB962C8B-B14F-4D97-AF65-F5344CB8AC3E}">
        <p14:creationId xmlns:p14="http://schemas.microsoft.com/office/powerpoint/2010/main" val="4064113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2045C-23BF-6940-CF45-4C9B25085FB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FDAC26C-D68B-D5E1-050C-437E5C07B1B8}"/>
              </a:ext>
            </a:extLst>
          </p:cNvPr>
          <p:cNvSpPr>
            <a:spLocks noGrp="1"/>
          </p:cNvSpPr>
          <p:nvPr>
            <p:ph idx="1"/>
          </p:nvPr>
        </p:nvSpPr>
        <p:spPr>
          <a:xfrm>
            <a:off x="889686" y="1396314"/>
            <a:ext cx="10337431" cy="4729956"/>
          </a:xfrm>
        </p:spPr>
        <p:txBody>
          <a:bodyPr>
            <a:normAutofit/>
          </a:bodyPr>
          <a:lstStyle/>
          <a:p>
            <a:r>
              <a:rPr lang="en-US" sz="2800" dirty="0"/>
              <a:t>Let’s take an idiom, such as </a:t>
            </a:r>
            <a:r>
              <a:rPr lang="en-US" sz="2800" b="1" dirty="0"/>
              <a:t>“feeling under the weather,” </a:t>
            </a:r>
            <a:r>
              <a:rPr lang="en-US" sz="2800" dirty="0"/>
              <a:t>which is commonly used when someone is ill to aid us in the explanation of RNNs.</a:t>
            </a:r>
          </a:p>
          <a:p>
            <a:r>
              <a:rPr lang="en-US" sz="2800" dirty="0"/>
              <a:t> For the idiom to make sense, it needs to be expressed in that </a:t>
            </a:r>
            <a:r>
              <a:rPr lang="en-US" sz="2800" b="1" dirty="0"/>
              <a:t>specific order</a:t>
            </a:r>
            <a:r>
              <a:rPr lang="en-US" sz="2800" dirty="0"/>
              <a:t>. </a:t>
            </a:r>
          </a:p>
          <a:p>
            <a:r>
              <a:rPr lang="en-US" sz="2800" dirty="0"/>
              <a:t>As a result, </a:t>
            </a:r>
            <a:r>
              <a:rPr lang="en-US" sz="2800" b="1" dirty="0"/>
              <a:t>recurrent networks need to account for the position of each word in the idiom</a:t>
            </a:r>
            <a:r>
              <a:rPr lang="en-US" sz="2800" dirty="0"/>
              <a:t>, and they use that information to predict the next word in the sequence.</a:t>
            </a:r>
            <a:endParaRPr lang="en-IN" sz="2800" dirty="0"/>
          </a:p>
        </p:txBody>
      </p:sp>
    </p:spTree>
    <p:extLst>
      <p:ext uri="{BB962C8B-B14F-4D97-AF65-F5344CB8AC3E}">
        <p14:creationId xmlns:p14="http://schemas.microsoft.com/office/powerpoint/2010/main" val="2231646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3A9BF-CFF1-8555-5750-3F6A0BF4142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AE322EE-4381-7A3B-F52A-6ED2E234757A}"/>
              </a:ext>
            </a:extLst>
          </p:cNvPr>
          <p:cNvSpPr>
            <a:spLocks noGrp="1"/>
          </p:cNvSpPr>
          <p:nvPr>
            <p:ph idx="1"/>
          </p:nvPr>
        </p:nvSpPr>
        <p:spPr>
          <a:xfrm>
            <a:off x="370702" y="1396314"/>
            <a:ext cx="11380573" cy="4729956"/>
          </a:xfrm>
        </p:spPr>
        <p:txBody>
          <a:bodyPr/>
          <a:lstStyle/>
          <a:p>
            <a:r>
              <a:rPr lang="en-US" dirty="0"/>
              <a:t>Each word in the phrase </a:t>
            </a:r>
            <a:r>
              <a:rPr lang="en-US" b="1" dirty="0"/>
              <a:t>"feeling under the weather</a:t>
            </a:r>
            <a:r>
              <a:rPr lang="en-US" dirty="0"/>
              <a:t>" is part of a sequence, where the order matters.</a:t>
            </a:r>
          </a:p>
          <a:p>
            <a:r>
              <a:rPr lang="en-US" dirty="0"/>
              <a:t> The RNN tracks the context by maintaining a hidden state at each time step. A feedback loop is created by passing the hidden state from one-time step to the next. </a:t>
            </a:r>
          </a:p>
          <a:p>
            <a:r>
              <a:rPr lang="en-US" dirty="0"/>
              <a:t>The </a:t>
            </a:r>
            <a:r>
              <a:rPr lang="en-US" b="1" dirty="0"/>
              <a:t>hidden state acts as a memory </a:t>
            </a:r>
            <a:r>
              <a:rPr lang="en-US" dirty="0"/>
              <a:t>that stores information about previous inputs.</a:t>
            </a:r>
          </a:p>
          <a:p>
            <a:r>
              <a:rPr lang="en-US" dirty="0"/>
              <a:t> At each time step, the RNN processes the current input (for example, a word in a sentence) along with the hidden state from the previous time step. </a:t>
            </a:r>
          </a:p>
          <a:p>
            <a:r>
              <a:rPr lang="en-US" dirty="0"/>
              <a:t>This allows the RNN to "remember" previous data points and use that information to influence the current output.</a:t>
            </a:r>
            <a:endParaRPr lang="en-IN" dirty="0"/>
          </a:p>
        </p:txBody>
      </p:sp>
    </p:spTree>
    <p:extLst>
      <p:ext uri="{BB962C8B-B14F-4D97-AF65-F5344CB8AC3E}">
        <p14:creationId xmlns:p14="http://schemas.microsoft.com/office/powerpoint/2010/main" val="28872450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2A935-C343-F3FE-6660-6F6B1E5C66D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A3780C4-CCA5-032A-1893-8DEBCBE2913E}"/>
              </a:ext>
            </a:extLst>
          </p:cNvPr>
          <p:cNvSpPr>
            <a:spLocks noGrp="1"/>
          </p:cNvSpPr>
          <p:nvPr>
            <p:ph idx="1"/>
          </p:nvPr>
        </p:nvSpPr>
        <p:spPr/>
        <p:txBody>
          <a:bodyPr/>
          <a:lstStyle/>
          <a:p>
            <a:endParaRPr lang="en-IN"/>
          </a:p>
        </p:txBody>
      </p:sp>
      <p:pic>
        <p:nvPicPr>
          <p:cNvPr id="1026" name="Picture 2" descr="Recurrent Neural Networks (RNNs) - Studyopedia">
            <a:extLst>
              <a:ext uri="{FF2B5EF4-FFF2-40B4-BE49-F238E27FC236}">
                <a16:creationId xmlns:a16="http://schemas.microsoft.com/office/drawing/2014/main" id="{EDC0C654-98EE-7163-7DA5-69B232C468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86560" y="1280160"/>
            <a:ext cx="8570470" cy="4743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3475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C8E66-2633-60ED-959A-17FF6BD63435}"/>
              </a:ext>
            </a:extLst>
          </p:cNvPr>
          <p:cNvSpPr>
            <a:spLocks noGrp="1"/>
          </p:cNvSpPr>
          <p:nvPr>
            <p:ph type="title"/>
          </p:nvPr>
        </p:nvSpPr>
        <p:spPr/>
        <p:txBody>
          <a:bodyPr>
            <a:normAutofit fontScale="90000"/>
          </a:bodyPr>
          <a:lstStyle/>
          <a:p>
            <a:endParaRPr lang="en-IN"/>
          </a:p>
        </p:txBody>
      </p:sp>
      <p:pic>
        <p:nvPicPr>
          <p:cNvPr id="5" name="Content Placeholder 4">
            <a:extLst>
              <a:ext uri="{FF2B5EF4-FFF2-40B4-BE49-F238E27FC236}">
                <a16:creationId xmlns:a16="http://schemas.microsoft.com/office/drawing/2014/main" id="{C12A979F-D7BF-BF09-77B1-D1E9E875D429}"/>
              </a:ext>
            </a:extLst>
          </p:cNvPr>
          <p:cNvPicPr>
            <a:picLocks noGrp="1" noChangeAspect="1"/>
          </p:cNvPicPr>
          <p:nvPr>
            <p:ph idx="1"/>
          </p:nvPr>
        </p:nvPicPr>
        <p:blipFill>
          <a:blip r:embed="rId2"/>
          <a:stretch>
            <a:fillRect/>
          </a:stretch>
        </p:blipFill>
        <p:spPr>
          <a:xfrm>
            <a:off x="772040" y="1971040"/>
            <a:ext cx="10647920" cy="3205321"/>
          </a:xfrm>
          <a:prstGeom prst="rect">
            <a:avLst/>
          </a:prstGeom>
        </p:spPr>
      </p:pic>
    </p:spTree>
    <p:extLst>
      <p:ext uri="{BB962C8B-B14F-4D97-AF65-F5344CB8AC3E}">
        <p14:creationId xmlns:p14="http://schemas.microsoft.com/office/powerpoint/2010/main" val="2744365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AAAE1-CE7F-A996-FA42-D27156C99686}"/>
              </a:ext>
            </a:extLst>
          </p:cNvPr>
          <p:cNvSpPr>
            <a:spLocks noGrp="1"/>
          </p:cNvSpPr>
          <p:nvPr>
            <p:ph type="title"/>
          </p:nvPr>
        </p:nvSpPr>
        <p:spPr/>
        <p:txBody>
          <a:bodyPr>
            <a:normAutofit fontScale="90000"/>
          </a:bodyPr>
          <a:lstStyle/>
          <a:p>
            <a:r>
              <a:rPr lang="en-IN" dirty="0"/>
              <a:t>Key Components of RNNs</a:t>
            </a:r>
          </a:p>
        </p:txBody>
      </p:sp>
      <p:sp>
        <p:nvSpPr>
          <p:cNvPr id="3" name="Content Placeholder 2">
            <a:extLst>
              <a:ext uri="{FF2B5EF4-FFF2-40B4-BE49-F238E27FC236}">
                <a16:creationId xmlns:a16="http://schemas.microsoft.com/office/drawing/2014/main" id="{C436A4B4-26C6-02C2-B00B-D36862368B74}"/>
              </a:ext>
            </a:extLst>
          </p:cNvPr>
          <p:cNvSpPr>
            <a:spLocks noGrp="1"/>
          </p:cNvSpPr>
          <p:nvPr>
            <p:ph idx="1"/>
          </p:nvPr>
        </p:nvSpPr>
        <p:spPr>
          <a:xfrm>
            <a:off x="704335" y="1371600"/>
            <a:ext cx="8155460" cy="4754670"/>
          </a:xfrm>
        </p:spPr>
        <p:txBody>
          <a:bodyPr>
            <a:normAutofit/>
          </a:bodyPr>
          <a:lstStyle/>
          <a:p>
            <a:pPr fontAlgn="base"/>
            <a:r>
              <a:rPr lang="en-US" sz="2800" b="1" dirty="0"/>
              <a:t>1. Recurrent Neurons</a:t>
            </a:r>
          </a:p>
          <a:p>
            <a:pPr fontAlgn="base"/>
            <a:r>
              <a:rPr lang="en-US" sz="2800" dirty="0"/>
              <a:t>The fundamental processing unit in RNN is a Recurrent Unit</a:t>
            </a:r>
            <a:r>
              <a:rPr lang="en-US" sz="2800" b="1" dirty="0"/>
              <a:t>.</a:t>
            </a:r>
            <a:r>
              <a:rPr lang="en-US" sz="2800" dirty="0"/>
              <a:t> </a:t>
            </a:r>
          </a:p>
          <a:p>
            <a:pPr fontAlgn="base"/>
            <a:r>
              <a:rPr lang="en-US" sz="2800" dirty="0"/>
              <a:t>They hold a hidden state that maintains information about previous inputs in a sequence.</a:t>
            </a:r>
          </a:p>
          <a:p>
            <a:pPr fontAlgn="base"/>
            <a:r>
              <a:rPr lang="en-US" sz="2800" dirty="0"/>
              <a:t> Recurrent units can </a:t>
            </a:r>
            <a:r>
              <a:rPr lang="en-US" sz="2800" b="1" dirty="0"/>
              <a:t>"remember" information from prior steps by feeding back their hidden state</a:t>
            </a:r>
            <a:r>
              <a:rPr lang="en-US" sz="2800" dirty="0"/>
              <a:t>, allowing them to capture dependencies across time.</a:t>
            </a:r>
          </a:p>
          <a:p>
            <a:endParaRPr lang="en-IN" sz="2800" dirty="0"/>
          </a:p>
        </p:txBody>
      </p:sp>
      <p:pic>
        <p:nvPicPr>
          <p:cNvPr id="5" name="Picture 4">
            <a:extLst>
              <a:ext uri="{FF2B5EF4-FFF2-40B4-BE49-F238E27FC236}">
                <a16:creationId xmlns:a16="http://schemas.microsoft.com/office/drawing/2014/main" id="{AF5B830B-98AB-BACD-4452-E9E6C930E1D4}"/>
              </a:ext>
            </a:extLst>
          </p:cNvPr>
          <p:cNvPicPr>
            <a:picLocks noChangeAspect="1"/>
          </p:cNvPicPr>
          <p:nvPr/>
        </p:nvPicPr>
        <p:blipFill>
          <a:blip r:embed="rId2"/>
          <a:stretch>
            <a:fillRect/>
          </a:stretch>
        </p:blipFill>
        <p:spPr>
          <a:xfrm>
            <a:off x="9211190" y="2100262"/>
            <a:ext cx="2276475" cy="2657475"/>
          </a:xfrm>
          <a:prstGeom prst="rect">
            <a:avLst/>
          </a:prstGeom>
        </p:spPr>
      </p:pic>
    </p:spTree>
    <p:extLst>
      <p:ext uri="{BB962C8B-B14F-4D97-AF65-F5344CB8AC3E}">
        <p14:creationId xmlns:p14="http://schemas.microsoft.com/office/powerpoint/2010/main" val="4258377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59B40-37DA-AB31-B042-E99EECDA618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8F6A685-AD94-6872-F33F-D274F79FBF57}"/>
              </a:ext>
            </a:extLst>
          </p:cNvPr>
          <p:cNvSpPr>
            <a:spLocks noGrp="1"/>
          </p:cNvSpPr>
          <p:nvPr>
            <p:ph idx="1"/>
          </p:nvPr>
        </p:nvSpPr>
        <p:spPr>
          <a:xfrm>
            <a:off x="407774" y="1532238"/>
            <a:ext cx="10856942" cy="4594032"/>
          </a:xfrm>
        </p:spPr>
        <p:txBody>
          <a:bodyPr>
            <a:normAutofit/>
          </a:bodyPr>
          <a:lstStyle/>
          <a:p>
            <a:r>
              <a:rPr lang="en-IN" sz="2800" b="1" dirty="0"/>
              <a:t>2. RNN Unfolding</a:t>
            </a:r>
          </a:p>
          <a:p>
            <a:r>
              <a:rPr lang="en-US" sz="2800" dirty="0"/>
              <a:t>RNN unfolding or unrolling is the process of expanding the recurrent structure over time steps.</a:t>
            </a:r>
          </a:p>
          <a:p>
            <a:r>
              <a:rPr lang="en-US" sz="2800" dirty="0"/>
              <a:t> During unfolding each step of the sequence is represented as a </a:t>
            </a:r>
            <a:r>
              <a:rPr lang="en-US" sz="2800" b="1" dirty="0"/>
              <a:t>separate layer in a series </a:t>
            </a:r>
            <a:r>
              <a:rPr lang="en-US" sz="2800" dirty="0"/>
              <a:t>illustrating how information flows across each time step.</a:t>
            </a:r>
          </a:p>
          <a:p>
            <a:r>
              <a:rPr lang="en-US" sz="2800" dirty="0"/>
              <a:t>This unrolling enables </a:t>
            </a:r>
            <a:r>
              <a:rPr lang="en-US" sz="2800" b="1" dirty="0"/>
              <a:t>backpropagation through time (BPTT) </a:t>
            </a:r>
            <a:r>
              <a:rPr lang="en-US" sz="2800" dirty="0"/>
              <a:t>a learning process where errors are propagated across time steps to adjust the network’s weights enhancing the RNN’s ability to learn dependencies within sequential data.</a:t>
            </a:r>
            <a:endParaRPr lang="en-IN" sz="2800" dirty="0"/>
          </a:p>
        </p:txBody>
      </p:sp>
    </p:spTree>
    <p:extLst>
      <p:ext uri="{BB962C8B-B14F-4D97-AF65-F5344CB8AC3E}">
        <p14:creationId xmlns:p14="http://schemas.microsoft.com/office/powerpoint/2010/main" val="36029746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4E6D-8E3C-FF7E-9F2E-3EAA8FFC787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AEBEC56-767A-2E60-16A7-311D1940AF47}"/>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30C3BE3E-B879-4BD8-5323-97A2853FC4DA}"/>
              </a:ext>
            </a:extLst>
          </p:cNvPr>
          <p:cNvPicPr>
            <a:picLocks noChangeAspect="1"/>
          </p:cNvPicPr>
          <p:nvPr/>
        </p:nvPicPr>
        <p:blipFill>
          <a:blip r:embed="rId2"/>
          <a:stretch>
            <a:fillRect/>
          </a:stretch>
        </p:blipFill>
        <p:spPr>
          <a:xfrm>
            <a:off x="1310357" y="1885950"/>
            <a:ext cx="9995817" cy="2960370"/>
          </a:xfrm>
          <a:prstGeom prst="rect">
            <a:avLst/>
          </a:prstGeom>
        </p:spPr>
      </p:pic>
    </p:spTree>
    <p:extLst>
      <p:ext uri="{BB962C8B-B14F-4D97-AF65-F5344CB8AC3E}">
        <p14:creationId xmlns:p14="http://schemas.microsoft.com/office/powerpoint/2010/main" val="1343079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9A3AF-B5D5-0F1D-25CE-6F9A7CB4EEF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2236E59-E666-51D8-663D-F7018B285D91}"/>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BCB423B-7014-C68B-5F2D-E8D57DFCC1F5}"/>
              </a:ext>
            </a:extLst>
          </p:cNvPr>
          <p:cNvPicPr>
            <a:picLocks noChangeAspect="1"/>
          </p:cNvPicPr>
          <p:nvPr/>
        </p:nvPicPr>
        <p:blipFill>
          <a:blip r:embed="rId2"/>
          <a:stretch>
            <a:fillRect/>
          </a:stretch>
        </p:blipFill>
        <p:spPr>
          <a:xfrm>
            <a:off x="1729945" y="2100262"/>
            <a:ext cx="8971005" cy="3985526"/>
          </a:xfrm>
          <a:prstGeom prst="rect">
            <a:avLst/>
          </a:prstGeom>
        </p:spPr>
      </p:pic>
    </p:spTree>
    <p:extLst>
      <p:ext uri="{BB962C8B-B14F-4D97-AF65-F5344CB8AC3E}">
        <p14:creationId xmlns:p14="http://schemas.microsoft.com/office/powerpoint/2010/main" val="3688962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B0532-067B-5CEB-FFE2-8D4324B0F7E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276C903-2E91-EC75-5019-EE99BBAB2A0C}"/>
              </a:ext>
            </a:extLst>
          </p:cNvPr>
          <p:cNvSpPr>
            <a:spLocks noGrp="1"/>
          </p:cNvSpPr>
          <p:nvPr>
            <p:ph idx="1"/>
          </p:nvPr>
        </p:nvSpPr>
        <p:spPr/>
        <p:txBody>
          <a:bodyPr/>
          <a:lstStyle/>
          <a:p>
            <a:r>
              <a:rPr lang="en-US" b="1" dirty="0"/>
              <a:t>Why RNN?</a:t>
            </a:r>
          </a:p>
          <a:p>
            <a:r>
              <a:rPr lang="en-US" dirty="0"/>
              <a:t>Many problems depend on </a:t>
            </a:r>
            <a:r>
              <a:rPr lang="en-US" b="1" dirty="0"/>
              <a:t>order and time</a:t>
            </a:r>
            <a:r>
              <a:rPr lang="en-US" dirty="0"/>
              <a:t>:</a:t>
            </a:r>
          </a:p>
          <a:p>
            <a:r>
              <a:rPr lang="en-US" dirty="0"/>
              <a:t>Text, speech, language</a:t>
            </a:r>
          </a:p>
          <a:p>
            <a:r>
              <a:rPr lang="en-US" dirty="0"/>
              <a:t>Time-series data</a:t>
            </a:r>
          </a:p>
          <a:p>
            <a:r>
              <a:rPr lang="en-US" dirty="0"/>
              <a:t>Video frames</a:t>
            </a:r>
          </a:p>
          <a:p>
            <a:r>
              <a:rPr lang="en-US" dirty="0"/>
              <a:t>Sensor readings</a:t>
            </a:r>
          </a:p>
          <a:p>
            <a:r>
              <a:rPr lang="en-US" dirty="0"/>
              <a:t>Feedforward networks </a:t>
            </a:r>
            <a:r>
              <a:rPr lang="en-US" b="1" dirty="0"/>
              <a:t>cannot model temporal dependency</a:t>
            </a:r>
            <a:r>
              <a:rPr lang="en-US" dirty="0"/>
              <a:t>, but RNNs can.</a:t>
            </a:r>
          </a:p>
          <a:p>
            <a:endParaRPr lang="en-IN" dirty="0"/>
          </a:p>
        </p:txBody>
      </p:sp>
    </p:spTree>
    <p:extLst>
      <p:ext uri="{BB962C8B-B14F-4D97-AF65-F5344CB8AC3E}">
        <p14:creationId xmlns:p14="http://schemas.microsoft.com/office/powerpoint/2010/main" val="2790512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2A87A-A30A-640A-501D-431C2ED6F4A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DBABA6A-0091-40BB-2A25-09FBCD93BFBD}"/>
              </a:ext>
            </a:extLst>
          </p:cNvPr>
          <p:cNvSpPr>
            <a:spLocks noGrp="1"/>
          </p:cNvSpPr>
          <p:nvPr>
            <p:ph idx="1"/>
          </p:nvPr>
        </p:nvSpPr>
        <p:spPr>
          <a:xfrm>
            <a:off x="1025842" y="1645920"/>
            <a:ext cx="10201275" cy="4480350"/>
          </a:xfrm>
        </p:spPr>
        <p:txBody>
          <a:bodyPr/>
          <a:lstStyle/>
          <a:p>
            <a:r>
              <a:rPr lang="en-US" dirty="0"/>
              <a:t>All of the inputs and outputs in standard neural networks are independent of one another.</a:t>
            </a:r>
          </a:p>
          <a:p>
            <a:r>
              <a:rPr lang="en-US" dirty="0"/>
              <a:t> However, in some circumstances, such as when predicting the next word of a phrase, the </a:t>
            </a:r>
            <a:r>
              <a:rPr lang="en-US" b="1" dirty="0"/>
              <a:t>prior words are necessary, and so the previous words must be remembered. </a:t>
            </a:r>
          </a:p>
          <a:p>
            <a:r>
              <a:rPr lang="en-US" dirty="0"/>
              <a:t>As a result, RNN was created, which used a hidden layer to overcome the problem. </a:t>
            </a:r>
          </a:p>
          <a:p>
            <a:r>
              <a:rPr lang="en-US" dirty="0"/>
              <a:t>The most important component of RNN is the hidden state, which remembers specific information about a sequence.</a:t>
            </a:r>
            <a:endParaRPr lang="en-IN" dirty="0"/>
          </a:p>
        </p:txBody>
      </p:sp>
    </p:spTree>
    <p:extLst>
      <p:ext uri="{BB962C8B-B14F-4D97-AF65-F5344CB8AC3E}">
        <p14:creationId xmlns:p14="http://schemas.microsoft.com/office/powerpoint/2010/main" val="3278691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2AF57-4EA6-4AE0-26B6-61D63553073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FB066AA-04E0-56CE-C346-5760A4045AD1}"/>
              </a:ext>
            </a:extLst>
          </p:cNvPr>
          <p:cNvSpPr>
            <a:spLocks noGrp="1"/>
          </p:cNvSpPr>
          <p:nvPr>
            <p:ph idx="1"/>
          </p:nvPr>
        </p:nvSpPr>
        <p:spPr>
          <a:xfrm>
            <a:off x="1066800" y="1807066"/>
            <a:ext cx="10058400" cy="4217604"/>
          </a:xfrm>
        </p:spPr>
        <p:txBody>
          <a:bodyPr/>
          <a:lstStyle/>
          <a:p>
            <a:r>
              <a:rPr lang="en-US" dirty="0"/>
              <a:t>RNNs have a Memory that stores all information about the calculations.</a:t>
            </a:r>
          </a:p>
          <a:p>
            <a:r>
              <a:rPr lang="en-US" dirty="0"/>
              <a:t> They employ the same settings for each input since they produce the same outcome by performing the same task on all inputs or hidden layers.</a:t>
            </a:r>
            <a:endParaRPr lang="en-IN" dirty="0"/>
          </a:p>
        </p:txBody>
      </p:sp>
    </p:spTree>
    <p:extLst>
      <p:ext uri="{BB962C8B-B14F-4D97-AF65-F5344CB8AC3E}">
        <p14:creationId xmlns:p14="http://schemas.microsoft.com/office/powerpoint/2010/main" val="41365041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3E61E-3294-6EB2-EFB0-7026B335F871}"/>
              </a:ext>
            </a:extLst>
          </p:cNvPr>
          <p:cNvSpPr>
            <a:spLocks noGrp="1"/>
          </p:cNvSpPr>
          <p:nvPr>
            <p:ph type="title"/>
          </p:nvPr>
        </p:nvSpPr>
        <p:spPr/>
        <p:txBody>
          <a:bodyPr>
            <a:normAutofit fontScale="90000"/>
          </a:bodyPr>
          <a:lstStyle/>
          <a:p>
            <a:r>
              <a:rPr lang="en-IN" b="0" dirty="0"/>
              <a:t>What Makes RNN Special?</a:t>
            </a:r>
            <a:endParaRPr lang="en-IN" dirty="0"/>
          </a:p>
        </p:txBody>
      </p:sp>
      <p:sp>
        <p:nvSpPr>
          <p:cNvPr id="3" name="Content Placeholder 2">
            <a:extLst>
              <a:ext uri="{FF2B5EF4-FFF2-40B4-BE49-F238E27FC236}">
                <a16:creationId xmlns:a16="http://schemas.microsoft.com/office/drawing/2014/main" id="{50F171A2-86DD-185D-2E09-EF3713594826}"/>
              </a:ext>
            </a:extLst>
          </p:cNvPr>
          <p:cNvSpPr>
            <a:spLocks noGrp="1"/>
          </p:cNvSpPr>
          <p:nvPr>
            <p:ph idx="1"/>
          </p:nvPr>
        </p:nvSpPr>
        <p:spPr>
          <a:xfrm>
            <a:off x="711200" y="1351280"/>
            <a:ext cx="11206480" cy="4765040"/>
          </a:xfrm>
        </p:spPr>
        <p:txBody>
          <a:bodyPr>
            <a:normAutofit lnSpcReduction="10000"/>
          </a:bodyPr>
          <a:lstStyle/>
          <a:p>
            <a:r>
              <a:rPr lang="en-US" dirty="0"/>
              <a:t>Recurrent Neural Networks (RNNs) set themselves apart from other neural networks with their unique capabilities:</a:t>
            </a:r>
          </a:p>
          <a:p>
            <a:r>
              <a:rPr lang="en-US" b="1" dirty="0"/>
              <a:t>Internal Memory: </a:t>
            </a:r>
            <a:r>
              <a:rPr lang="en-US" dirty="0"/>
              <a:t>This is the key feature of RNNs. It allows them to remember past inputs and use that context when processing new information.</a:t>
            </a:r>
          </a:p>
          <a:p>
            <a:r>
              <a:rPr lang="en-US" b="1" dirty="0"/>
              <a:t>Sequential Data Processing: </a:t>
            </a:r>
            <a:r>
              <a:rPr lang="en-US" dirty="0"/>
              <a:t>Because of their memory, RNNs are exceptional at handling sequential data where the order of elements matters. This makes them ideal for speech recognition, machine translation, </a:t>
            </a:r>
            <a:r>
              <a:rPr lang="en-US" dirty="0">
                <a:hlinkClick r:id="rId2">
                  <a:extLst>
                    <a:ext uri="{A12FA001-AC4F-418D-AE19-62706E023703}">
                      <ahyp:hlinkClr xmlns:ahyp="http://schemas.microsoft.com/office/drawing/2018/hyperlinkcolor" val="tx"/>
                    </a:ext>
                  </a:extLst>
                </a:hlinkClick>
              </a:rPr>
              <a:t>natural language processing (NLP)</a:t>
            </a:r>
            <a:r>
              <a:rPr lang="en-US" dirty="0"/>
              <a:t>, and </a:t>
            </a:r>
            <a:r>
              <a:rPr lang="en-US" dirty="0">
                <a:hlinkClick r:id="rId3">
                  <a:extLst>
                    <a:ext uri="{A12FA001-AC4F-418D-AE19-62706E023703}">
                      <ahyp:hlinkClr xmlns:ahyp="http://schemas.microsoft.com/office/drawing/2018/hyperlinkcolor" val="tx"/>
                    </a:ext>
                  </a:extLst>
                </a:hlinkClick>
              </a:rPr>
              <a:t>text generation</a:t>
            </a:r>
            <a:r>
              <a:rPr lang="en-US" dirty="0"/>
              <a:t>.</a:t>
            </a:r>
          </a:p>
          <a:p>
            <a:r>
              <a:rPr lang="en-US" b="1" dirty="0"/>
              <a:t>Contextual Understanding: </a:t>
            </a:r>
            <a:r>
              <a:rPr lang="en-US" dirty="0"/>
              <a:t>RNNs can analyze the current input about what they’ve “seen” before. This contextual understanding is crucial for tasks where meaning depends on prior information.</a:t>
            </a:r>
          </a:p>
          <a:p>
            <a:r>
              <a:rPr lang="en-US" b="1" dirty="0"/>
              <a:t>Dynamic Processing: </a:t>
            </a:r>
            <a:r>
              <a:rPr lang="en-US" dirty="0"/>
              <a:t>RNNs can continuously update their internal memory as they process new data, allowing them to adapt to changing patterns within a sequence.</a:t>
            </a:r>
          </a:p>
          <a:p>
            <a:endParaRPr lang="en-IN" dirty="0"/>
          </a:p>
        </p:txBody>
      </p:sp>
    </p:spTree>
    <p:extLst>
      <p:ext uri="{BB962C8B-B14F-4D97-AF65-F5344CB8AC3E}">
        <p14:creationId xmlns:p14="http://schemas.microsoft.com/office/powerpoint/2010/main" val="1169334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6E53B-D788-CB67-75D4-182EB411E4B9}"/>
              </a:ext>
            </a:extLst>
          </p:cNvPr>
          <p:cNvSpPr>
            <a:spLocks noGrp="1"/>
          </p:cNvSpPr>
          <p:nvPr>
            <p:ph type="title"/>
          </p:nvPr>
        </p:nvSpPr>
        <p:spPr/>
        <p:txBody>
          <a:bodyPr>
            <a:normAutofit fontScale="90000"/>
          </a:bodyPr>
          <a:lstStyle/>
          <a:p>
            <a:r>
              <a:rPr lang="en-IN" b="0" dirty="0"/>
              <a:t>RNN Architecture</a:t>
            </a:r>
            <a:endParaRPr lang="en-IN" dirty="0"/>
          </a:p>
        </p:txBody>
      </p:sp>
      <p:sp>
        <p:nvSpPr>
          <p:cNvPr id="3" name="Content Placeholder 2">
            <a:extLst>
              <a:ext uri="{FF2B5EF4-FFF2-40B4-BE49-F238E27FC236}">
                <a16:creationId xmlns:a16="http://schemas.microsoft.com/office/drawing/2014/main" id="{4A6343E9-52A5-09FF-21E6-7F0BE7279481}"/>
              </a:ext>
            </a:extLst>
          </p:cNvPr>
          <p:cNvSpPr>
            <a:spLocks noGrp="1"/>
          </p:cNvSpPr>
          <p:nvPr>
            <p:ph idx="1"/>
          </p:nvPr>
        </p:nvSpPr>
        <p:spPr>
          <a:xfrm>
            <a:off x="1025842" y="1574800"/>
            <a:ext cx="10201275" cy="4551470"/>
          </a:xfrm>
        </p:spPr>
        <p:txBody>
          <a:bodyPr/>
          <a:lstStyle/>
          <a:p>
            <a:r>
              <a:rPr lang="en-US" dirty="0"/>
              <a:t>RNNs are a type of neural network that have </a:t>
            </a:r>
            <a:r>
              <a:rPr lang="en-US" b="1" dirty="0"/>
              <a:t>hidden states and allow past outputs to be used as inputs</a:t>
            </a:r>
            <a:r>
              <a:rPr lang="en-US" dirty="0"/>
              <a:t>. </a:t>
            </a:r>
          </a:p>
          <a:p>
            <a:r>
              <a:rPr lang="en-US" dirty="0"/>
              <a:t>They usually follow a certain architecture. One example is the </a:t>
            </a:r>
            <a:r>
              <a:rPr lang="en-US" b="1" dirty="0"/>
              <a:t>Deep RNN</a:t>
            </a:r>
            <a:r>
              <a:rPr lang="en-US" dirty="0"/>
              <a:t>: by stacking multiple RNN layers on top of each other, deep RNNs create a more complex architecture. </a:t>
            </a:r>
          </a:p>
          <a:p>
            <a:r>
              <a:rPr lang="en-US" dirty="0"/>
              <a:t>This allows them to capture intricate relationships within very long sequences of data. </a:t>
            </a:r>
          </a:p>
          <a:p>
            <a:r>
              <a:rPr lang="en-US" dirty="0"/>
              <a:t>They are particularly useful for tasks where the order of elements spans long stretches</a:t>
            </a:r>
            <a:endParaRPr lang="en-IN" dirty="0"/>
          </a:p>
        </p:txBody>
      </p:sp>
    </p:spTree>
    <p:extLst>
      <p:ext uri="{BB962C8B-B14F-4D97-AF65-F5344CB8AC3E}">
        <p14:creationId xmlns:p14="http://schemas.microsoft.com/office/powerpoint/2010/main" val="30051664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120D1-D23A-2CBF-CEC9-6EB5831FC43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B1464BF-43F8-75D0-0DDF-914E40D28EC5}"/>
              </a:ext>
            </a:extLst>
          </p:cNvPr>
          <p:cNvSpPr>
            <a:spLocks noGrp="1"/>
          </p:cNvSpPr>
          <p:nvPr>
            <p:ph idx="1"/>
          </p:nvPr>
        </p:nvSpPr>
        <p:spPr>
          <a:xfrm>
            <a:off x="568960" y="1229360"/>
            <a:ext cx="10658157" cy="4896910"/>
          </a:xfrm>
        </p:spPr>
        <p:txBody>
          <a:bodyPr>
            <a:normAutofit/>
          </a:bodyPr>
          <a:lstStyle/>
          <a:p>
            <a:pPr algn="just"/>
            <a:r>
              <a:rPr lang="en-US" dirty="0"/>
              <a:t>Here’s a breakdown of its key components:</a:t>
            </a:r>
          </a:p>
          <a:p>
            <a:pPr algn="just"/>
            <a:r>
              <a:rPr lang="en-US" b="1" dirty="0"/>
              <a:t>Input Layer:</a:t>
            </a:r>
            <a:r>
              <a:rPr lang="en-US" dirty="0"/>
              <a:t> This layer receives the initial element of the sequence data. For example, in a sentence, it might receive the first word as a vector representation.</a:t>
            </a:r>
          </a:p>
          <a:p>
            <a:pPr algn="just"/>
            <a:r>
              <a:rPr lang="en-US" b="1" dirty="0"/>
              <a:t>Hidden Layer:</a:t>
            </a:r>
            <a:r>
              <a:rPr lang="en-US" dirty="0"/>
              <a:t> The heart of the RNN, the hidden layer contains a set of interconnected neurons. Each neuron processes the </a:t>
            </a:r>
            <a:r>
              <a:rPr lang="en-US" b="1" dirty="0"/>
              <a:t>current input along with the information from the previous hidden layer’s state.</a:t>
            </a:r>
            <a:r>
              <a:rPr lang="en-US" dirty="0"/>
              <a:t> This “state” captures the network’s memory of past inputs, allowing it to understand the current element in context.</a:t>
            </a:r>
          </a:p>
          <a:p>
            <a:pPr algn="just"/>
            <a:r>
              <a:rPr lang="en-US" b="1" dirty="0"/>
              <a:t>Activation Function:</a:t>
            </a:r>
            <a:r>
              <a:rPr lang="en-US" dirty="0"/>
              <a:t> This function introduces non-linearity into the network, enabling it to learn complex patterns. It transforms the </a:t>
            </a:r>
            <a:r>
              <a:rPr lang="en-US" b="1" dirty="0"/>
              <a:t>combined input from the current input layer and the previous hidden layer state before </a:t>
            </a:r>
            <a:r>
              <a:rPr lang="en-US" dirty="0"/>
              <a:t>passing it on.</a:t>
            </a:r>
          </a:p>
          <a:p>
            <a:pPr algn="just"/>
            <a:endParaRPr lang="en-IN" dirty="0"/>
          </a:p>
        </p:txBody>
      </p:sp>
    </p:spTree>
    <p:extLst>
      <p:ext uri="{BB962C8B-B14F-4D97-AF65-F5344CB8AC3E}">
        <p14:creationId xmlns:p14="http://schemas.microsoft.com/office/powerpoint/2010/main" val="33349337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86E71-C7E8-ACF2-5180-8EDD74C734C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34D5529-4A03-58FF-A275-43086875FC2D}"/>
              </a:ext>
            </a:extLst>
          </p:cNvPr>
          <p:cNvSpPr>
            <a:spLocks noGrp="1"/>
          </p:cNvSpPr>
          <p:nvPr>
            <p:ph idx="1"/>
          </p:nvPr>
        </p:nvSpPr>
        <p:spPr>
          <a:xfrm>
            <a:off x="934720" y="1706880"/>
            <a:ext cx="10292397" cy="4419390"/>
          </a:xfrm>
        </p:spPr>
        <p:txBody>
          <a:bodyPr/>
          <a:lstStyle/>
          <a:p>
            <a:r>
              <a:rPr lang="en-US" b="1" dirty="0"/>
              <a:t>Output Layer:</a:t>
            </a:r>
            <a:r>
              <a:rPr lang="en-US" dirty="0"/>
              <a:t> The output layer generates the network’s prediction based on the processed information. In a language model, it might predict the next word in the sequence.</a:t>
            </a:r>
          </a:p>
          <a:p>
            <a:r>
              <a:rPr lang="en-US" b="1" dirty="0"/>
              <a:t>Recurrent Connection:</a:t>
            </a:r>
            <a:r>
              <a:rPr lang="en-US" dirty="0"/>
              <a:t> </a:t>
            </a:r>
          </a:p>
          <a:p>
            <a:r>
              <a:rPr lang="en-US" dirty="0"/>
              <a:t>A key distinction of RNNs is the recurrent connection within the hidden layer. </a:t>
            </a:r>
          </a:p>
          <a:p>
            <a:r>
              <a:rPr lang="en-US" dirty="0"/>
              <a:t>This connection allows the network to pass the hidden state information (the network’s memory) to the next time step. </a:t>
            </a:r>
          </a:p>
          <a:p>
            <a:r>
              <a:rPr lang="en-US" dirty="0"/>
              <a:t>It’s like passing a baton in a relay race, carrying information about previous inputs forward</a:t>
            </a:r>
          </a:p>
          <a:p>
            <a:endParaRPr lang="en-IN" dirty="0"/>
          </a:p>
        </p:txBody>
      </p:sp>
    </p:spTree>
    <p:extLst>
      <p:ext uri="{BB962C8B-B14F-4D97-AF65-F5344CB8AC3E}">
        <p14:creationId xmlns:p14="http://schemas.microsoft.com/office/powerpoint/2010/main" val="3136594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BDCFF-03AB-E09C-C448-1704D8962224}"/>
              </a:ext>
            </a:extLst>
          </p:cNvPr>
          <p:cNvSpPr>
            <a:spLocks noGrp="1"/>
          </p:cNvSpPr>
          <p:nvPr>
            <p:ph type="title"/>
          </p:nvPr>
        </p:nvSpPr>
        <p:spPr/>
        <p:txBody>
          <a:bodyPr>
            <a:normAutofit fontScale="90000"/>
          </a:bodyPr>
          <a:lstStyle/>
          <a:p>
            <a:r>
              <a:rPr lang="en-US" dirty="0"/>
              <a:t>Architecture of a Traditional RNN</a:t>
            </a:r>
            <a:endParaRPr lang="en-IN" dirty="0"/>
          </a:p>
        </p:txBody>
      </p:sp>
      <p:sp>
        <p:nvSpPr>
          <p:cNvPr id="3" name="Content Placeholder 2">
            <a:extLst>
              <a:ext uri="{FF2B5EF4-FFF2-40B4-BE49-F238E27FC236}">
                <a16:creationId xmlns:a16="http://schemas.microsoft.com/office/drawing/2014/main" id="{879677ED-29A1-0230-23FA-4155F22C6E53}"/>
              </a:ext>
            </a:extLst>
          </p:cNvPr>
          <p:cNvSpPr>
            <a:spLocks noGrp="1"/>
          </p:cNvSpPr>
          <p:nvPr>
            <p:ph idx="1"/>
          </p:nvPr>
        </p:nvSpPr>
        <p:spPr>
          <a:xfrm>
            <a:off x="812800" y="1463040"/>
            <a:ext cx="10414317" cy="4663230"/>
          </a:xfrm>
        </p:spPr>
        <p:txBody>
          <a:bodyPr/>
          <a:lstStyle/>
          <a:p>
            <a:r>
              <a:rPr lang="en-US" dirty="0"/>
              <a:t>RNNs are a type of neural network with hidden states and allow past outputs to be used as inputs. They usually go like this:</a:t>
            </a:r>
            <a:endParaRPr lang="en-IN" dirty="0"/>
          </a:p>
        </p:txBody>
      </p:sp>
      <p:pic>
        <p:nvPicPr>
          <p:cNvPr id="5" name="Picture 4">
            <a:extLst>
              <a:ext uri="{FF2B5EF4-FFF2-40B4-BE49-F238E27FC236}">
                <a16:creationId xmlns:a16="http://schemas.microsoft.com/office/drawing/2014/main" id="{5F6B9158-3F70-44B3-D0F0-C3249DB8E2D1}"/>
              </a:ext>
            </a:extLst>
          </p:cNvPr>
          <p:cNvPicPr>
            <a:picLocks noChangeAspect="1"/>
          </p:cNvPicPr>
          <p:nvPr/>
        </p:nvPicPr>
        <p:blipFill>
          <a:blip r:embed="rId2"/>
          <a:stretch>
            <a:fillRect/>
          </a:stretch>
        </p:blipFill>
        <p:spPr>
          <a:xfrm>
            <a:off x="294958" y="2667762"/>
            <a:ext cx="11084242" cy="2955798"/>
          </a:xfrm>
          <a:prstGeom prst="rect">
            <a:avLst/>
          </a:prstGeom>
        </p:spPr>
      </p:pic>
    </p:spTree>
    <p:extLst>
      <p:ext uri="{BB962C8B-B14F-4D97-AF65-F5344CB8AC3E}">
        <p14:creationId xmlns:p14="http://schemas.microsoft.com/office/powerpoint/2010/main" val="105292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50545B6-DE72-83E9-83D3-C71C7C5160AC}"/>
              </a:ext>
            </a:extLst>
          </p:cNvPr>
          <p:cNvPicPr>
            <a:picLocks noChangeAspect="1"/>
          </p:cNvPicPr>
          <p:nvPr/>
        </p:nvPicPr>
        <p:blipFill>
          <a:blip r:embed="rId2"/>
          <a:stretch>
            <a:fillRect/>
          </a:stretch>
        </p:blipFill>
        <p:spPr>
          <a:xfrm>
            <a:off x="896304" y="1871135"/>
            <a:ext cx="10126979" cy="1761214"/>
          </a:xfrm>
          <a:prstGeom prst="rect">
            <a:avLst/>
          </a:prstGeom>
        </p:spPr>
      </p:pic>
    </p:spTree>
    <p:extLst>
      <p:ext uri="{BB962C8B-B14F-4D97-AF65-F5344CB8AC3E}">
        <p14:creationId xmlns:p14="http://schemas.microsoft.com/office/powerpoint/2010/main" val="1378092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30AC5-10BA-2551-F048-368CBD25F6B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B0403AE-5D01-B2D8-93EC-8D86B0C7B977}"/>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ED2F5F26-8E66-8EEE-95E5-1DBFF621C58C}"/>
              </a:ext>
            </a:extLst>
          </p:cNvPr>
          <p:cNvPicPr>
            <a:picLocks noChangeAspect="1"/>
          </p:cNvPicPr>
          <p:nvPr/>
        </p:nvPicPr>
        <p:blipFill>
          <a:blip r:embed="rId2"/>
          <a:stretch>
            <a:fillRect/>
          </a:stretch>
        </p:blipFill>
        <p:spPr>
          <a:xfrm>
            <a:off x="1295400" y="1485690"/>
            <a:ext cx="9281160" cy="4640580"/>
          </a:xfrm>
          <a:prstGeom prst="rect">
            <a:avLst/>
          </a:prstGeom>
        </p:spPr>
      </p:pic>
    </p:spTree>
    <p:extLst>
      <p:ext uri="{BB962C8B-B14F-4D97-AF65-F5344CB8AC3E}">
        <p14:creationId xmlns:p14="http://schemas.microsoft.com/office/powerpoint/2010/main" val="12493401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A62C7-22E3-C233-F4DB-43BA8C7F93B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3678D25-A505-5123-DD27-5FE0AC9B09B8}"/>
              </a:ext>
            </a:extLst>
          </p:cNvPr>
          <p:cNvSpPr>
            <a:spLocks noGrp="1"/>
          </p:cNvSpPr>
          <p:nvPr>
            <p:ph idx="1"/>
          </p:nvPr>
        </p:nvSpPr>
        <p:spPr>
          <a:xfrm>
            <a:off x="650240" y="1290320"/>
            <a:ext cx="11186160" cy="4826000"/>
          </a:xfrm>
        </p:spPr>
        <p:txBody>
          <a:bodyPr>
            <a:normAutofit fontScale="92500"/>
          </a:bodyPr>
          <a:lstStyle/>
          <a:p>
            <a:pPr algn="just"/>
            <a:r>
              <a:rPr lang="en-US" dirty="0"/>
              <a:t>Below are some RNN architectures that can help you better understand this.</a:t>
            </a:r>
          </a:p>
          <a:p>
            <a:pPr algn="just"/>
            <a:r>
              <a:rPr lang="en-US" b="1" dirty="0"/>
              <a:t>One-to-One: </a:t>
            </a:r>
            <a:r>
              <a:rPr lang="en-US" dirty="0"/>
              <a:t>There is only one pair here. A one-to-one architecture is used in traditional neural networks.</a:t>
            </a:r>
          </a:p>
          <a:p>
            <a:pPr algn="just"/>
            <a:r>
              <a:rPr lang="en-US" b="1" dirty="0"/>
              <a:t>One-to-Many: </a:t>
            </a:r>
            <a:r>
              <a:rPr lang="en-US" dirty="0"/>
              <a:t>A single input in a one-to-many network might result in numerous outputs. One too many networks are used in music production. </a:t>
            </a:r>
            <a:r>
              <a:rPr lang="en-US" b="1" dirty="0"/>
              <a:t>Example: Image captioning — input is one image (feature vector from CNN), output is a sequence of words: "a cat sitting on a mat".</a:t>
            </a:r>
          </a:p>
          <a:p>
            <a:pPr algn="just"/>
            <a:r>
              <a:rPr lang="en-US" b="1" dirty="0"/>
              <a:t>Many-to-one: </a:t>
            </a:r>
            <a:r>
              <a:rPr lang="en-US" dirty="0"/>
              <a:t>A single output combines inputs from distinct time steps in this scenario. Sentiment analysis and emotion identification use such networks, in which a sequence of words determines the class label. </a:t>
            </a:r>
            <a:r>
              <a:rPr lang="en-US" b="1" dirty="0"/>
              <a:t>Example: Sentiment analysis — input is a review sentence ("This movie was absolutely fantastic!") → output is one label: Positive (or probability score).</a:t>
            </a:r>
          </a:p>
          <a:p>
            <a:pPr algn="just"/>
            <a:r>
              <a:rPr lang="en-US" b="1" dirty="0"/>
              <a:t>Many-to-Many: </a:t>
            </a:r>
            <a:r>
              <a:rPr lang="en-US" dirty="0"/>
              <a:t>For many-to-many, there are numerous options. Input and output are sequences of potentially different lengths. Machine translation systems, such as English to French or vice versa translation systems, use many-to-many networks.</a:t>
            </a:r>
          </a:p>
          <a:p>
            <a:pPr algn="just"/>
            <a:endParaRPr lang="en-IN" dirty="0"/>
          </a:p>
        </p:txBody>
      </p:sp>
    </p:spTree>
    <p:extLst>
      <p:ext uri="{BB962C8B-B14F-4D97-AF65-F5344CB8AC3E}">
        <p14:creationId xmlns:p14="http://schemas.microsoft.com/office/powerpoint/2010/main" val="2064394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95F47-FC18-9B07-2746-CE66EBEB72B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0C5B110-8FFF-520D-952E-DF7BE39956C5}"/>
              </a:ext>
            </a:extLst>
          </p:cNvPr>
          <p:cNvSpPr>
            <a:spLocks noGrp="1"/>
          </p:cNvSpPr>
          <p:nvPr>
            <p:ph idx="1"/>
          </p:nvPr>
        </p:nvSpPr>
        <p:spPr/>
        <p:txBody>
          <a:bodyPr>
            <a:normAutofit lnSpcReduction="10000"/>
          </a:bodyPr>
          <a:lstStyle/>
          <a:p>
            <a:r>
              <a:rPr lang="en-IN" b="1" dirty="0"/>
              <a:t>Two main subtypes</a:t>
            </a:r>
            <a:r>
              <a:rPr lang="en-IN" dirty="0"/>
              <a:t>: </a:t>
            </a:r>
            <a:r>
              <a:rPr lang="en-IN" b="1" dirty="0"/>
              <a:t>Equal length</a:t>
            </a:r>
            <a:r>
              <a:rPr lang="en-IN" dirty="0"/>
              <a:t> (synchronous): Input and output same length.</a:t>
            </a:r>
          </a:p>
          <a:p>
            <a:pPr lvl="1"/>
            <a:r>
              <a:rPr lang="en-IN" dirty="0"/>
              <a:t>Example: Part-of-speech tagging — "The cat sleeps" → [DET, NOUN, VERB].</a:t>
            </a:r>
          </a:p>
          <a:p>
            <a:pPr lvl="1"/>
            <a:r>
              <a:rPr lang="en-IN" dirty="0"/>
              <a:t>Or Named Entity Recognition: "Elon Musk founded SpaceX" → [PER, PER, O, ORG].</a:t>
            </a:r>
          </a:p>
          <a:p>
            <a:r>
              <a:rPr lang="en-IN" b="1" dirty="0"/>
              <a:t>Unequal length</a:t>
            </a:r>
            <a:r>
              <a:rPr lang="en-IN" dirty="0"/>
              <a:t> (asynchronous): Input and output different lengths (most common today).</a:t>
            </a:r>
          </a:p>
          <a:p>
            <a:pPr lvl="1"/>
            <a:r>
              <a:rPr lang="en-IN" dirty="0"/>
              <a:t>Example: Machine translation — English "Hello, how are you?" → French "Salut, comment vas-</a:t>
            </a:r>
            <a:r>
              <a:rPr lang="en-IN" dirty="0" err="1"/>
              <a:t>tu</a:t>
            </a:r>
            <a:r>
              <a:rPr lang="en-IN" dirty="0"/>
              <a:t> ?".</a:t>
            </a:r>
          </a:p>
          <a:p>
            <a:pPr lvl="1"/>
            <a:r>
              <a:rPr lang="en-IN" dirty="0"/>
              <a:t>Uses </a:t>
            </a:r>
            <a:r>
              <a:rPr lang="en-IN" b="1" dirty="0"/>
              <a:t>encoder-decoder</a:t>
            </a:r>
            <a:r>
              <a:rPr lang="en-IN" dirty="0"/>
              <a:t> architecture (seq2seq): Encoder reads entire source → Decoder generates target word-by-word.</a:t>
            </a:r>
          </a:p>
          <a:p>
            <a:endParaRPr lang="en-IN" dirty="0"/>
          </a:p>
        </p:txBody>
      </p:sp>
    </p:spTree>
    <p:extLst>
      <p:ext uri="{BB962C8B-B14F-4D97-AF65-F5344CB8AC3E}">
        <p14:creationId xmlns:p14="http://schemas.microsoft.com/office/powerpoint/2010/main" val="621165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3C10813-1D92-6BAC-52BB-067C843D9D67}"/>
              </a:ext>
            </a:extLst>
          </p:cNvPr>
          <p:cNvPicPr>
            <a:picLocks noChangeAspect="1"/>
          </p:cNvPicPr>
          <p:nvPr/>
        </p:nvPicPr>
        <p:blipFill>
          <a:blip r:embed="rId2"/>
          <a:stretch>
            <a:fillRect/>
          </a:stretch>
        </p:blipFill>
        <p:spPr>
          <a:xfrm>
            <a:off x="2646244" y="2104142"/>
            <a:ext cx="6249272" cy="3543795"/>
          </a:xfrm>
          <a:prstGeom prst="rect">
            <a:avLst/>
          </a:prstGeom>
        </p:spPr>
      </p:pic>
    </p:spTree>
    <p:extLst>
      <p:ext uri="{BB962C8B-B14F-4D97-AF65-F5344CB8AC3E}">
        <p14:creationId xmlns:p14="http://schemas.microsoft.com/office/powerpoint/2010/main" val="17631505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E2080-C961-FD25-B048-4633D3382FB1}"/>
              </a:ext>
            </a:extLst>
          </p:cNvPr>
          <p:cNvSpPr>
            <a:spLocks noGrp="1"/>
          </p:cNvSpPr>
          <p:nvPr>
            <p:ph type="title"/>
          </p:nvPr>
        </p:nvSpPr>
        <p:spPr/>
        <p:txBody>
          <a:bodyPr>
            <a:normAutofit fontScale="90000"/>
          </a:bodyPr>
          <a:lstStyle/>
          <a:p>
            <a:r>
              <a:rPr lang="en-US" b="0" dirty="0"/>
              <a:t>How do Recurrent Neural Networks Work?</a:t>
            </a:r>
            <a:endParaRPr lang="en-IN" dirty="0"/>
          </a:p>
        </p:txBody>
      </p:sp>
      <p:sp>
        <p:nvSpPr>
          <p:cNvPr id="3" name="Content Placeholder 2">
            <a:extLst>
              <a:ext uri="{FF2B5EF4-FFF2-40B4-BE49-F238E27FC236}">
                <a16:creationId xmlns:a16="http://schemas.microsoft.com/office/drawing/2014/main" id="{25CF5A2D-B877-8C1A-45A8-92C00CCF1674}"/>
              </a:ext>
            </a:extLst>
          </p:cNvPr>
          <p:cNvSpPr>
            <a:spLocks noGrp="1"/>
          </p:cNvSpPr>
          <p:nvPr>
            <p:ph idx="1"/>
          </p:nvPr>
        </p:nvSpPr>
        <p:spPr>
          <a:xfrm>
            <a:off x="1025842" y="1432560"/>
            <a:ext cx="10201275" cy="4693710"/>
          </a:xfrm>
        </p:spPr>
        <p:txBody>
          <a:bodyPr/>
          <a:lstStyle/>
          <a:p>
            <a:r>
              <a:rPr lang="en-US" dirty="0"/>
              <a:t>The information in recurrent neural networks cycles through a loop to the middle hidden layer.</a:t>
            </a:r>
            <a:endParaRPr lang="en-IN" dirty="0"/>
          </a:p>
        </p:txBody>
      </p:sp>
      <p:pic>
        <p:nvPicPr>
          <p:cNvPr id="5" name="Picture 4">
            <a:extLst>
              <a:ext uri="{FF2B5EF4-FFF2-40B4-BE49-F238E27FC236}">
                <a16:creationId xmlns:a16="http://schemas.microsoft.com/office/drawing/2014/main" id="{9A6A67A7-B342-16D2-6BF7-E4D012E44430}"/>
              </a:ext>
            </a:extLst>
          </p:cNvPr>
          <p:cNvPicPr>
            <a:picLocks noChangeAspect="1"/>
          </p:cNvPicPr>
          <p:nvPr/>
        </p:nvPicPr>
        <p:blipFill>
          <a:blip r:embed="rId2"/>
          <a:stretch>
            <a:fillRect/>
          </a:stretch>
        </p:blipFill>
        <p:spPr>
          <a:xfrm>
            <a:off x="1025842" y="2482374"/>
            <a:ext cx="8727440" cy="3409156"/>
          </a:xfrm>
          <a:prstGeom prst="rect">
            <a:avLst/>
          </a:prstGeom>
        </p:spPr>
      </p:pic>
    </p:spTree>
    <p:extLst>
      <p:ext uri="{BB962C8B-B14F-4D97-AF65-F5344CB8AC3E}">
        <p14:creationId xmlns:p14="http://schemas.microsoft.com/office/powerpoint/2010/main" val="378749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324AB9-2AD0-4394-B995-BFC25D9322AC}"/>
              </a:ext>
            </a:extLst>
          </p:cNvPr>
          <p:cNvSpPr>
            <a:spLocks noGrp="1"/>
          </p:cNvSpPr>
          <p:nvPr>
            <p:ph idx="1"/>
          </p:nvPr>
        </p:nvSpPr>
        <p:spPr>
          <a:xfrm>
            <a:off x="833120" y="1442720"/>
            <a:ext cx="10393997" cy="4683550"/>
          </a:xfrm>
        </p:spPr>
        <p:txBody>
          <a:bodyPr>
            <a:normAutofit lnSpcReduction="10000"/>
          </a:bodyPr>
          <a:lstStyle/>
          <a:p>
            <a:pPr algn="just"/>
            <a:r>
              <a:rPr lang="en-US" dirty="0"/>
              <a:t>The input layer </a:t>
            </a:r>
            <a:r>
              <a:rPr lang="en-US" b="1" dirty="0"/>
              <a:t>x </a:t>
            </a:r>
            <a:r>
              <a:rPr lang="en-US" dirty="0"/>
              <a:t>receives and processes the neural network’s input before passing it on to the middle layer.</a:t>
            </a:r>
          </a:p>
          <a:p>
            <a:pPr algn="just"/>
            <a:r>
              <a:rPr lang="en-US" dirty="0"/>
              <a:t>In the middle layer h, multiple hidden layers can be found, each with its </a:t>
            </a:r>
            <a:r>
              <a:rPr lang="en-US" dirty="0">
                <a:hlinkClick r:id="rId2">
                  <a:extLst>
                    <a:ext uri="{A12FA001-AC4F-418D-AE19-62706E023703}">
                      <ahyp:hlinkClr xmlns:ahyp="http://schemas.microsoft.com/office/drawing/2018/hyperlinkcolor" val="tx"/>
                    </a:ext>
                  </a:extLst>
                </a:hlinkClick>
              </a:rPr>
              <a:t>activation functions</a:t>
            </a:r>
            <a:r>
              <a:rPr lang="en-US" dirty="0"/>
              <a:t>, weights, and biases. There’s a single hidden layer that </a:t>
            </a:r>
            <a:r>
              <a:rPr lang="en-US" b="1" dirty="0"/>
              <a:t>repeats over time steps</a:t>
            </a:r>
            <a:r>
              <a:rPr lang="en-US" dirty="0"/>
              <a:t>. </a:t>
            </a:r>
          </a:p>
          <a:p>
            <a:pPr algn="just"/>
            <a:r>
              <a:rPr lang="en-US" dirty="0"/>
              <a:t>The same weights are used across all steps. The hidden state is updated recursively using the current input and the previous hidden state.</a:t>
            </a:r>
          </a:p>
          <a:p>
            <a:pPr algn="just"/>
            <a:r>
              <a:rPr lang="en-US" dirty="0"/>
              <a:t>The recurrent neural network will standardize the different activation functions, weights, and biases, ensuring that each hidden layer has the same characteristics. </a:t>
            </a:r>
          </a:p>
          <a:p>
            <a:pPr algn="just"/>
            <a:r>
              <a:rPr lang="en-US" dirty="0"/>
              <a:t>Rather than constructing numerous hidden layers, it will create only one and loop over it as many times as necessary.</a:t>
            </a:r>
          </a:p>
          <a:p>
            <a:pPr algn="just"/>
            <a:endParaRPr lang="en-IN" dirty="0"/>
          </a:p>
        </p:txBody>
      </p:sp>
    </p:spTree>
    <p:extLst>
      <p:ext uri="{BB962C8B-B14F-4D97-AF65-F5344CB8AC3E}">
        <p14:creationId xmlns:p14="http://schemas.microsoft.com/office/powerpoint/2010/main" val="1094556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38E1F-A98C-2EA6-76FD-16D2C29404C1}"/>
              </a:ext>
            </a:extLst>
          </p:cNvPr>
          <p:cNvSpPr>
            <a:spLocks noGrp="1"/>
          </p:cNvSpPr>
          <p:nvPr>
            <p:ph type="title"/>
          </p:nvPr>
        </p:nvSpPr>
        <p:spPr>
          <a:xfrm>
            <a:off x="1025842" y="370001"/>
            <a:ext cx="10729278" cy="677258"/>
          </a:xfrm>
        </p:spPr>
        <p:txBody>
          <a:bodyPr>
            <a:noAutofit/>
          </a:bodyPr>
          <a:lstStyle/>
          <a:p>
            <a:r>
              <a:rPr lang="en-US" sz="3600" dirty="0"/>
              <a:t>Recurrent Neural Network vs Feed-forward Neural Network</a:t>
            </a:r>
            <a:endParaRPr lang="en-IN" sz="3600" dirty="0"/>
          </a:p>
        </p:txBody>
      </p:sp>
      <p:pic>
        <p:nvPicPr>
          <p:cNvPr id="5" name="Picture 4">
            <a:extLst>
              <a:ext uri="{FF2B5EF4-FFF2-40B4-BE49-F238E27FC236}">
                <a16:creationId xmlns:a16="http://schemas.microsoft.com/office/drawing/2014/main" id="{BE767992-F0AA-3623-434C-0AE1C64E55EB}"/>
              </a:ext>
            </a:extLst>
          </p:cNvPr>
          <p:cNvPicPr>
            <a:picLocks noChangeAspect="1"/>
          </p:cNvPicPr>
          <p:nvPr/>
        </p:nvPicPr>
        <p:blipFill>
          <a:blip r:embed="rId2"/>
          <a:stretch>
            <a:fillRect/>
          </a:stretch>
        </p:blipFill>
        <p:spPr>
          <a:xfrm>
            <a:off x="2533951" y="1908666"/>
            <a:ext cx="7124097" cy="3643312"/>
          </a:xfrm>
          <a:prstGeom prst="rect">
            <a:avLst/>
          </a:prstGeom>
        </p:spPr>
      </p:pic>
    </p:spTree>
    <p:extLst>
      <p:ext uri="{BB962C8B-B14F-4D97-AF65-F5344CB8AC3E}">
        <p14:creationId xmlns:p14="http://schemas.microsoft.com/office/powerpoint/2010/main" val="19214026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F8ABEAD-A849-A3A2-0AB9-F3593CDB2636}"/>
              </a:ext>
            </a:extLst>
          </p:cNvPr>
          <p:cNvGraphicFramePr>
            <a:graphicFrameLocks noGrp="1"/>
          </p:cNvGraphicFramePr>
          <p:nvPr>
            <p:ph idx="1"/>
            <p:extLst>
              <p:ext uri="{D42A27DB-BD31-4B8C-83A1-F6EECF244321}">
                <p14:modId xmlns:p14="http://schemas.microsoft.com/office/powerpoint/2010/main" val="4291200900"/>
              </p:ext>
            </p:extLst>
          </p:nvPr>
        </p:nvGraphicFramePr>
        <p:xfrm>
          <a:off x="833120" y="1247774"/>
          <a:ext cx="10871198" cy="4482284"/>
        </p:xfrm>
        <a:graphic>
          <a:graphicData uri="http://schemas.openxmlformats.org/drawingml/2006/table">
            <a:tbl>
              <a:tblPr/>
              <a:tblGrid>
                <a:gridCol w="1828800">
                  <a:extLst>
                    <a:ext uri="{9D8B030D-6E8A-4147-A177-3AD203B41FA5}">
                      <a16:colId xmlns:a16="http://schemas.microsoft.com/office/drawing/2014/main" val="832520444"/>
                    </a:ext>
                  </a:extLst>
                </a:gridCol>
                <a:gridCol w="4297680">
                  <a:extLst>
                    <a:ext uri="{9D8B030D-6E8A-4147-A177-3AD203B41FA5}">
                      <a16:colId xmlns:a16="http://schemas.microsoft.com/office/drawing/2014/main" val="3899951908"/>
                    </a:ext>
                  </a:extLst>
                </a:gridCol>
                <a:gridCol w="4744718">
                  <a:extLst>
                    <a:ext uri="{9D8B030D-6E8A-4147-A177-3AD203B41FA5}">
                      <a16:colId xmlns:a16="http://schemas.microsoft.com/office/drawing/2014/main" val="2374130279"/>
                    </a:ext>
                  </a:extLst>
                </a:gridCol>
              </a:tblGrid>
              <a:tr h="738744">
                <a:tc>
                  <a:txBody>
                    <a:bodyPr/>
                    <a:lstStyle/>
                    <a:p>
                      <a:pPr algn="l">
                        <a:buNone/>
                      </a:pPr>
                      <a:r>
                        <a:rPr lang="en-IN" sz="2400" b="1">
                          <a:effectLst/>
                        </a:rPr>
                        <a:t>Feature</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2400" b="1">
                          <a:effectLst/>
                        </a:rPr>
                        <a:t>Feed-forward Neural Network (FNN)</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lgn="l">
                        <a:buNone/>
                      </a:pPr>
                      <a:r>
                        <a:rPr lang="en-IN" sz="2400" b="1" dirty="0">
                          <a:effectLst/>
                        </a:rPr>
                        <a:t>Recurrent Neural Network (RNN)</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02374749"/>
                  </a:ext>
                </a:extLst>
              </a:tr>
              <a:tr h="738744">
                <a:tc>
                  <a:txBody>
                    <a:bodyPr/>
                    <a:lstStyle/>
                    <a:p>
                      <a:pPr>
                        <a:buNone/>
                      </a:pPr>
                      <a:r>
                        <a:rPr lang="en-IN" sz="2400">
                          <a:effectLst/>
                        </a:rPr>
                        <a:t>Data Flow</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buNone/>
                      </a:pPr>
                      <a:r>
                        <a:rPr lang="en-IN" sz="2400">
                          <a:effectLst/>
                        </a:rPr>
                        <a:t>Straight through (no loops)</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buNone/>
                      </a:pPr>
                      <a:r>
                        <a:rPr lang="en-US" sz="2400">
                          <a:effectLst/>
                        </a:rPr>
                        <a:t>Loops through time (with memory)</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85683309"/>
                  </a:ext>
                </a:extLst>
              </a:tr>
              <a:tr h="738744">
                <a:tc>
                  <a:txBody>
                    <a:bodyPr/>
                    <a:lstStyle/>
                    <a:p>
                      <a:pPr>
                        <a:buNone/>
                      </a:pPr>
                      <a:r>
                        <a:rPr lang="en-IN" sz="2400">
                          <a:effectLst/>
                        </a:rPr>
                        <a:t>Memory</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9F9F9"/>
                    </a:solidFill>
                  </a:tcPr>
                </a:tc>
                <a:tc>
                  <a:txBody>
                    <a:bodyPr/>
                    <a:lstStyle/>
                    <a:p>
                      <a:pPr>
                        <a:buNone/>
                      </a:pPr>
                      <a:r>
                        <a:rPr lang="en-US" sz="2400">
                          <a:effectLst/>
                        </a:rPr>
                        <a:t>No memory of past inputs</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9F9F9"/>
                    </a:solidFill>
                  </a:tcPr>
                </a:tc>
                <a:tc>
                  <a:txBody>
                    <a:bodyPr/>
                    <a:lstStyle/>
                    <a:p>
                      <a:pPr>
                        <a:buNone/>
                      </a:pPr>
                      <a:r>
                        <a:rPr lang="en-US" sz="2400">
                          <a:effectLst/>
                        </a:rPr>
                        <a:t>Maintains memory via hidden states</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1778702002"/>
                  </a:ext>
                </a:extLst>
              </a:tr>
              <a:tr h="738744">
                <a:tc>
                  <a:txBody>
                    <a:bodyPr/>
                    <a:lstStyle/>
                    <a:p>
                      <a:pPr>
                        <a:buNone/>
                      </a:pPr>
                      <a:r>
                        <a:rPr lang="en-IN" sz="2400">
                          <a:effectLst/>
                        </a:rPr>
                        <a:t>Input Assumption</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buNone/>
                      </a:pPr>
                      <a:r>
                        <a:rPr lang="en-IN" sz="2400">
                          <a:effectLst/>
                        </a:rPr>
                        <a:t>Inputs are independent</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buNone/>
                      </a:pPr>
                      <a:r>
                        <a:rPr lang="en-IN" sz="2400" dirty="0">
                          <a:effectLst/>
                        </a:rPr>
                        <a:t>Inputs are sequentially dependent</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80171328"/>
                  </a:ext>
                </a:extLst>
              </a:tr>
              <a:tr h="524270">
                <a:tc>
                  <a:txBody>
                    <a:bodyPr/>
                    <a:lstStyle/>
                    <a:p>
                      <a:pPr>
                        <a:buNone/>
                      </a:pPr>
                      <a:r>
                        <a:rPr lang="en-IN" sz="2400">
                          <a:effectLst/>
                        </a:rPr>
                        <a:t>Architecture</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9F9F9"/>
                    </a:solidFill>
                  </a:tcPr>
                </a:tc>
                <a:tc>
                  <a:txBody>
                    <a:bodyPr/>
                    <a:lstStyle/>
                    <a:p>
                      <a:pPr>
                        <a:buNone/>
                      </a:pPr>
                      <a:r>
                        <a:rPr lang="en-US" sz="2400" dirty="0">
                          <a:effectLst/>
                        </a:rPr>
                        <a:t>Static layers, no time dimension</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9F9F9"/>
                    </a:solidFill>
                  </a:tcPr>
                </a:tc>
                <a:tc>
                  <a:txBody>
                    <a:bodyPr/>
                    <a:lstStyle/>
                    <a:p>
                      <a:pPr>
                        <a:buNone/>
                      </a:pPr>
                      <a:r>
                        <a:rPr lang="en-IN" sz="2400" dirty="0">
                          <a:effectLst/>
                        </a:rPr>
                        <a:t>Unfolds across time steps</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4122601371"/>
                  </a:ext>
                </a:extLst>
              </a:tr>
              <a:tr h="738744">
                <a:tc>
                  <a:txBody>
                    <a:bodyPr/>
                    <a:lstStyle/>
                    <a:p>
                      <a:pPr>
                        <a:buNone/>
                      </a:pPr>
                      <a:r>
                        <a:rPr lang="en-IN" sz="2400">
                          <a:effectLst/>
                        </a:rPr>
                        <a:t>Training</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buNone/>
                      </a:pPr>
                      <a:r>
                        <a:rPr lang="en-IN" sz="2400">
                          <a:effectLst/>
                        </a:rPr>
                        <a:t>Standard backpropagation</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buNone/>
                      </a:pPr>
                      <a:r>
                        <a:rPr lang="en-IN" sz="2400" dirty="0">
                          <a:effectLst/>
                        </a:rPr>
                        <a:t>Backpropagation Through Time (BPTT)</a:t>
                      </a:r>
                    </a:p>
                  </a:txBody>
                  <a:tcPr marL="47661" marR="47661" marT="47661" marB="47661"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153383"/>
                  </a:ext>
                </a:extLst>
              </a:tr>
            </a:tbl>
          </a:graphicData>
        </a:graphic>
      </p:graphicFrame>
    </p:spTree>
    <p:extLst>
      <p:ext uri="{BB962C8B-B14F-4D97-AF65-F5344CB8AC3E}">
        <p14:creationId xmlns:p14="http://schemas.microsoft.com/office/powerpoint/2010/main" val="26573436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8E7C8-1AFD-FA7E-4E9F-1D500CF43517}"/>
              </a:ext>
            </a:extLst>
          </p:cNvPr>
          <p:cNvSpPr>
            <a:spLocks noGrp="1"/>
          </p:cNvSpPr>
          <p:nvPr>
            <p:ph type="title"/>
          </p:nvPr>
        </p:nvSpPr>
        <p:spPr/>
        <p:txBody>
          <a:bodyPr>
            <a:normAutofit fontScale="90000"/>
          </a:bodyPr>
          <a:lstStyle/>
          <a:p>
            <a:r>
              <a:rPr lang="en-IN" dirty="0"/>
              <a:t>Backpropagation Through Time (BPTT)</a:t>
            </a:r>
          </a:p>
        </p:txBody>
      </p:sp>
      <p:sp>
        <p:nvSpPr>
          <p:cNvPr id="3" name="Content Placeholder 2">
            <a:extLst>
              <a:ext uri="{FF2B5EF4-FFF2-40B4-BE49-F238E27FC236}">
                <a16:creationId xmlns:a16="http://schemas.microsoft.com/office/drawing/2014/main" id="{ED009787-0FE7-4D0E-C08B-4F38AF3AFD09}"/>
              </a:ext>
            </a:extLst>
          </p:cNvPr>
          <p:cNvSpPr>
            <a:spLocks noGrp="1"/>
          </p:cNvSpPr>
          <p:nvPr>
            <p:ph idx="1"/>
          </p:nvPr>
        </p:nvSpPr>
        <p:spPr>
          <a:xfrm>
            <a:off x="772160" y="1554480"/>
            <a:ext cx="10454957" cy="4571790"/>
          </a:xfrm>
        </p:spPr>
        <p:txBody>
          <a:bodyPr/>
          <a:lstStyle/>
          <a:p>
            <a:r>
              <a:rPr lang="en-US" dirty="0"/>
              <a:t>When we apply a </a:t>
            </a:r>
            <a:r>
              <a:rPr lang="en-US" dirty="0">
                <a:hlinkClick r:id="rId2">
                  <a:extLst>
                    <a:ext uri="{A12FA001-AC4F-418D-AE19-62706E023703}">
                      <ahyp:hlinkClr xmlns:ahyp="http://schemas.microsoft.com/office/drawing/2018/hyperlinkcolor" val="tx"/>
                    </a:ext>
                  </a:extLst>
                </a:hlinkClick>
              </a:rPr>
              <a:t>Backpropagation algorithm</a:t>
            </a:r>
            <a:r>
              <a:rPr lang="en-US" dirty="0"/>
              <a:t> to a Recurrent Neural Network with time series data as its input, we call it backpropagation through time.</a:t>
            </a:r>
          </a:p>
          <a:p>
            <a:r>
              <a:rPr lang="en-US" dirty="0"/>
              <a:t>In a normal RNN, a single input is sent into the network at a time, and a single output is obtained. </a:t>
            </a:r>
          </a:p>
          <a:p>
            <a:r>
              <a:rPr lang="en-US" dirty="0"/>
              <a:t>On the other hand, backpropagation uses both the current and prior inputs as input. </a:t>
            </a:r>
          </a:p>
          <a:p>
            <a:r>
              <a:rPr lang="en-US" dirty="0"/>
              <a:t>This is referred to as a </a:t>
            </a:r>
            <a:r>
              <a:rPr lang="en-US" b="1" dirty="0"/>
              <a:t>timestep, and one timestep will consist of multiple time series data points</a:t>
            </a:r>
            <a:r>
              <a:rPr lang="en-US" dirty="0"/>
              <a:t> entering the RNN simultaneously.</a:t>
            </a:r>
          </a:p>
          <a:p>
            <a:endParaRPr lang="en-IN" dirty="0"/>
          </a:p>
        </p:txBody>
      </p:sp>
    </p:spTree>
    <p:extLst>
      <p:ext uri="{BB962C8B-B14F-4D97-AF65-F5344CB8AC3E}">
        <p14:creationId xmlns:p14="http://schemas.microsoft.com/office/powerpoint/2010/main" val="18165557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296C1-8072-7709-C17B-31B1CF11613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4D3790A-4F24-0F7D-8DB5-F5980F3B7393}"/>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D3114245-F0EA-8140-AE8C-7401068CB2A8}"/>
              </a:ext>
            </a:extLst>
          </p:cNvPr>
          <p:cNvPicPr>
            <a:picLocks noChangeAspect="1"/>
          </p:cNvPicPr>
          <p:nvPr/>
        </p:nvPicPr>
        <p:blipFill>
          <a:blip r:embed="rId2"/>
          <a:stretch>
            <a:fillRect/>
          </a:stretch>
        </p:blipFill>
        <p:spPr>
          <a:xfrm>
            <a:off x="1981200" y="1859514"/>
            <a:ext cx="7335519" cy="4315908"/>
          </a:xfrm>
          <a:prstGeom prst="rect">
            <a:avLst/>
          </a:prstGeom>
        </p:spPr>
      </p:pic>
    </p:spTree>
    <p:extLst>
      <p:ext uri="{BB962C8B-B14F-4D97-AF65-F5344CB8AC3E}">
        <p14:creationId xmlns:p14="http://schemas.microsoft.com/office/powerpoint/2010/main" val="31649290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212EF2-6929-31CB-3993-CD7E3B2649CD}"/>
              </a:ext>
            </a:extLst>
          </p:cNvPr>
          <p:cNvSpPr>
            <a:spLocks noGrp="1"/>
          </p:cNvSpPr>
          <p:nvPr>
            <p:ph idx="1"/>
          </p:nvPr>
        </p:nvSpPr>
        <p:spPr>
          <a:xfrm>
            <a:off x="1097280" y="1818640"/>
            <a:ext cx="10129837" cy="4307630"/>
          </a:xfrm>
        </p:spPr>
        <p:txBody>
          <a:bodyPr>
            <a:normAutofit/>
          </a:bodyPr>
          <a:lstStyle/>
          <a:p>
            <a:r>
              <a:rPr lang="en-US" sz="3200" dirty="0"/>
              <a:t>Once the neural network has </a:t>
            </a:r>
            <a:r>
              <a:rPr lang="en-US" sz="3200" b="1" dirty="0"/>
              <a:t>trained on a set </a:t>
            </a:r>
            <a:r>
              <a:rPr lang="en-US" sz="3200" dirty="0"/>
              <a:t>and given you an output, its output is used to calculate and collect the errors.</a:t>
            </a:r>
          </a:p>
          <a:p>
            <a:r>
              <a:rPr lang="en-US" sz="3200" dirty="0"/>
              <a:t> The network is then rolled back up, and weights are </a:t>
            </a:r>
            <a:r>
              <a:rPr lang="en-US" sz="3200" b="1" dirty="0"/>
              <a:t>recalculated and adjusted to account for the faults</a:t>
            </a:r>
            <a:r>
              <a:rPr lang="en-US" sz="3200" dirty="0"/>
              <a:t>.</a:t>
            </a:r>
            <a:endParaRPr lang="en-IN" sz="3200" dirty="0"/>
          </a:p>
        </p:txBody>
      </p:sp>
    </p:spTree>
    <p:extLst>
      <p:ext uri="{BB962C8B-B14F-4D97-AF65-F5344CB8AC3E}">
        <p14:creationId xmlns:p14="http://schemas.microsoft.com/office/powerpoint/2010/main" val="2492958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B215A-5EE5-F553-7722-F24F6CF70ECB}"/>
              </a:ext>
            </a:extLst>
          </p:cNvPr>
          <p:cNvSpPr>
            <a:spLocks noGrp="1"/>
          </p:cNvSpPr>
          <p:nvPr>
            <p:ph type="title"/>
          </p:nvPr>
        </p:nvSpPr>
        <p:spPr/>
        <p:txBody>
          <a:bodyPr>
            <a:normAutofit fontScale="90000"/>
          </a:bodyPr>
          <a:lstStyle/>
          <a:p>
            <a:r>
              <a:rPr lang="en-US" dirty="0"/>
              <a:t>Feed Forward</a:t>
            </a:r>
            <a:endParaRPr lang="en-IN" dirty="0"/>
          </a:p>
        </p:txBody>
      </p:sp>
      <p:pic>
        <p:nvPicPr>
          <p:cNvPr id="2050" name="Picture 2" descr="Difference Between ANN AND RNN">
            <a:extLst>
              <a:ext uri="{FF2B5EF4-FFF2-40B4-BE49-F238E27FC236}">
                <a16:creationId xmlns:a16="http://schemas.microsoft.com/office/drawing/2014/main" id="{7B84037C-67D6-8D58-D988-2AA8B9EC6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20782" y="1043520"/>
            <a:ext cx="8559220" cy="47709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012233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MIT 6.S191: Recurrent Neural Networks | Lee's Blog">
            <a:extLst>
              <a:ext uri="{FF2B5EF4-FFF2-40B4-BE49-F238E27FC236}">
                <a16:creationId xmlns:a16="http://schemas.microsoft.com/office/drawing/2014/main" id="{95BAE06E-7751-6E0B-1715-A357A85FF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68717" y="1398145"/>
            <a:ext cx="9428480" cy="4900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9710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11895-FA9D-FB6D-2922-16E9AE803969}"/>
              </a:ext>
            </a:extLst>
          </p:cNvPr>
          <p:cNvSpPr>
            <a:spLocks noGrp="1"/>
          </p:cNvSpPr>
          <p:nvPr>
            <p:ph type="title"/>
          </p:nvPr>
        </p:nvSpPr>
        <p:spPr/>
        <p:txBody>
          <a:bodyPr>
            <a:normAutofit fontScale="90000"/>
          </a:bodyPr>
          <a:lstStyle/>
          <a:p>
            <a:r>
              <a:rPr lang="en-US" b="0" dirty="0"/>
              <a:t>Two Issues of Standard RNNs</a:t>
            </a:r>
            <a:endParaRPr lang="en-IN" dirty="0"/>
          </a:p>
        </p:txBody>
      </p:sp>
      <p:sp>
        <p:nvSpPr>
          <p:cNvPr id="3" name="Content Placeholder 2">
            <a:extLst>
              <a:ext uri="{FF2B5EF4-FFF2-40B4-BE49-F238E27FC236}">
                <a16:creationId xmlns:a16="http://schemas.microsoft.com/office/drawing/2014/main" id="{A2410B20-5D26-5CF1-C660-FC03E4CBE34D}"/>
              </a:ext>
            </a:extLst>
          </p:cNvPr>
          <p:cNvSpPr>
            <a:spLocks noGrp="1"/>
          </p:cNvSpPr>
          <p:nvPr>
            <p:ph idx="1"/>
          </p:nvPr>
        </p:nvSpPr>
        <p:spPr>
          <a:xfrm>
            <a:off x="833120" y="1595120"/>
            <a:ext cx="10393997" cy="4531150"/>
          </a:xfrm>
        </p:spPr>
        <p:txBody>
          <a:bodyPr/>
          <a:lstStyle/>
          <a:p>
            <a:r>
              <a:rPr lang="en-US" dirty="0"/>
              <a:t>RNNs have had to overcome two key challenges, but to comprehend them, one must first grasp what a gradient is.</a:t>
            </a:r>
            <a:endParaRPr lang="en-IN" dirty="0"/>
          </a:p>
        </p:txBody>
      </p:sp>
      <p:pic>
        <p:nvPicPr>
          <p:cNvPr id="5" name="Picture 4">
            <a:extLst>
              <a:ext uri="{FF2B5EF4-FFF2-40B4-BE49-F238E27FC236}">
                <a16:creationId xmlns:a16="http://schemas.microsoft.com/office/drawing/2014/main" id="{0E94755D-4695-4035-BC3B-D037416B2EF2}"/>
              </a:ext>
            </a:extLst>
          </p:cNvPr>
          <p:cNvPicPr>
            <a:picLocks noChangeAspect="1"/>
          </p:cNvPicPr>
          <p:nvPr/>
        </p:nvPicPr>
        <p:blipFill>
          <a:blip r:embed="rId2"/>
          <a:stretch>
            <a:fillRect/>
          </a:stretch>
        </p:blipFill>
        <p:spPr>
          <a:xfrm>
            <a:off x="2108200" y="2253054"/>
            <a:ext cx="6964680" cy="3873215"/>
          </a:xfrm>
          <a:prstGeom prst="rect">
            <a:avLst/>
          </a:prstGeom>
        </p:spPr>
      </p:pic>
    </p:spTree>
    <p:extLst>
      <p:ext uri="{BB962C8B-B14F-4D97-AF65-F5344CB8AC3E}">
        <p14:creationId xmlns:p14="http://schemas.microsoft.com/office/powerpoint/2010/main" val="39775278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0FAD4EC-B595-B05D-CA82-CABF14AB2BC8}"/>
              </a:ext>
            </a:extLst>
          </p:cNvPr>
          <p:cNvSpPr>
            <a:spLocks noGrp="1"/>
          </p:cNvSpPr>
          <p:nvPr>
            <p:ph idx="1"/>
          </p:nvPr>
        </p:nvSpPr>
        <p:spPr>
          <a:xfrm>
            <a:off x="264160" y="1402080"/>
            <a:ext cx="11582400" cy="4704080"/>
          </a:xfrm>
        </p:spPr>
        <p:txBody>
          <a:bodyPr>
            <a:normAutofit/>
          </a:bodyPr>
          <a:lstStyle/>
          <a:p>
            <a:r>
              <a:rPr lang="en-US" dirty="0"/>
              <a:t>A function’s slope is also known as its gradient. </a:t>
            </a:r>
          </a:p>
          <a:p>
            <a:r>
              <a:rPr lang="en-US" dirty="0"/>
              <a:t>The steeper the slope, the faster a model can learn, and the higher the gradient. </a:t>
            </a:r>
          </a:p>
          <a:p>
            <a:r>
              <a:rPr lang="en-US" dirty="0"/>
              <a:t>The model, on the other hand, will stop learning if the slope is zero. </a:t>
            </a:r>
          </a:p>
          <a:p>
            <a:r>
              <a:rPr lang="en-US" dirty="0"/>
              <a:t>A gradient is used to measure the change in all weights about the change in error.</a:t>
            </a:r>
          </a:p>
          <a:p>
            <a:r>
              <a:rPr lang="en-US" b="1" dirty="0"/>
              <a:t>Exploding Gradients:</a:t>
            </a:r>
            <a:r>
              <a:rPr lang="en-US" dirty="0"/>
              <a:t> Exploding gradients occur when the algorithm gives the weights an absurdly high priority for no apparent reason. Fortunately, truncating or squashing the gradients is a simple solution to this problem.</a:t>
            </a:r>
          </a:p>
          <a:p>
            <a:r>
              <a:rPr lang="en-US" b="1" dirty="0"/>
              <a:t>Vanishing Gradients:</a:t>
            </a:r>
            <a:r>
              <a:rPr lang="en-US" dirty="0"/>
              <a:t> Vanishing gradients occur when the gradient values are too small, causing the model to stop learning or take far too long. This was a big issue in the 1990s, and it was far more difficult to address than the exploding gradients. Fortunately, Sepp Hochreiter and Juergen </a:t>
            </a:r>
            <a:r>
              <a:rPr lang="en-US" dirty="0" err="1"/>
              <a:t>Schmidhuber’s</a:t>
            </a:r>
            <a:r>
              <a:rPr lang="en-US" dirty="0"/>
              <a:t> LSTM concept solved the problem.</a:t>
            </a:r>
          </a:p>
          <a:p>
            <a:endParaRPr lang="en-IN" dirty="0"/>
          </a:p>
        </p:txBody>
      </p:sp>
    </p:spTree>
    <p:extLst>
      <p:ext uri="{BB962C8B-B14F-4D97-AF65-F5344CB8AC3E}">
        <p14:creationId xmlns:p14="http://schemas.microsoft.com/office/powerpoint/2010/main" val="12383962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D0C6F-D622-876C-0924-8C6F075237A6}"/>
              </a:ext>
            </a:extLst>
          </p:cNvPr>
          <p:cNvSpPr>
            <a:spLocks noGrp="1"/>
          </p:cNvSpPr>
          <p:nvPr>
            <p:ph type="title"/>
          </p:nvPr>
        </p:nvSpPr>
        <p:spPr/>
        <p:txBody>
          <a:bodyPr>
            <a:normAutofit fontScale="90000"/>
          </a:bodyPr>
          <a:lstStyle/>
          <a:p>
            <a:r>
              <a:rPr lang="en-US" b="0" dirty="0"/>
              <a:t>What Are the Different Variations of RNN?</a:t>
            </a:r>
            <a:endParaRPr lang="en-IN" dirty="0"/>
          </a:p>
        </p:txBody>
      </p:sp>
      <p:sp>
        <p:nvSpPr>
          <p:cNvPr id="3" name="Content Placeholder 2">
            <a:extLst>
              <a:ext uri="{FF2B5EF4-FFF2-40B4-BE49-F238E27FC236}">
                <a16:creationId xmlns:a16="http://schemas.microsoft.com/office/drawing/2014/main" id="{FB4E1148-C5D7-8480-3C71-6C5D895165BF}"/>
              </a:ext>
            </a:extLst>
          </p:cNvPr>
          <p:cNvSpPr>
            <a:spLocks noGrp="1"/>
          </p:cNvSpPr>
          <p:nvPr>
            <p:ph idx="1"/>
          </p:nvPr>
        </p:nvSpPr>
        <p:spPr>
          <a:xfrm>
            <a:off x="436880" y="1452880"/>
            <a:ext cx="11236960" cy="4673390"/>
          </a:xfrm>
        </p:spPr>
        <p:txBody>
          <a:bodyPr/>
          <a:lstStyle/>
          <a:p>
            <a:pPr fontAlgn="base"/>
            <a:r>
              <a:rPr lang="en-US" b="1" dirty="0"/>
              <a:t>Standard RNNs</a:t>
            </a:r>
          </a:p>
          <a:p>
            <a:pPr fontAlgn="base"/>
            <a:r>
              <a:rPr lang="en-US" dirty="0"/>
              <a:t>The most basic version of an RNN, where the output at each time step depends on both the </a:t>
            </a:r>
            <a:r>
              <a:rPr lang="en-US" b="1" dirty="0"/>
              <a:t>current input and the hidden state from the previous time step</a:t>
            </a:r>
            <a:r>
              <a:rPr lang="en-US" dirty="0"/>
              <a:t>, suffers from problems such as vanishing gradients, making it difficult for them to learn long-term dependencies.</a:t>
            </a:r>
          </a:p>
          <a:p>
            <a:pPr fontAlgn="base"/>
            <a:r>
              <a:rPr lang="en-US" dirty="0"/>
              <a:t> They excel in simple tasks with short-term dependencies, such as predicting the next word in a sentence (for short, simple sentences) or the next value in a simple time series.</a:t>
            </a:r>
          </a:p>
          <a:p>
            <a:pPr fontAlgn="base"/>
            <a:r>
              <a:rPr lang="en-US" dirty="0"/>
              <a:t>RNNs are good for tasks that process data sequentially in real time, such as processing </a:t>
            </a:r>
            <a:r>
              <a:rPr lang="en-US" b="1" dirty="0"/>
              <a:t>sensor data to detect anomalies in short time frames</a:t>
            </a:r>
            <a:r>
              <a:rPr lang="en-US" dirty="0"/>
              <a:t>, where inputs are received one at a time and predictions need to be made immediately based on the most recent inputs.</a:t>
            </a:r>
          </a:p>
        </p:txBody>
      </p:sp>
    </p:spTree>
    <p:extLst>
      <p:ext uri="{BB962C8B-B14F-4D97-AF65-F5344CB8AC3E}">
        <p14:creationId xmlns:p14="http://schemas.microsoft.com/office/powerpoint/2010/main" val="3152789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5BC13B-E68C-1DCC-0D99-BBB4A507A96C}"/>
              </a:ext>
            </a:extLst>
          </p:cNvPr>
          <p:cNvSpPr>
            <a:spLocks noGrp="1"/>
          </p:cNvSpPr>
          <p:nvPr>
            <p:ph idx="1"/>
          </p:nvPr>
        </p:nvSpPr>
        <p:spPr>
          <a:xfrm>
            <a:off x="1025842" y="1727200"/>
            <a:ext cx="10201275" cy="4399070"/>
          </a:xfrm>
        </p:spPr>
        <p:txBody>
          <a:bodyPr/>
          <a:lstStyle/>
          <a:p>
            <a:pPr fontAlgn="base"/>
            <a:r>
              <a:rPr lang="en-US" b="1" dirty="0"/>
              <a:t>Bidirectional recurrent neural networks (BRNNs)</a:t>
            </a:r>
          </a:p>
          <a:p>
            <a:pPr fontAlgn="base"/>
            <a:r>
              <a:rPr lang="en-US" dirty="0"/>
              <a:t>While unidirectional RNNs can only be drawn from previous inputs to make predictions about the current state, bidirectional RNNs or BRNNs, </a:t>
            </a:r>
            <a:r>
              <a:rPr lang="en-US" b="1" dirty="0"/>
              <a:t>pull in future data to improve the accuracy </a:t>
            </a:r>
            <a:r>
              <a:rPr lang="en-US" dirty="0"/>
              <a:t>of it.</a:t>
            </a:r>
          </a:p>
          <a:p>
            <a:pPr fontAlgn="base"/>
            <a:r>
              <a:rPr lang="en-US" dirty="0"/>
              <a:t> Returning to the example of “feeling under the weather”, a model based on a BRNN can better predict that the second word in that phrase is “under” if it knows that the last word in the sequence is “weather.”</a:t>
            </a:r>
          </a:p>
          <a:p>
            <a:endParaRPr lang="en-IN" dirty="0"/>
          </a:p>
        </p:txBody>
      </p:sp>
    </p:spTree>
    <p:extLst>
      <p:ext uri="{BB962C8B-B14F-4D97-AF65-F5344CB8AC3E}">
        <p14:creationId xmlns:p14="http://schemas.microsoft.com/office/powerpoint/2010/main" val="2490801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AAFDE0-3F9B-332D-C17E-96E5D43606A0}"/>
              </a:ext>
            </a:extLst>
          </p:cNvPr>
          <p:cNvSpPr>
            <a:spLocks noGrp="1"/>
          </p:cNvSpPr>
          <p:nvPr>
            <p:ph idx="1"/>
          </p:nvPr>
        </p:nvSpPr>
        <p:spPr>
          <a:xfrm>
            <a:off x="894080" y="1727200"/>
            <a:ext cx="10333037" cy="4399070"/>
          </a:xfrm>
        </p:spPr>
        <p:txBody>
          <a:bodyPr/>
          <a:lstStyle/>
          <a:p>
            <a:r>
              <a:rPr lang="en-US" b="1" dirty="0"/>
              <a:t>Long Short-Term Memory (</a:t>
            </a:r>
            <a:r>
              <a:rPr lang="en-US" b="1" u="sng" dirty="0">
                <a:hlinkClick r:id="rId2"/>
              </a:rPr>
              <a:t>LSTM</a:t>
            </a:r>
            <a:r>
              <a:rPr lang="en-US" b="1" dirty="0"/>
              <a:t>):</a:t>
            </a:r>
            <a:r>
              <a:rPr lang="en-US" dirty="0"/>
              <a:t> </a:t>
            </a:r>
          </a:p>
          <a:p>
            <a:r>
              <a:rPr lang="en-US" dirty="0"/>
              <a:t>A popular choice for complex tasks.</a:t>
            </a:r>
          </a:p>
          <a:p>
            <a:r>
              <a:rPr lang="en-US" dirty="0"/>
              <a:t> LSTM networks introduce gates, i.e., input gate, output gate, and forget gate, that control the flow of information within the network, allowing them to learn long-term dependencies more effectively than vanilla RNNs.</a:t>
            </a:r>
          </a:p>
          <a:p>
            <a:endParaRPr lang="en-IN" dirty="0"/>
          </a:p>
        </p:txBody>
      </p:sp>
    </p:spTree>
    <p:extLst>
      <p:ext uri="{BB962C8B-B14F-4D97-AF65-F5344CB8AC3E}">
        <p14:creationId xmlns:p14="http://schemas.microsoft.com/office/powerpoint/2010/main" val="4117029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1E7CAC-8CAD-B5CD-6485-6DFE38C9A6F7}"/>
              </a:ext>
            </a:extLst>
          </p:cNvPr>
          <p:cNvSpPr>
            <a:spLocks noGrp="1"/>
          </p:cNvSpPr>
          <p:nvPr>
            <p:ph idx="1"/>
          </p:nvPr>
        </p:nvSpPr>
        <p:spPr>
          <a:xfrm>
            <a:off x="853440" y="1442720"/>
            <a:ext cx="10373677" cy="4683550"/>
          </a:xfrm>
        </p:spPr>
        <p:txBody>
          <a:bodyPr/>
          <a:lstStyle/>
          <a:p>
            <a:pPr algn="just" fontAlgn="base"/>
            <a:r>
              <a:rPr lang="en-US" b="1" dirty="0"/>
              <a:t>Gated recurrent units (GRUs)</a:t>
            </a:r>
          </a:p>
          <a:p>
            <a:pPr algn="just" fontAlgn="base"/>
            <a:r>
              <a:rPr lang="en-US" dirty="0"/>
              <a:t>A GRU is similar to an LSTM as it also works to address the short-term memory problem of RNN models.</a:t>
            </a:r>
          </a:p>
          <a:p>
            <a:pPr algn="just" fontAlgn="base"/>
            <a:r>
              <a:rPr lang="en-US" dirty="0"/>
              <a:t> Instead of using a “cell state” to regulate information, it uses hidden states, and instead of 3 gates, it has 2: a reset gate and an update gate.</a:t>
            </a:r>
          </a:p>
          <a:p>
            <a:pPr algn="just" fontAlgn="base"/>
            <a:r>
              <a:rPr lang="en-US" dirty="0"/>
              <a:t> Similar to the gates within LSTMs, the </a:t>
            </a:r>
            <a:r>
              <a:rPr lang="en-US" b="1" dirty="0"/>
              <a:t>reset and update gates control how much and which information to retain.</a:t>
            </a:r>
          </a:p>
          <a:p>
            <a:pPr algn="just" fontAlgn="base"/>
            <a:r>
              <a:rPr lang="en-US" dirty="0"/>
              <a:t>Because of its simpler architecture, GRUs are computationally more efficient and require fewer parameters compared to LSTMs. </a:t>
            </a:r>
          </a:p>
          <a:p>
            <a:pPr algn="just" fontAlgn="base"/>
            <a:r>
              <a:rPr lang="en-US" dirty="0"/>
              <a:t>This makes them faster to train and often more suitable for certain real-time or resource-constrained applications.</a:t>
            </a:r>
          </a:p>
          <a:p>
            <a:pPr algn="just"/>
            <a:endParaRPr lang="en-IN" dirty="0"/>
          </a:p>
        </p:txBody>
      </p:sp>
    </p:spTree>
    <p:extLst>
      <p:ext uri="{BB962C8B-B14F-4D97-AF65-F5344CB8AC3E}">
        <p14:creationId xmlns:p14="http://schemas.microsoft.com/office/powerpoint/2010/main" val="7411744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12AE87-2E57-A669-87E0-6933BBACF9B5}"/>
              </a:ext>
            </a:extLst>
          </p:cNvPr>
          <p:cNvSpPr>
            <a:spLocks noGrp="1"/>
          </p:cNvSpPr>
          <p:nvPr>
            <p:ph idx="1"/>
          </p:nvPr>
        </p:nvSpPr>
        <p:spPr/>
        <p:txBody>
          <a:bodyPr/>
          <a:lstStyle/>
          <a:p>
            <a:pPr fontAlgn="base"/>
            <a:r>
              <a:rPr lang="en-US" b="1" dirty="0"/>
              <a:t>Encoder-decoder RNNs</a:t>
            </a:r>
          </a:p>
          <a:p>
            <a:pPr fontAlgn="base"/>
            <a:r>
              <a:rPr lang="en-US" dirty="0"/>
              <a:t>These are commonly used for sequence-to-sequence tasks, such as machine translation.</a:t>
            </a:r>
          </a:p>
          <a:p>
            <a:pPr fontAlgn="base"/>
            <a:r>
              <a:rPr lang="en-US" dirty="0"/>
              <a:t> The encoder processes the </a:t>
            </a:r>
            <a:r>
              <a:rPr lang="en-US" b="1" dirty="0"/>
              <a:t>input sequence into a fixed-length vector (context),</a:t>
            </a:r>
            <a:r>
              <a:rPr lang="en-US" dirty="0"/>
              <a:t> and the decoder uses that context to generate the output sequence. </a:t>
            </a:r>
          </a:p>
          <a:p>
            <a:pPr fontAlgn="base"/>
            <a:r>
              <a:rPr lang="en-US" dirty="0"/>
              <a:t>However, the fixed-length context vector can be a bottleneck, especially for long input sequences.</a:t>
            </a:r>
          </a:p>
        </p:txBody>
      </p:sp>
    </p:spTree>
    <p:extLst>
      <p:ext uri="{BB962C8B-B14F-4D97-AF65-F5344CB8AC3E}">
        <p14:creationId xmlns:p14="http://schemas.microsoft.com/office/powerpoint/2010/main" val="306006641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1D1DBB-158C-95D7-9FFC-6243B3D3E731}"/>
              </a:ext>
            </a:extLst>
          </p:cNvPr>
          <p:cNvSpPr>
            <a:spLocks noGrp="1"/>
          </p:cNvSpPr>
          <p:nvPr>
            <p:ph idx="1"/>
          </p:nvPr>
        </p:nvSpPr>
        <p:spPr>
          <a:xfrm>
            <a:off x="1025842" y="1503680"/>
            <a:ext cx="10201275" cy="4622590"/>
          </a:xfrm>
        </p:spPr>
        <p:txBody>
          <a:bodyPr/>
          <a:lstStyle/>
          <a:p>
            <a:r>
              <a:rPr lang="en-US" b="1" dirty="0"/>
              <a:t>Deep RNN:</a:t>
            </a:r>
            <a:r>
              <a:rPr lang="en-US" dirty="0"/>
              <a:t> </a:t>
            </a:r>
          </a:p>
          <a:p>
            <a:r>
              <a:rPr lang="en-US" dirty="0"/>
              <a:t>Stacking multiple RNN layers on top of each other, deep RNNs create a more complex architecture. </a:t>
            </a:r>
          </a:p>
          <a:p>
            <a:r>
              <a:rPr lang="en-US" dirty="0"/>
              <a:t>This allows them to capture intricate relationships within very long sequences of data.</a:t>
            </a:r>
          </a:p>
          <a:p>
            <a:r>
              <a:rPr lang="en-US" dirty="0"/>
              <a:t> They are particularly useful for tasks where the order of elements spans long stretches.</a:t>
            </a:r>
          </a:p>
          <a:p>
            <a:endParaRPr lang="en-IN" dirty="0"/>
          </a:p>
        </p:txBody>
      </p:sp>
    </p:spTree>
    <p:extLst>
      <p:ext uri="{BB962C8B-B14F-4D97-AF65-F5344CB8AC3E}">
        <p14:creationId xmlns:p14="http://schemas.microsoft.com/office/powerpoint/2010/main" val="215660485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D2DF2-5ECE-CAF6-660C-B7B590074A66}"/>
              </a:ext>
            </a:extLst>
          </p:cNvPr>
          <p:cNvSpPr>
            <a:spLocks noGrp="1"/>
          </p:cNvSpPr>
          <p:nvPr>
            <p:ph type="title"/>
          </p:nvPr>
        </p:nvSpPr>
        <p:spPr/>
        <p:txBody>
          <a:bodyPr>
            <a:normAutofit fontScale="90000"/>
          </a:bodyPr>
          <a:lstStyle/>
          <a:p>
            <a:r>
              <a:rPr lang="en-IN" dirty="0"/>
              <a:t>RNN Applications</a:t>
            </a:r>
          </a:p>
        </p:txBody>
      </p:sp>
      <p:sp>
        <p:nvSpPr>
          <p:cNvPr id="3" name="Content Placeholder 2">
            <a:extLst>
              <a:ext uri="{FF2B5EF4-FFF2-40B4-BE49-F238E27FC236}">
                <a16:creationId xmlns:a16="http://schemas.microsoft.com/office/drawing/2014/main" id="{584ACC2A-BC45-E5A8-9E8F-D72695574203}"/>
              </a:ext>
            </a:extLst>
          </p:cNvPr>
          <p:cNvSpPr>
            <a:spLocks noGrp="1"/>
          </p:cNvSpPr>
          <p:nvPr>
            <p:ph idx="1"/>
          </p:nvPr>
        </p:nvSpPr>
        <p:spPr>
          <a:xfrm>
            <a:off x="335280" y="1391920"/>
            <a:ext cx="11236960" cy="4734350"/>
          </a:xfrm>
        </p:spPr>
        <p:txBody>
          <a:bodyPr>
            <a:normAutofit lnSpcReduction="10000"/>
          </a:bodyPr>
          <a:lstStyle/>
          <a:p>
            <a:pPr>
              <a:lnSpc>
                <a:spcPct val="120000"/>
              </a:lnSpc>
              <a:spcBef>
                <a:spcPts val="0"/>
              </a:spcBef>
              <a:spcAft>
                <a:spcPts val="0"/>
              </a:spcAft>
            </a:pPr>
            <a:r>
              <a:rPr lang="en-US" dirty="0"/>
              <a:t>Recurrent neural networks (RNNs) shine in tasks involving sequential data, where order and context are crucial. Let’s explore some real-world use cases. Using RNN models and sequence datasets, you may tackle a variety of problems, including :</a:t>
            </a:r>
          </a:p>
          <a:p>
            <a:pPr>
              <a:lnSpc>
                <a:spcPct val="120000"/>
              </a:lnSpc>
              <a:spcBef>
                <a:spcPts val="0"/>
              </a:spcBef>
              <a:spcAft>
                <a:spcPts val="0"/>
              </a:spcAft>
            </a:pPr>
            <a:r>
              <a:rPr lang="en-US" b="1" dirty="0"/>
              <a:t>Speech Recognition:</a:t>
            </a:r>
            <a:r>
              <a:rPr lang="en-US" dirty="0"/>
              <a:t> RNNs power virtual assistants like Siri and Alexa, allowing them to understand spoken language and respond accordingly.</a:t>
            </a:r>
          </a:p>
          <a:p>
            <a:pPr>
              <a:lnSpc>
                <a:spcPct val="120000"/>
              </a:lnSpc>
              <a:spcBef>
                <a:spcPts val="0"/>
              </a:spcBef>
              <a:spcAft>
                <a:spcPts val="0"/>
              </a:spcAft>
            </a:pPr>
            <a:r>
              <a:rPr lang="en-US" b="1" dirty="0"/>
              <a:t>Machine Translation:</a:t>
            </a:r>
            <a:r>
              <a:rPr lang="en-US" dirty="0"/>
              <a:t> RNNs translate languages more accurately, like Google Translate by </a:t>
            </a:r>
            <a:r>
              <a:rPr lang="en-US" dirty="0" err="1"/>
              <a:t>analysing</a:t>
            </a:r>
            <a:r>
              <a:rPr lang="en-US" dirty="0"/>
              <a:t> sentence structure and context.</a:t>
            </a:r>
          </a:p>
          <a:p>
            <a:pPr>
              <a:lnSpc>
                <a:spcPct val="120000"/>
              </a:lnSpc>
              <a:spcBef>
                <a:spcPts val="0"/>
              </a:spcBef>
              <a:spcAft>
                <a:spcPts val="0"/>
              </a:spcAft>
            </a:pPr>
            <a:r>
              <a:rPr lang="en-US" b="1" dirty="0"/>
              <a:t>Text Generation:</a:t>
            </a:r>
            <a:r>
              <a:rPr lang="en-US" dirty="0"/>
              <a:t> RNNs are behind chatbots that can hold conversations and even creative writing tools that generate different text formats.</a:t>
            </a:r>
          </a:p>
          <a:p>
            <a:pPr>
              <a:lnSpc>
                <a:spcPct val="120000"/>
              </a:lnSpc>
              <a:spcBef>
                <a:spcPts val="0"/>
              </a:spcBef>
              <a:spcAft>
                <a:spcPts val="0"/>
              </a:spcAft>
            </a:pPr>
            <a:r>
              <a:rPr lang="en-US" b="1" dirty="0"/>
              <a:t>Time Series Forecasting:</a:t>
            </a:r>
            <a:r>
              <a:rPr lang="en-US" dirty="0"/>
              <a:t> RNNs analyze financial data to </a:t>
            </a:r>
            <a:r>
              <a:rPr lang="en-US" u="sng" dirty="0">
                <a:hlinkClick r:id="rId2"/>
              </a:rPr>
              <a:t>predict stock prices</a:t>
            </a:r>
            <a:r>
              <a:rPr lang="en-US" dirty="0"/>
              <a:t> or weather patterns based on historical trends.</a:t>
            </a:r>
          </a:p>
          <a:p>
            <a:pPr>
              <a:lnSpc>
                <a:spcPct val="120000"/>
              </a:lnSpc>
              <a:spcBef>
                <a:spcPts val="0"/>
              </a:spcBef>
              <a:spcAft>
                <a:spcPts val="0"/>
              </a:spcAft>
            </a:pPr>
            <a:endParaRPr lang="en-IN" dirty="0"/>
          </a:p>
        </p:txBody>
      </p:sp>
    </p:spTree>
    <p:extLst>
      <p:ext uri="{BB962C8B-B14F-4D97-AF65-F5344CB8AC3E}">
        <p14:creationId xmlns:p14="http://schemas.microsoft.com/office/powerpoint/2010/main" val="22695350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FE2D00-158A-44B1-929D-2DDDF40B6377}"/>
              </a:ext>
            </a:extLst>
          </p:cNvPr>
          <p:cNvSpPr>
            <a:spLocks noGrp="1"/>
          </p:cNvSpPr>
          <p:nvPr>
            <p:ph idx="1"/>
          </p:nvPr>
        </p:nvSpPr>
        <p:spPr>
          <a:xfrm>
            <a:off x="812800" y="1605280"/>
            <a:ext cx="10414317" cy="4520990"/>
          </a:xfrm>
        </p:spPr>
        <p:txBody>
          <a:bodyPr>
            <a:normAutofit fontScale="92500" lnSpcReduction="10000"/>
          </a:bodyPr>
          <a:lstStyle/>
          <a:p>
            <a:pPr>
              <a:lnSpc>
                <a:spcPct val="120000"/>
              </a:lnSpc>
              <a:spcBef>
                <a:spcPts val="0"/>
              </a:spcBef>
              <a:spcAft>
                <a:spcPts val="0"/>
              </a:spcAft>
            </a:pPr>
            <a:r>
              <a:rPr lang="en-US" b="1" dirty="0"/>
              <a:t>Music Generation:</a:t>
            </a:r>
            <a:r>
              <a:rPr lang="en-US" dirty="0"/>
              <a:t> RNNs can </a:t>
            </a:r>
            <a:r>
              <a:rPr lang="en-US" u="sng" dirty="0">
                <a:hlinkClick r:id="rId2">
                  <a:extLst>
                    <a:ext uri="{A12FA001-AC4F-418D-AE19-62706E023703}">
                      <ahyp:hlinkClr xmlns:ahyp="http://schemas.microsoft.com/office/drawing/2018/hyperlinkcolor" val="tx"/>
                    </a:ext>
                  </a:extLst>
                </a:hlinkClick>
              </a:rPr>
              <a:t>generate music</a:t>
            </a:r>
            <a:r>
              <a:rPr lang="en-US" dirty="0"/>
              <a:t> by learning patterns from existing pieces and generating new melodies or accompaniments.</a:t>
            </a:r>
          </a:p>
          <a:p>
            <a:pPr>
              <a:lnSpc>
                <a:spcPct val="120000"/>
              </a:lnSpc>
              <a:spcBef>
                <a:spcPts val="0"/>
              </a:spcBef>
              <a:spcAft>
                <a:spcPts val="0"/>
              </a:spcAft>
            </a:pPr>
            <a:r>
              <a:rPr lang="en-US" b="1" dirty="0"/>
              <a:t>Video Captioning:</a:t>
            </a:r>
            <a:r>
              <a:rPr lang="en-US" dirty="0"/>
              <a:t> RNNs analyze video content and automatically generate captions, making video browsing more accessible.</a:t>
            </a:r>
          </a:p>
          <a:p>
            <a:pPr>
              <a:lnSpc>
                <a:spcPct val="120000"/>
              </a:lnSpc>
              <a:spcBef>
                <a:spcPts val="0"/>
              </a:spcBef>
              <a:spcAft>
                <a:spcPts val="0"/>
              </a:spcAft>
            </a:pPr>
            <a:r>
              <a:rPr lang="en-US" b="1" u="sng" dirty="0">
                <a:hlinkClick r:id="rId3">
                  <a:extLst>
                    <a:ext uri="{A12FA001-AC4F-418D-AE19-62706E023703}">
                      <ahyp:hlinkClr xmlns:ahyp="http://schemas.microsoft.com/office/drawing/2018/hyperlinkcolor" val="tx"/>
                    </a:ext>
                  </a:extLst>
                </a:hlinkClick>
              </a:rPr>
              <a:t>Anomaly Detection</a:t>
            </a:r>
            <a:r>
              <a:rPr lang="en-US" b="1" dirty="0"/>
              <a:t>:</a:t>
            </a:r>
            <a:r>
              <a:rPr lang="en-US" dirty="0"/>
              <a:t> RNNs can learn normal patterns in data streams (e.g., network traffic) and detect anomalies that might indicate fraud or system failures.</a:t>
            </a:r>
          </a:p>
          <a:p>
            <a:pPr>
              <a:lnSpc>
                <a:spcPct val="120000"/>
              </a:lnSpc>
              <a:spcBef>
                <a:spcPts val="0"/>
              </a:spcBef>
              <a:spcAft>
                <a:spcPts val="0"/>
              </a:spcAft>
            </a:pPr>
            <a:r>
              <a:rPr lang="en-US" b="1" u="sng" dirty="0">
                <a:hlinkClick r:id="rId4">
                  <a:extLst>
                    <a:ext uri="{A12FA001-AC4F-418D-AE19-62706E023703}">
                      <ahyp:hlinkClr xmlns:ahyp="http://schemas.microsoft.com/office/drawing/2018/hyperlinkcolor" val="tx"/>
                    </a:ext>
                  </a:extLst>
                </a:hlinkClick>
              </a:rPr>
              <a:t>Sentiment Analysis</a:t>
            </a:r>
            <a:r>
              <a:rPr lang="en-US" b="1" dirty="0"/>
              <a:t>:</a:t>
            </a:r>
            <a:r>
              <a:rPr lang="en-US" dirty="0"/>
              <a:t> RNNs can analyze sentiment in social media posts, reviews, or surveys by understanding the context and flow of text.</a:t>
            </a:r>
          </a:p>
          <a:p>
            <a:pPr>
              <a:lnSpc>
                <a:spcPct val="120000"/>
              </a:lnSpc>
              <a:spcBef>
                <a:spcPts val="0"/>
              </a:spcBef>
              <a:spcAft>
                <a:spcPts val="0"/>
              </a:spcAft>
            </a:pPr>
            <a:r>
              <a:rPr lang="en-US" b="1" dirty="0"/>
              <a:t>Stock Market Recommendation:</a:t>
            </a:r>
            <a:r>
              <a:rPr lang="en-US" dirty="0"/>
              <a:t> RNNs can analyze market trends and news to suggest potential investment opportunities.</a:t>
            </a:r>
          </a:p>
          <a:p>
            <a:pPr>
              <a:lnSpc>
                <a:spcPct val="120000"/>
              </a:lnSpc>
              <a:spcBef>
                <a:spcPts val="0"/>
              </a:spcBef>
              <a:spcAft>
                <a:spcPts val="0"/>
              </a:spcAft>
            </a:pPr>
            <a:r>
              <a:rPr lang="en-US" b="1" dirty="0"/>
              <a:t>Sequence study of the genome and DNA:</a:t>
            </a:r>
            <a:r>
              <a:rPr lang="en-US" dirty="0"/>
              <a:t> RNNs can analyze sequential data in genomes and DNA to identify patterns and predict gene function or disease risk.</a:t>
            </a:r>
          </a:p>
          <a:p>
            <a:endParaRPr lang="en-IN" dirty="0"/>
          </a:p>
        </p:txBody>
      </p:sp>
    </p:spTree>
    <p:extLst>
      <p:ext uri="{BB962C8B-B14F-4D97-AF65-F5344CB8AC3E}">
        <p14:creationId xmlns:p14="http://schemas.microsoft.com/office/powerpoint/2010/main" val="19365294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116B1-D7DE-80B7-B676-87B6CC3BA690}"/>
              </a:ext>
            </a:extLst>
          </p:cNvPr>
          <p:cNvSpPr>
            <a:spLocks noGrp="1"/>
          </p:cNvSpPr>
          <p:nvPr>
            <p:ph type="title"/>
          </p:nvPr>
        </p:nvSpPr>
        <p:spPr/>
        <p:txBody>
          <a:bodyPr>
            <a:normAutofit fontScale="90000"/>
          </a:bodyPr>
          <a:lstStyle/>
          <a:p>
            <a:r>
              <a:rPr lang="en-US" b="0" dirty="0"/>
              <a:t>Advantages and Disadvantages of RNNs</a:t>
            </a:r>
            <a:endParaRPr lang="en-IN" dirty="0"/>
          </a:p>
        </p:txBody>
      </p:sp>
      <p:graphicFrame>
        <p:nvGraphicFramePr>
          <p:cNvPr id="4" name="Content Placeholder 3">
            <a:extLst>
              <a:ext uri="{FF2B5EF4-FFF2-40B4-BE49-F238E27FC236}">
                <a16:creationId xmlns:a16="http://schemas.microsoft.com/office/drawing/2014/main" id="{0E45A7F1-EF95-F086-1E71-688FFA95D17C}"/>
              </a:ext>
            </a:extLst>
          </p:cNvPr>
          <p:cNvGraphicFramePr>
            <a:graphicFrameLocks noGrp="1"/>
          </p:cNvGraphicFramePr>
          <p:nvPr>
            <p:ph idx="1"/>
            <p:extLst>
              <p:ext uri="{D42A27DB-BD31-4B8C-83A1-F6EECF244321}">
                <p14:modId xmlns:p14="http://schemas.microsoft.com/office/powerpoint/2010/main" val="3568217133"/>
              </p:ext>
            </p:extLst>
          </p:nvPr>
        </p:nvGraphicFramePr>
        <p:xfrm>
          <a:off x="853440" y="1727200"/>
          <a:ext cx="10637520" cy="3901437"/>
        </p:xfrm>
        <a:graphic>
          <a:graphicData uri="http://schemas.openxmlformats.org/drawingml/2006/table">
            <a:tbl>
              <a:tblPr/>
              <a:tblGrid>
                <a:gridCol w="5318760">
                  <a:extLst>
                    <a:ext uri="{9D8B030D-6E8A-4147-A177-3AD203B41FA5}">
                      <a16:colId xmlns:a16="http://schemas.microsoft.com/office/drawing/2014/main" val="3209409023"/>
                    </a:ext>
                  </a:extLst>
                </a:gridCol>
                <a:gridCol w="5318760">
                  <a:extLst>
                    <a:ext uri="{9D8B030D-6E8A-4147-A177-3AD203B41FA5}">
                      <a16:colId xmlns:a16="http://schemas.microsoft.com/office/drawing/2014/main" val="83598052"/>
                    </a:ext>
                  </a:extLst>
                </a:gridCol>
              </a:tblGrid>
              <a:tr h="642009">
                <a:tc>
                  <a:txBody>
                    <a:bodyPr/>
                    <a:lstStyle/>
                    <a:p>
                      <a:pPr algn="l">
                        <a:buNone/>
                      </a:pPr>
                      <a:r>
                        <a:rPr lang="en-IN" sz="2400" b="1">
                          <a:effectLst/>
                        </a:rPr>
                        <a:t>Advantages of RNNs</a:t>
                      </a:r>
                    </a:p>
                  </a:txBody>
                  <a:tcPr marL="60960" marR="60960" marT="60960" marB="609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6E6E6"/>
                    </a:solidFill>
                  </a:tcPr>
                </a:tc>
                <a:tc>
                  <a:txBody>
                    <a:bodyPr/>
                    <a:lstStyle/>
                    <a:p>
                      <a:pPr algn="l">
                        <a:buNone/>
                      </a:pPr>
                      <a:r>
                        <a:rPr lang="en-IN" sz="2400" b="1" dirty="0">
                          <a:effectLst/>
                        </a:rPr>
                        <a:t>Disadvantages of RNNs</a:t>
                      </a:r>
                    </a:p>
                  </a:txBody>
                  <a:tcPr marL="60960" marR="60960" marT="60960" marB="609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E6E6E6"/>
                    </a:solidFill>
                  </a:tcPr>
                </a:tc>
                <a:extLst>
                  <a:ext uri="{0D108BD9-81ED-4DB2-BD59-A6C34878D82A}">
                    <a16:rowId xmlns:a16="http://schemas.microsoft.com/office/drawing/2014/main" val="514908039"/>
                  </a:ext>
                </a:extLst>
              </a:tr>
              <a:tr h="1086476">
                <a:tc>
                  <a:txBody>
                    <a:bodyPr/>
                    <a:lstStyle/>
                    <a:p>
                      <a:pPr>
                        <a:buNone/>
                      </a:pPr>
                      <a:r>
                        <a:rPr lang="en-US" sz="2400">
                          <a:effectLst/>
                        </a:rPr>
                        <a:t>Handle sequential data effectively, including text, speech, and time series.</a:t>
                      </a:r>
                    </a:p>
                  </a:txBody>
                  <a:tcPr marL="60960" marR="60960" marT="60960" marB="609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buNone/>
                      </a:pPr>
                      <a:r>
                        <a:rPr lang="en-US" sz="2400">
                          <a:effectLst/>
                        </a:rPr>
                        <a:t>Prone to vanishing and exploding gradient problems, hindering learning.</a:t>
                      </a:r>
                    </a:p>
                  </a:txBody>
                  <a:tcPr marL="60960" marR="60960" marT="60960" marB="609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983727452"/>
                  </a:ext>
                </a:extLst>
              </a:tr>
              <a:tr h="1086476">
                <a:tc>
                  <a:txBody>
                    <a:bodyPr/>
                    <a:lstStyle/>
                    <a:p>
                      <a:pPr>
                        <a:buNone/>
                      </a:pPr>
                      <a:r>
                        <a:rPr lang="en-US" sz="2400">
                          <a:effectLst/>
                        </a:rPr>
                        <a:t>Process inputs of any length, unlike feedforward neural networks.</a:t>
                      </a:r>
                    </a:p>
                  </a:txBody>
                  <a:tcPr marL="60960" marR="60960" marT="60960" marB="609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9F9F9"/>
                    </a:solidFill>
                  </a:tcPr>
                </a:tc>
                <a:tc>
                  <a:txBody>
                    <a:bodyPr/>
                    <a:lstStyle/>
                    <a:p>
                      <a:pPr>
                        <a:buNone/>
                      </a:pPr>
                      <a:r>
                        <a:rPr lang="en-US" sz="2400">
                          <a:effectLst/>
                        </a:rPr>
                        <a:t>Training can be challenging, especially for long sequences.</a:t>
                      </a:r>
                    </a:p>
                  </a:txBody>
                  <a:tcPr marL="60960" marR="60960" marT="60960" marB="609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9F9F9"/>
                    </a:solidFill>
                  </a:tcPr>
                </a:tc>
                <a:extLst>
                  <a:ext uri="{0D108BD9-81ED-4DB2-BD59-A6C34878D82A}">
                    <a16:rowId xmlns:a16="http://schemas.microsoft.com/office/drawing/2014/main" val="2124211225"/>
                  </a:ext>
                </a:extLst>
              </a:tr>
              <a:tr h="1086476">
                <a:tc>
                  <a:txBody>
                    <a:bodyPr/>
                    <a:lstStyle/>
                    <a:p>
                      <a:pPr>
                        <a:buNone/>
                      </a:pPr>
                      <a:r>
                        <a:rPr lang="en-US" sz="2400" dirty="0">
                          <a:effectLst/>
                        </a:rPr>
                        <a:t>Share weights across time steps, enhancing training efficiency.</a:t>
                      </a:r>
                    </a:p>
                  </a:txBody>
                  <a:tcPr marL="60960" marR="60960" marT="60960" marB="609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tc>
                  <a:txBody>
                    <a:bodyPr/>
                    <a:lstStyle/>
                    <a:p>
                      <a:pPr>
                        <a:buNone/>
                      </a:pPr>
                      <a:r>
                        <a:rPr lang="en-US" sz="2400" dirty="0">
                          <a:effectLst/>
                        </a:rPr>
                        <a:t>Computationally slower than other neural network architectures.</a:t>
                      </a:r>
                    </a:p>
                  </a:txBody>
                  <a:tcPr marL="60960" marR="60960" marT="60960" marB="60960" anchor="ctr">
                    <a:lnL w="7620" cap="flat" cmpd="sng" algn="ctr">
                      <a:solidFill>
                        <a:srgbClr val="000000"/>
                      </a:solidFill>
                      <a:prstDash val="solid"/>
                      <a:round/>
                      <a:headEnd type="none" w="med" len="med"/>
                      <a:tailEnd type="none" w="med" len="med"/>
                    </a:lnL>
                    <a:lnR w="7620" cap="flat" cmpd="sng" algn="ctr">
                      <a:solidFill>
                        <a:srgbClr val="000000"/>
                      </a:solidFill>
                      <a:prstDash val="solid"/>
                      <a:round/>
                      <a:headEnd type="none" w="med" len="med"/>
                      <a:tailEnd type="none" w="med" len="med"/>
                    </a:lnR>
                    <a:lnT w="7620" cap="flat" cmpd="sng" algn="ctr">
                      <a:solidFill>
                        <a:srgbClr val="000000"/>
                      </a:solidFill>
                      <a:prstDash val="solid"/>
                      <a:round/>
                      <a:headEnd type="none" w="med" len="med"/>
                      <a:tailEnd type="none" w="med" len="med"/>
                    </a:lnT>
                    <a:lnB w="762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202481063"/>
                  </a:ext>
                </a:extLst>
              </a:tr>
            </a:tbl>
          </a:graphicData>
        </a:graphic>
      </p:graphicFrame>
    </p:spTree>
    <p:extLst>
      <p:ext uri="{BB962C8B-B14F-4D97-AF65-F5344CB8AC3E}">
        <p14:creationId xmlns:p14="http://schemas.microsoft.com/office/powerpoint/2010/main" val="8430845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869E0-6299-6356-CAFB-ED69B23158E9}"/>
              </a:ext>
            </a:extLst>
          </p:cNvPr>
          <p:cNvSpPr>
            <a:spLocks noGrp="1"/>
          </p:cNvSpPr>
          <p:nvPr>
            <p:ph type="title"/>
          </p:nvPr>
        </p:nvSpPr>
        <p:spPr/>
        <p:txBody>
          <a:bodyPr>
            <a:normAutofit fontScale="90000"/>
          </a:bodyPr>
          <a:lstStyle/>
          <a:p>
            <a:r>
              <a:rPr lang="en-US"/>
              <a:t>Back Propagation through time - RNN</a:t>
            </a:r>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7C93AD-0CBF-FEA3-7F97-D4292B7D3C96}"/>
                  </a:ext>
                </a:extLst>
              </p:cNvPr>
              <p:cNvSpPr>
                <a:spLocks noGrp="1"/>
              </p:cNvSpPr>
              <p:nvPr>
                <p:ph idx="1"/>
              </p:nvPr>
            </p:nvSpPr>
            <p:spPr/>
            <p:txBody>
              <a:bodyPr/>
              <a:lstStyle/>
              <a:p>
                <a:r>
                  <a:rPr lang="en-IN" b="1" dirty="0"/>
                  <a:t>Backpropagation Through Time (BPTT)</a:t>
                </a:r>
                <a:r>
                  <a:rPr lang="en-IN" dirty="0"/>
                  <a:t> is the algorithm used to train RNNs.</a:t>
                </a:r>
              </a:p>
              <a:p>
                <a:r>
                  <a:rPr lang="en-IN" dirty="0"/>
                  <a:t> It is simply </a:t>
                </a:r>
                <a:r>
                  <a:rPr lang="en-IN" b="1" dirty="0"/>
                  <a:t>backpropagation applied to an unrolled RNN across time steps</a:t>
                </a:r>
                <a:r>
                  <a:rPr lang="en-IN" dirty="0"/>
                  <a:t>.</a:t>
                </a:r>
              </a:p>
              <a:p>
                <a:r>
                  <a:rPr lang="en-IN" dirty="0"/>
                  <a:t>Because RNN has shared weights across time: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d>
                  </m:oMath>
                </a14:m>
                <a:endParaRPr lang="ar-AE" dirty="0"/>
              </a:p>
              <a:p>
                <a:r>
                  <a:rPr lang="en-IN" dirty="0"/>
                  <a:t>The same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oMath>
                </a14:m>
                <a:r>
                  <a:rPr lang="en-IN" dirty="0"/>
                  <a:t>are reused at every time step.</a:t>
                </a:r>
              </a:p>
              <a:p>
                <a:endParaRPr lang="en-IN" dirty="0"/>
              </a:p>
            </p:txBody>
          </p:sp>
        </mc:Choice>
        <mc:Fallback xmlns="">
          <p:sp>
            <p:nvSpPr>
              <p:cNvPr id="3" name="Content Placeholder 2">
                <a:extLst>
                  <a:ext uri="{FF2B5EF4-FFF2-40B4-BE49-F238E27FC236}">
                    <a16:creationId xmlns:a16="http://schemas.microsoft.com/office/drawing/2014/main" id="{7E7C93AD-0CBF-FEA3-7F97-D4292B7D3C96}"/>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16156838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A82B4831-E715-23C0-51CA-324278D51B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17040" y="1320006"/>
            <a:ext cx="8473440" cy="47423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504736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E801BD-A9BC-B536-9278-77901F2319AF}"/>
              </a:ext>
            </a:extLst>
          </p:cNvPr>
          <p:cNvSpPr>
            <a:spLocks noGrp="1"/>
          </p:cNvSpPr>
          <p:nvPr>
            <p:ph idx="1"/>
          </p:nvPr>
        </p:nvSpPr>
        <p:spPr>
          <a:xfrm>
            <a:off x="1025842" y="1341120"/>
            <a:ext cx="10201275" cy="4785150"/>
          </a:xfrm>
        </p:spPr>
        <p:txBody>
          <a:bodyPr>
            <a:normAutofit/>
          </a:bodyPr>
          <a:lstStyle/>
          <a:p>
            <a:r>
              <a:rPr lang="en-US" dirty="0"/>
              <a:t>Example of BPTT:</a:t>
            </a:r>
          </a:p>
          <a:p>
            <a:r>
              <a:rPr lang="en-US" dirty="0"/>
              <a:t>Let’s consider a simple example of using BPTT to train a recurrent neural network (RNN) for time series prediction. </a:t>
            </a:r>
          </a:p>
          <a:p>
            <a:r>
              <a:rPr lang="en-US" dirty="0"/>
              <a:t>Suppose we have a time series dataset that consists of a sequence of data points: {x1, x2, x3, …, </a:t>
            </a:r>
            <a:r>
              <a:rPr lang="en-US" dirty="0" err="1"/>
              <a:t>xn</a:t>
            </a:r>
            <a:r>
              <a:rPr lang="en-US" dirty="0"/>
              <a:t>}.</a:t>
            </a:r>
          </a:p>
          <a:p>
            <a:r>
              <a:rPr lang="en-US" dirty="0"/>
              <a:t> The goal is to train an RNN to predict the next value in the sequence, x</a:t>
            </a:r>
            <a:r>
              <a:rPr lang="en-US" baseline="-25000" dirty="0"/>
              <a:t>n+1</a:t>
            </a:r>
            <a:r>
              <a:rPr lang="en-US" dirty="0"/>
              <a:t>, given the previous values in the sequence.</a:t>
            </a:r>
          </a:p>
          <a:p>
            <a:r>
              <a:rPr lang="en-US" dirty="0"/>
              <a:t>To do this, we can use BPTT to </a:t>
            </a:r>
            <a:r>
              <a:rPr lang="en-US" b="1" dirty="0"/>
              <a:t>backpropagate errors through time and update the weights of the RNN</a:t>
            </a:r>
            <a:r>
              <a:rPr lang="en-US" dirty="0"/>
              <a:t>. Here’s how the BPTT algorithm might work:</a:t>
            </a:r>
          </a:p>
          <a:p>
            <a:endParaRPr lang="en-IN" dirty="0"/>
          </a:p>
        </p:txBody>
      </p:sp>
    </p:spTree>
    <p:extLst>
      <p:ext uri="{BB962C8B-B14F-4D97-AF65-F5344CB8AC3E}">
        <p14:creationId xmlns:p14="http://schemas.microsoft.com/office/powerpoint/2010/main" val="27825953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67047-2D18-BC96-6C96-295F7EEBE270}"/>
              </a:ext>
            </a:extLst>
          </p:cNvPr>
          <p:cNvSpPr>
            <a:spLocks noGrp="1"/>
          </p:cNvSpPr>
          <p:nvPr>
            <p:ph type="title"/>
          </p:nvPr>
        </p:nvSpPr>
        <p:spPr/>
        <p:txBody>
          <a:bodyPr>
            <a:normAutofit fontScale="90000"/>
          </a:bodyPr>
          <a:lstStyle/>
          <a:p>
            <a:r>
              <a:rPr lang="en-IN" dirty="0"/>
              <a:t>Derivation of BPTT</a:t>
            </a:r>
          </a:p>
        </p:txBody>
      </p:sp>
      <p:sp>
        <p:nvSpPr>
          <p:cNvPr id="3" name="Content Placeholder 2">
            <a:extLst>
              <a:ext uri="{FF2B5EF4-FFF2-40B4-BE49-F238E27FC236}">
                <a16:creationId xmlns:a16="http://schemas.microsoft.com/office/drawing/2014/main" id="{8F295D8C-59EA-F4EB-23EE-E5E854587CB0}"/>
              </a:ext>
            </a:extLst>
          </p:cNvPr>
          <p:cNvSpPr>
            <a:spLocks noGrp="1"/>
          </p:cNvSpPr>
          <p:nvPr>
            <p:ph idx="1"/>
          </p:nvPr>
        </p:nvSpPr>
        <p:spPr>
          <a:xfrm>
            <a:off x="1168717" y="1493520"/>
            <a:ext cx="10058400" cy="4632750"/>
          </a:xfrm>
        </p:spPr>
        <p:txBody>
          <a:bodyPr/>
          <a:lstStyle/>
          <a:p>
            <a:r>
              <a:rPr lang="en-US" b="1" dirty="0"/>
              <a:t>Forward Pass</a:t>
            </a:r>
          </a:p>
          <a:p>
            <a:r>
              <a:rPr lang="en-US" dirty="0"/>
              <a:t>Here is the diagram that shows the inputs, weights, outputs, and hidden states, of an RNN,</a:t>
            </a:r>
          </a:p>
          <a:p>
            <a:endParaRPr lang="en-US" dirty="0"/>
          </a:p>
          <a:p>
            <a:endParaRPr lang="en-IN" dirty="0"/>
          </a:p>
        </p:txBody>
      </p:sp>
      <p:pic>
        <p:nvPicPr>
          <p:cNvPr id="7" name="Picture 6">
            <a:extLst>
              <a:ext uri="{FF2B5EF4-FFF2-40B4-BE49-F238E27FC236}">
                <a16:creationId xmlns:a16="http://schemas.microsoft.com/office/drawing/2014/main" id="{D6D278B0-930F-0660-067A-12496B2A784C}"/>
              </a:ext>
            </a:extLst>
          </p:cNvPr>
          <p:cNvPicPr>
            <a:picLocks noChangeAspect="1"/>
          </p:cNvPicPr>
          <p:nvPr/>
        </p:nvPicPr>
        <p:blipFill>
          <a:blip r:embed="rId2"/>
          <a:stretch>
            <a:fillRect/>
          </a:stretch>
        </p:blipFill>
        <p:spPr>
          <a:xfrm>
            <a:off x="4389120" y="2621070"/>
            <a:ext cx="6329680" cy="3505200"/>
          </a:xfrm>
          <a:prstGeom prst="rect">
            <a:avLst/>
          </a:prstGeom>
        </p:spPr>
      </p:pic>
    </p:spTree>
    <p:extLst>
      <p:ext uri="{BB962C8B-B14F-4D97-AF65-F5344CB8AC3E}">
        <p14:creationId xmlns:p14="http://schemas.microsoft.com/office/powerpoint/2010/main" val="30827466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78EE99-AC75-95EE-F03D-159132CBADE6}"/>
              </a:ext>
            </a:extLst>
          </p:cNvPr>
          <p:cNvSpPr>
            <a:spLocks noGrp="1"/>
          </p:cNvSpPr>
          <p:nvPr>
            <p:ph idx="1"/>
          </p:nvPr>
        </p:nvSpPr>
        <p:spPr>
          <a:xfrm>
            <a:off x="1025842" y="1656080"/>
            <a:ext cx="10201275" cy="4470190"/>
          </a:xfrm>
        </p:spPr>
        <p:txBody>
          <a:bodyPr>
            <a:normAutofit/>
          </a:bodyPr>
          <a:lstStyle/>
          <a:p>
            <a:r>
              <a:rPr lang="en-US" dirty="0"/>
              <a:t>So considering this idea, the general formula for performing forward propagation through the hidden states will be,</a:t>
            </a:r>
          </a:p>
          <a:p>
            <a:endParaRPr lang="en-US" dirty="0"/>
          </a:p>
          <a:p>
            <a:endParaRPr lang="en-US" dirty="0"/>
          </a:p>
          <a:p>
            <a:r>
              <a:rPr lang="en-US" dirty="0"/>
              <a:t>In RNNs and their </a:t>
            </a:r>
            <a:r>
              <a:rPr lang="en-US" dirty="0" err="1"/>
              <a:t>variations,use</a:t>
            </a:r>
            <a:r>
              <a:rPr lang="en-US" dirty="0"/>
              <a:t> a </a:t>
            </a:r>
            <a:r>
              <a:rPr lang="en-US" b="1" dirty="0"/>
              <a:t>Hyperbolic tangent (Tanh)</a:t>
            </a:r>
            <a:r>
              <a:rPr lang="en-US" dirty="0"/>
              <a:t> activation function, so when applying the tanh activation the formula can be changed to,</a:t>
            </a:r>
          </a:p>
          <a:p>
            <a:endParaRPr lang="en-IN" dirty="0"/>
          </a:p>
        </p:txBody>
      </p:sp>
      <p:pic>
        <p:nvPicPr>
          <p:cNvPr id="5" name="Picture 4">
            <a:extLst>
              <a:ext uri="{FF2B5EF4-FFF2-40B4-BE49-F238E27FC236}">
                <a16:creationId xmlns:a16="http://schemas.microsoft.com/office/drawing/2014/main" id="{A16F9AB1-E1B7-B249-1584-84FB97FF38CE}"/>
              </a:ext>
            </a:extLst>
          </p:cNvPr>
          <p:cNvPicPr>
            <a:picLocks noChangeAspect="1"/>
          </p:cNvPicPr>
          <p:nvPr/>
        </p:nvPicPr>
        <p:blipFill>
          <a:blip r:embed="rId2"/>
          <a:stretch>
            <a:fillRect/>
          </a:stretch>
        </p:blipFill>
        <p:spPr>
          <a:xfrm>
            <a:off x="3991030" y="2436773"/>
            <a:ext cx="3762900" cy="562053"/>
          </a:xfrm>
          <a:prstGeom prst="rect">
            <a:avLst/>
          </a:prstGeom>
        </p:spPr>
      </p:pic>
      <p:pic>
        <p:nvPicPr>
          <p:cNvPr id="7" name="Picture 6">
            <a:extLst>
              <a:ext uri="{FF2B5EF4-FFF2-40B4-BE49-F238E27FC236}">
                <a16:creationId xmlns:a16="http://schemas.microsoft.com/office/drawing/2014/main" id="{5712789C-8B8F-A4BB-7E3A-B38D23071CEA}"/>
              </a:ext>
            </a:extLst>
          </p:cNvPr>
          <p:cNvPicPr>
            <a:picLocks noChangeAspect="1"/>
          </p:cNvPicPr>
          <p:nvPr/>
        </p:nvPicPr>
        <p:blipFill>
          <a:blip r:embed="rId3"/>
          <a:stretch>
            <a:fillRect/>
          </a:stretch>
        </p:blipFill>
        <p:spPr>
          <a:xfrm>
            <a:off x="3609977" y="4601761"/>
            <a:ext cx="4143953" cy="600159"/>
          </a:xfrm>
          <a:prstGeom prst="rect">
            <a:avLst/>
          </a:prstGeom>
        </p:spPr>
      </p:pic>
      <p:pic>
        <p:nvPicPr>
          <p:cNvPr id="9" name="Picture 8">
            <a:extLst>
              <a:ext uri="{FF2B5EF4-FFF2-40B4-BE49-F238E27FC236}">
                <a16:creationId xmlns:a16="http://schemas.microsoft.com/office/drawing/2014/main" id="{485C7C93-01EB-4DB3-AFA7-D9E967FDEEFC}"/>
              </a:ext>
            </a:extLst>
          </p:cNvPr>
          <p:cNvPicPr>
            <a:picLocks noChangeAspect="1"/>
          </p:cNvPicPr>
          <p:nvPr/>
        </p:nvPicPr>
        <p:blipFill>
          <a:blip r:embed="rId4"/>
          <a:stretch>
            <a:fillRect/>
          </a:stretch>
        </p:blipFill>
        <p:spPr>
          <a:xfrm>
            <a:off x="3991030" y="5201920"/>
            <a:ext cx="2553056" cy="638264"/>
          </a:xfrm>
          <a:prstGeom prst="rect">
            <a:avLst/>
          </a:prstGeom>
        </p:spPr>
      </p:pic>
    </p:spTree>
    <p:extLst>
      <p:ext uri="{BB962C8B-B14F-4D97-AF65-F5344CB8AC3E}">
        <p14:creationId xmlns:p14="http://schemas.microsoft.com/office/powerpoint/2010/main" val="287872295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81444-EAF3-0DC6-76D7-AF163DE1A0E4}"/>
              </a:ext>
            </a:extLst>
          </p:cNvPr>
          <p:cNvSpPr>
            <a:spLocks noGrp="1"/>
          </p:cNvSpPr>
          <p:nvPr>
            <p:ph type="title"/>
          </p:nvPr>
        </p:nvSpPr>
        <p:spPr/>
        <p:txBody>
          <a:bodyPr>
            <a:normAutofit fontScale="90000"/>
          </a:bodyPr>
          <a:lstStyle/>
          <a:p>
            <a:r>
              <a:rPr lang="en-US" dirty="0"/>
              <a:t>Backward pass</a:t>
            </a:r>
            <a:endParaRPr lang="en-IN" dirty="0"/>
          </a:p>
        </p:txBody>
      </p:sp>
      <p:sp>
        <p:nvSpPr>
          <p:cNvPr id="3" name="Content Placeholder 2">
            <a:extLst>
              <a:ext uri="{FF2B5EF4-FFF2-40B4-BE49-F238E27FC236}">
                <a16:creationId xmlns:a16="http://schemas.microsoft.com/office/drawing/2014/main" id="{43521B22-5FD2-CE74-2B9A-2E5B1D5497F7}"/>
              </a:ext>
            </a:extLst>
          </p:cNvPr>
          <p:cNvSpPr>
            <a:spLocks noGrp="1"/>
          </p:cNvSpPr>
          <p:nvPr>
            <p:ph idx="1"/>
          </p:nvPr>
        </p:nvSpPr>
        <p:spPr>
          <a:xfrm>
            <a:off x="934720" y="1788160"/>
            <a:ext cx="10292397" cy="4338110"/>
          </a:xfrm>
        </p:spPr>
        <p:txBody>
          <a:bodyPr/>
          <a:lstStyle/>
          <a:p>
            <a:r>
              <a:rPr lang="en-US" dirty="0"/>
              <a:t>Let's figure out how to derive BPTT in RNN. The first thing we need to do is to choose a Loss function, </a:t>
            </a:r>
            <a:r>
              <a:rPr lang="en-US" b="1" dirty="0"/>
              <a:t>Mean Squared Error (MSE) </a:t>
            </a:r>
            <a:r>
              <a:rPr lang="en-US" dirty="0"/>
              <a:t>Loss, below is the formula for calculating the MSE loss function,</a:t>
            </a:r>
          </a:p>
          <a:p>
            <a:br>
              <a:rPr lang="en-US" dirty="0"/>
            </a:br>
            <a:endParaRPr lang="en-US" dirty="0"/>
          </a:p>
          <a:p>
            <a:r>
              <a:rPr lang="en-US" dirty="0"/>
              <a:t>For propagating the loss backward, we need to find the derivative of loss, the derivative of MSE is simply,</a:t>
            </a:r>
          </a:p>
          <a:p>
            <a:br>
              <a:rPr lang="en-US" dirty="0"/>
            </a:br>
            <a:br>
              <a:rPr lang="en-US" dirty="0"/>
            </a:br>
            <a:endParaRPr lang="en-IN" dirty="0"/>
          </a:p>
        </p:txBody>
      </p:sp>
      <p:pic>
        <p:nvPicPr>
          <p:cNvPr id="5" name="Picture 4">
            <a:extLst>
              <a:ext uri="{FF2B5EF4-FFF2-40B4-BE49-F238E27FC236}">
                <a16:creationId xmlns:a16="http://schemas.microsoft.com/office/drawing/2014/main" id="{1DDB1376-6602-735C-8BBD-DB74B5A59225}"/>
              </a:ext>
            </a:extLst>
          </p:cNvPr>
          <p:cNvPicPr>
            <a:picLocks noChangeAspect="1"/>
          </p:cNvPicPr>
          <p:nvPr/>
        </p:nvPicPr>
        <p:blipFill>
          <a:blip r:embed="rId2"/>
          <a:stretch>
            <a:fillRect/>
          </a:stretch>
        </p:blipFill>
        <p:spPr>
          <a:xfrm>
            <a:off x="6776265" y="2564047"/>
            <a:ext cx="2410161" cy="1181265"/>
          </a:xfrm>
          <a:prstGeom prst="rect">
            <a:avLst/>
          </a:prstGeom>
        </p:spPr>
      </p:pic>
      <p:pic>
        <p:nvPicPr>
          <p:cNvPr id="7" name="Picture 6">
            <a:extLst>
              <a:ext uri="{FF2B5EF4-FFF2-40B4-BE49-F238E27FC236}">
                <a16:creationId xmlns:a16="http://schemas.microsoft.com/office/drawing/2014/main" id="{C76E80A2-159E-5D77-BABA-0E0D8EBC4A48}"/>
              </a:ext>
            </a:extLst>
          </p:cNvPr>
          <p:cNvPicPr>
            <a:picLocks noChangeAspect="1"/>
          </p:cNvPicPr>
          <p:nvPr/>
        </p:nvPicPr>
        <p:blipFill>
          <a:blip r:embed="rId3"/>
          <a:stretch>
            <a:fillRect/>
          </a:stretch>
        </p:blipFill>
        <p:spPr>
          <a:xfrm>
            <a:off x="5584006" y="4606719"/>
            <a:ext cx="2629267" cy="1028844"/>
          </a:xfrm>
          <a:prstGeom prst="rect">
            <a:avLst/>
          </a:prstGeom>
        </p:spPr>
      </p:pic>
    </p:spTree>
    <p:extLst>
      <p:ext uri="{BB962C8B-B14F-4D97-AF65-F5344CB8AC3E}">
        <p14:creationId xmlns:p14="http://schemas.microsoft.com/office/powerpoint/2010/main" val="17065168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28CC5E-08D5-889F-9E7C-4976FDD6F1AF}"/>
              </a:ext>
            </a:extLst>
          </p:cNvPr>
          <p:cNvSpPr>
            <a:spLocks noGrp="1"/>
          </p:cNvSpPr>
          <p:nvPr>
            <p:ph idx="1"/>
          </p:nvPr>
        </p:nvSpPr>
        <p:spPr>
          <a:xfrm>
            <a:off x="1025842" y="1341120"/>
            <a:ext cx="10201275" cy="4785150"/>
          </a:xfrm>
        </p:spPr>
        <p:txBody>
          <a:bodyPr/>
          <a:lstStyle/>
          <a:p>
            <a:r>
              <a:rPr lang="en-US" dirty="0"/>
              <a:t>The weights connecting inputs </a:t>
            </a:r>
            <a:r>
              <a:rPr lang="en-US" b="1" dirty="0" err="1"/>
              <a:t>Wxh</a:t>
            </a:r>
            <a:r>
              <a:rPr lang="en-US" dirty="0"/>
              <a:t>, the weights through hidden states </a:t>
            </a:r>
            <a:r>
              <a:rPr lang="en-US" b="1" dirty="0" err="1"/>
              <a:t>Whh</a:t>
            </a:r>
            <a:r>
              <a:rPr lang="en-US" dirty="0"/>
              <a:t>, and the output weights </a:t>
            </a:r>
            <a:r>
              <a:rPr lang="en-US" b="1" dirty="0"/>
              <a:t>Woh</a:t>
            </a:r>
            <a:r>
              <a:rPr lang="en-US" dirty="0"/>
              <a:t>.</a:t>
            </a:r>
            <a:endParaRPr lang="en-IN" dirty="0"/>
          </a:p>
        </p:txBody>
      </p:sp>
      <p:pic>
        <p:nvPicPr>
          <p:cNvPr id="5" name="Picture 4">
            <a:extLst>
              <a:ext uri="{FF2B5EF4-FFF2-40B4-BE49-F238E27FC236}">
                <a16:creationId xmlns:a16="http://schemas.microsoft.com/office/drawing/2014/main" id="{B50FBBE7-B13C-C1B4-C49A-66DC6EDA0132}"/>
              </a:ext>
            </a:extLst>
          </p:cNvPr>
          <p:cNvPicPr>
            <a:picLocks noChangeAspect="1"/>
          </p:cNvPicPr>
          <p:nvPr/>
        </p:nvPicPr>
        <p:blipFill>
          <a:blip r:embed="rId2"/>
          <a:stretch>
            <a:fillRect/>
          </a:stretch>
        </p:blipFill>
        <p:spPr>
          <a:xfrm>
            <a:off x="4077335" y="2316480"/>
            <a:ext cx="4667250" cy="3505200"/>
          </a:xfrm>
          <a:prstGeom prst="rect">
            <a:avLst/>
          </a:prstGeom>
        </p:spPr>
      </p:pic>
    </p:spTree>
    <p:extLst>
      <p:ext uri="{BB962C8B-B14F-4D97-AF65-F5344CB8AC3E}">
        <p14:creationId xmlns:p14="http://schemas.microsoft.com/office/powerpoint/2010/main" val="87749127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5566CB-70C3-6B07-3000-4A7108471953}"/>
              </a:ext>
            </a:extLst>
          </p:cNvPr>
          <p:cNvSpPr>
            <a:spLocks noGrp="1"/>
          </p:cNvSpPr>
          <p:nvPr>
            <p:ph idx="1"/>
          </p:nvPr>
        </p:nvSpPr>
        <p:spPr/>
        <p:txBody>
          <a:bodyPr/>
          <a:lstStyle/>
          <a:p>
            <a:r>
              <a:rPr lang="en-US" b="1" dirty="0"/>
              <a:t>Derivative of Loss with respect to Weights </a:t>
            </a:r>
            <a:r>
              <a:rPr lang="en-US" dirty="0" err="1"/>
              <a:t>Wxh</a:t>
            </a:r>
            <a:r>
              <a:rPr lang="en-US" b="1" dirty="0"/>
              <a:t>, </a:t>
            </a:r>
            <a:r>
              <a:rPr lang="en-US" dirty="0" err="1"/>
              <a:t>Whh</a:t>
            </a:r>
            <a:r>
              <a:rPr lang="en-US" b="1" dirty="0"/>
              <a:t>, and, </a:t>
            </a:r>
            <a:r>
              <a:rPr lang="en-US" dirty="0"/>
              <a:t>Woh</a:t>
            </a:r>
            <a:endParaRPr lang="en-US" b="1" dirty="0"/>
          </a:p>
          <a:p>
            <a:endParaRPr lang="en-IN" dirty="0"/>
          </a:p>
        </p:txBody>
      </p:sp>
      <p:pic>
        <p:nvPicPr>
          <p:cNvPr id="5" name="Picture 4">
            <a:extLst>
              <a:ext uri="{FF2B5EF4-FFF2-40B4-BE49-F238E27FC236}">
                <a16:creationId xmlns:a16="http://schemas.microsoft.com/office/drawing/2014/main" id="{FF5E83A5-05DC-805D-C137-EEBF0CAC1954}"/>
              </a:ext>
            </a:extLst>
          </p:cNvPr>
          <p:cNvPicPr>
            <a:picLocks noChangeAspect="1"/>
          </p:cNvPicPr>
          <p:nvPr/>
        </p:nvPicPr>
        <p:blipFill>
          <a:blip r:embed="rId2"/>
          <a:stretch>
            <a:fillRect/>
          </a:stretch>
        </p:blipFill>
        <p:spPr>
          <a:xfrm>
            <a:off x="877657" y="2763520"/>
            <a:ext cx="10916185" cy="2274205"/>
          </a:xfrm>
          <a:prstGeom prst="rect">
            <a:avLst/>
          </a:prstGeom>
        </p:spPr>
      </p:pic>
    </p:spTree>
    <p:extLst>
      <p:ext uri="{BB962C8B-B14F-4D97-AF65-F5344CB8AC3E}">
        <p14:creationId xmlns:p14="http://schemas.microsoft.com/office/powerpoint/2010/main" val="15659968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AD398A-8A0D-F294-93D9-85A484F10E1B}"/>
              </a:ext>
            </a:extLst>
          </p:cNvPr>
          <p:cNvSpPr>
            <a:spLocks noGrp="1"/>
          </p:cNvSpPr>
          <p:nvPr>
            <p:ph idx="1"/>
          </p:nvPr>
        </p:nvSpPr>
        <p:spPr>
          <a:xfrm>
            <a:off x="1025842" y="1320800"/>
            <a:ext cx="10201275" cy="4805470"/>
          </a:xfrm>
        </p:spPr>
        <p:txBody>
          <a:bodyPr/>
          <a:lstStyle/>
          <a:p>
            <a:r>
              <a:rPr lang="en-US" dirty="0"/>
              <a:t>Let's consider </a:t>
            </a:r>
            <a:r>
              <a:rPr lang="en-US" dirty="0" err="1"/>
              <a:t>Wxh</a:t>
            </a:r>
            <a:r>
              <a:rPr lang="en-US" dirty="0"/>
              <a:t>, which is the weights connecting the input layer and hidden layer, and see how the gradients are passed through the network.</a:t>
            </a:r>
          </a:p>
          <a:p>
            <a:br>
              <a:rPr lang="en-US" dirty="0"/>
            </a:br>
            <a:endParaRPr lang="en-IN" dirty="0"/>
          </a:p>
        </p:txBody>
      </p:sp>
      <p:pic>
        <p:nvPicPr>
          <p:cNvPr id="5" name="Picture 4">
            <a:extLst>
              <a:ext uri="{FF2B5EF4-FFF2-40B4-BE49-F238E27FC236}">
                <a16:creationId xmlns:a16="http://schemas.microsoft.com/office/drawing/2014/main" id="{593AFBD9-86F7-B2E3-AB49-5E71A5CF9676}"/>
              </a:ext>
            </a:extLst>
          </p:cNvPr>
          <p:cNvPicPr>
            <a:picLocks noChangeAspect="1"/>
          </p:cNvPicPr>
          <p:nvPr/>
        </p:nvPicPr>
        <p:blipFill>
          <a:blip r:embed="rId2"/>
          <a:stretch>
            <a:fillRect/>
          </a:stretch>
        </p:blipFill>
        <p:spPr>
          <a:xfrm>
            <a:off x="6171883" y="2142550"/>
            <a:ext cx="4689158" cy="3873652"/>
          </a:xfrm>
          <a:prstGeom prst="rect">
            <a:avLst/>
          </a:prstGeom>
        </p:spPr>
      </p:pic>
      <p:pic>
        <p:nvPicPr>
          <p:cNvPr id="7" name="Picture 6">
            <a:extLst>
              <a:ext uri="{FF2B5EF4-FFF2-40B4-BE49-F238E27FC236}">
                <a16:creationId xmlns:a16="http://schemas.microsoft.com/office/drawing/2014/main" id="{E36B614A-D857-7C42-A834-9250DAE04E55}"/>
              </a:ext>
            </a:extLst>
          </p:cNvPr>
          <p:cNvPicPr>
            <a:picLocks noChangeAspect="1"/>
          </p:cNvPicPr>
          <p:nvPr/>
        </p:nvPicPr>
        <p:blipFill>
          <a:blip r:embed="rId3"/>
          <a:stretch>
            <a:fillRect/>
          </a:stretch>
        </p:blipFill>
        <p:spPr>
          <a:xfrm>
            <a:off x="2179730" y="2890762"/>
            <a:ext cx="3219899" cy="1076475"/>
          </a:xfrm>
          <a:prstGeom prst="rect">
            <a:avLst/>
          </a:prstGeom>
        </p:spPr>
      </p:pic>
    </p:spTree>
    <p:extLst>
      <p:ext uri="{BB962C8B-B14F-4D97-AF65-F5344CB8AC3E}">
        <p14:creationId xmlns:p14="http://schemas.microsoft.com/office/powerpoint/2010/main" val="386638346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7DC995-833C-266F-AAAC-6F6304E2026C}"/>
              </a:ext>
            </a:extLst>
          </p:cNvPr>
          <p:cNvSpPr>
            <a:spLocks noGrp="1"/>
          </p:cNvSpPr>
          <p:nvPr>
            <p:ph idx="1"/>
          </p:nvPr>
        </p:nvSpPr>
        <p:spPr>
          <a:xfrm>
            <a:off x="1025842" y="1524000"/>
            <a:ext cx="10201275" cy="4602270"/>
          </a:xfrm>
        </p:spPr>
        <p:txBody>
          <a:bodyPr/>
          <a:lstStyle/>
          <a:p>
            <a:r>
              <a:rPr lang="en-US" dirty="0"/>
              <a:t>When dealing with multiple time steps, the gradients of each time step should be summed up. </a:t>
            </a:r>
          </a:p>
          <a:p>
            <a:r>
              <a:rPr lang="en-US" dirty="0"/>
              <a:t>But beyond this, due to the interconnected nature of hidden states across time, it's crucial to accumulate the gradients of these hidden states as well. </a:t>
            </a:r>
          </a:p>
          <a:p>
            <a:r>
              <a:rPr lang="en-US" dirty="0"/>
              <a:t>For this, you need to multiply the gradients of hidden states together in each time step.</a:t>
            </a:r>
          </a:p>
          <a:p>
            <a:br>
              <a:rPr lang="en-US" dirty="0"/>
            </a:br>
            <a:endParaRPr lang="en-IN" dirty="0"/>
          </a:p>
        </p:txBody>
      </p:sp>
    </p:spTree>
    <p:extLst>
      <p:ext uri="{BB962C8B-B14F-4D97-AF65-F5344CB8AC3E}">
        <p14:creationId xmlns:p14="http://schemas.microsoft.com/office/powerpoint/2010/main" val="18977590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A3A8AEC-2AEF-A704-70C2-D96FC386BD5F}"/>
              </a:ext>
            </a:extLst>
          </p:cNvPr>
          <p:cNvPicPr>
            <a:picLocks noChangeAspect="1"/>
          </p:cNvPicPr>
          <p:nvPr/>
        </p:nvPicPr>
        <p:blipFill>
          <a:blip r:embed="rId2"/>
          <a:stretch>
            <a:fillRect/>
          </a:stretch>
        </p:blipFill>
        <p:spPr>
          <a:xfrm>
            <a:off x="1605280" y="601863"/>
            <a:ext cx="9133840" cy="5524407"/>
          </a:xfrm>
          <a:prstGeom prst="rect">
            <a:avLst/>
          </a:prstGeom>
        </p:spPr>
      </p:pic>
    </p:spTree>
    <p:extLst>
      <p:ext uri="{BB962C8B-B14F-4D97-AF65-F5344CB8AC3E}">
        <p14:creationId xmlns:p14="http://schemas.microsoft.com/office/powerpoint/2010/main" val="14882768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0B6538-48EC-1B38-A6F9-628B2111E412}"/>
              </a:ext>
            </a:extLst>
          </p:cNvPr>
          <p:cNvSpPr>
            <a:spLocks noGrp="1"/>
          </p:cNvSpPr>
          <p:nvPr>
            <p:ph idx="1"/>
          </p:nvPr>
        </p:nvSpPr>
        <p:spPr>
          <a:xfrm>
            <a:off x="1148397" y="1913851"/>
            <a:ext cx="10058400" cy="4217604"/>
          </a:xfrm>
        </p:spPr>
        <p:txBody>
          <a:bodyPr/>
          <a:lstStyle/>
          <a:p>
            <a:r>
              <a:rPr lang="en-IN" dirty="0"/>
              <a:t>Considering single time step,</a:t>
            </a:r>
          </a:p>
          <a:p>
            <a:endParaRPr lang="en-IN" dirty="0"/>
          </a:p>
          <a:p>
            <a:r>
              <a:rPr lang="en-IN" dirty="0"/>
              <a:t>Considering 2 time steps,</a:t>
            </a:r>
          </a:p>
          <a:p>
            <a:endParaRPr lang="en-IN" dirty="0"/>
          </a:p>
          <a:p>
            <a:r>
              <a:rPr lang="en-IN" dirty="0"/>
              <a:t>And three time steps,</a:t>
            </a:r>
          </a:p>
          <a:p>
            <a:endParaRPr lang="en-IN" dirty="0"/>
          </a:p>
        </p:txBody>
      </p:sp>
      <p:pic>
        <p:nvPicPr>
          <p:cNvPr id="5" name="Picture 4">
            <a:extLst>
              <a:ext uri="{FF2B5EF4-FFF2-40B4-BE49-F238E27FC236}">
                <a16:creationId xmlns:a16="http://schemas.microsoft.com/office/drawing/2014/main" id="{8BEAD3BC-5AFA-6037-4CE2-C6412590282E}"/>
              </a:ext>
            </a:extLst>
          </p:cNvPr>
          <p:cNvPicPr>
            <a:picLocks noChangeAspect="1"/>
          </p:cNvPicPr>
          <p:nvPr/>
        </p:nvPicPr>
        <p:blipFill>
          <a:blip r:embed="rId2"/>
          <a:stretch>
            <a:fillRect/>
          </a:stretch>
        </p:blipFill>
        <p:spPr>
          <a:xfrm>
            <a:off x="5554117" y="1787452"/>
            <a:ext cx="3258005" cy="1047896"/>
          </a:xfrm>
          <a:prstGeom prst="rect">
            <a:avLst/>
          </a:prstGeom>
        </p:spPr>
      </p:pic>
      <p:pic>
        <p:nvPicPr>
          <p:cNvPr id="7" name="Picture 6">
            <a:extLst>
              <a:ext uri="{FF2B5EF4-FFF2-40B4-BE49-F238E27FC236}">
                <a16:creationId xmlns:a16="http://schemas.microsoft.com/office/drawing/2014/main" id="{BA83510D-7E64-31AC-7CBB-29B681068F82}"/>
              </a:ext>
            </a:extLst>
          </p:cNvPr>
          <p:cNvPicPr>
            <a:picLocks noChangeAspect="1"/>
          </p:cNvPicPr>
          <p:nvPr/>
        </p:nvPicPr>
        <p:blipFill>
          <a:blip r:embed="rId3"/>
          <a:stretch>
            <a:fillRect/>
          </a:stretch>
        </p:blipFill>
        <p:spPr>
          <a:xfrm>
            <a:off x="4811966" y="2835348"/>
            <a:ext cx="6546914" cy="1409897"/>
          </a:xfrm>
          <a:prstGeom prst="rect">
            <a:avLst/>
          </a:prstGeom>
        </p:spPr>
      </p:pic>
      <p:pic>
        <p:nvPicPr>
          <p:cNvPr id="9" name="Picture 8">
            <a:extLst>
              <a:ext uri="{FF2B5EF4-FFF2-40B4-BE49-F238E27FC236}">
                <a16:creationId xmlns:a16="http://schemas.microsoft.com/office/drawing/2014/main" id="{5E0A61C6-E220-663D-D94F-425472613265}"/>
              </a:ext>
            </a:extLst>
          </p:cNvPr>
          <p:cNvPicPr>
            <a:picLocks noChangeAspect="1"/>
          </p:cNvPicPr>
          <p:nvPr/>
        </p:nvPicPr>
        <p:blipFill>
          <a:blip r:embed="rId4"/>
          <a:stretch>
            <a:fillRect/>
          </a:stretch>
        </p:blipFill>
        <p:spPr>
          <a:xfrm>
            <a:off x="833120" y="4622070"/>
            <a:ext cx="11241069" cy="1352739"/>
          </a:xfrm>
          <a:prstGeom prst="rect">
            <a:avLst/>
          </a:prstGeom>
        </p:spPr>
      </p:pic>
    </p:spTree>
    <p:extLst>
      <p:ext uri="{BB962C8B-B14F-4D97-AF65-F5344CB8AC3E}">
        <p14:creationId xmlns:p14="http://schemas.microsoft.com/office/powerpoint/2010/main" val="25649937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40C9A88-0C93-2E31-6B69-D25D968E40E2}"/>
              </a:ext>
            </a:extLst>
          </p:cNvPr>
          <p:cNvPicPr>
            <a:picLocks noGrp="1" noChangeAspect="1"/>
          </p:cNvPicPr>
          <p:nvPr>
            <p:ph idx="1"/>
          </p:nvPr>
        </p:nvPicPr>
        <p:blipFill>
          <a:blip r:embed="rId2"/>
          <a:stretch>
            <a:fillRect/>
          </a:stretch>
        </p:blipFill>
        <p:spPr>
          <a:xfrm>
            <a:off x="2454450" y="2351456"/>
            <a:ext cx="6592220" cy="1543265"/>
          </a:xfrm>
          <a:prstGeom prst="rect">
            <a:avLst/>
          </a:prstGeom>
        </p:spPr>
      </p:pic>
    </p:spTree>
    <p:extLst>
      <p:ext uri="{BB962C8B-B14F-4D97-AF65-F5344CB8AC3E}">
        <p14:creationId xmlns:p14="http://schemas.microsoft.com/office/powerpoint/2010/main" val="15341009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82F7E2-DC0C-A640-59C3-27AF132598F7}"/>
              </a:ext>
            </a:extLst>
          </p:cNvPr>
          <p:cNvSpPr>
            <a:spLocks noGrp="1"/>
          </p:cNvSpPr>
          <p:nvPr>
            <p:ph idx="1"/>
          </p:nvPr>
        </p:nvSpPr>
        <p:spPr/>
        <p:txBody>
          <a:bodyPr/>
          <a:lstStyle/>
          <a:p>
            <a:r>
              <a:rPr lang="en-US" dirty="0"/>
              <a:t>Let's find the derivative of loss with respect to weights in the hidden units, All we need to do is to substitute </a:t>
            </a:r>
            <a:r>
              <a:rPr lang="en-US" dirty="0" err="1"/>
              <a:t>Whh</a:t>
            </a:r>
            <a:r>
              <a:rPr lang="en-US" dirty="0"/>
              <a:t> in the place of </a:t>
            </a:r>
            <a:r>
              <a:rPr lang="en-US" dirty="0" err="1"/>
              <a:t>Wxh</a:t>
            </a:r>
            <a:r>
              <a:rPr lang="en-US" dirty="0"/>
              <a:t> in the equation,</a:t>
            </a:r>
          </a:p>
          <a:p>
            <a:br>
              <a:rPr lang="en-US" dirty="0"/>
            </a:br>
            <a:endParaRPr lang="en-IN" dirty="0"/>
          </a:p>
        </p:txBody>
      </p:sp>
      <p:pic>
        <p:nvPicPr>
          <p:cNvPr id="5" name="Picture 4">
            <a:extLst>
              <a:ext uri="{FF2B5EF4-FFF2-40B4-BE49-F238E27FC236}">
                <a16:creationId xmlns:a16="http://schemas.microsoft.com/office/drawing/2014/main" id="{D95F2A95-4AD5-78E7-66ED-B1EBC71425DD}"/>
              </a:ext>
            </a:extLst>
          </p:cNvPr>
          <p:cNvPicPr>
            <a:picLocks noChangeAspect="1"/>
          </p:cNvPicPr>
          <p:nvPr/>
        </p:nvPicPr>
        <p:blipFill>
          <a:blip r:embed="rId2"/>
          <a:stretch>
            <a:fillRect/>
          </a:stretch>
        </p:blipFill>
        <p:spPr>
          <a:xfrm>
            <a:off x="2682099" y="3339988"/>
            <a:ext cx="6563641" cy="1600423"/>
          </a:xfrm>
          <a:prstGeom prst="rect">
            <a:avLst/>
          </a:prstGeom>
        </p:spPr>
      </p:pic>
    </p:spTree>
    <p:extLst>
      <p:ext uri="{BB962C8B-B14F-4D97-AF65-F5344CB8AC3E}">
        <p14:creationId xmlns:p14="http://schemas.microsoft.com/office/powerpoint/2010/main" val="2939573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1CC841-5F09-87B4-7F0E-3456831D1BB9}"/>
              </a:ext>
            </a:extLst>
          </p:cNvPr>
          <p:cNvSpPr>
            <a:spLocks noGrp="1"/>
          </p:cNvSpPr>
          <p:nvPr>
            <p:ph idx="1"/>
          </p:nvPr>
        </p:nvSpPr>
        <p:spPr/>
        <p:txBody>
          <a:bodyPr/>
          <a:lstStyle/>
          <a:p>
            <a:r>
              <a:rPr lang="en-US" dirty="0"/>
              <a:t>This can be a little different when comes to the output layer, for finding Woh, you just only need to consider the output </a:t>
            </a:r>
            <a:r>
              <a:rPr lang="en-US" dirty="0" err="1"/>
              <a:t>yt</a:t>
            </a:r>
            <a:r>
              <a:rPr lang="en-US" dirty="0"/>
              <a:t> and Weights Woh, so it can be written as,</a:t>
            </a:r>
          </a:p>
          <a:p>
            <a:br>
              <a:rPr lang="en-US" dirty="0"/>
            </a:br>
            <a:endParaRPr lang="en-IN" dirty="0"/>
          </a:p>
        </p:txBody>
      </p:sp>
      <p:pic>
        <p:nvPicPr>
          <p:cNvPr id="5" name="Picture 4">
            <a:extLst>
              <a:ext uri="{FF2B5EF4-FFF2-40B4-BE49-F238E27FC236}">
                <a16:creationId xmlns:a16="http://schemas.microsoft.com/office/drawing/2014/main" id="{38376918-0853-08F9-C15E-4E458EEFBFD9}"/>
              </a:ext>
            </a:extLst>
          </p:cNvPr>
          <p:cNvPicPr>
            <a:picLocks noChangeAspect="1"/>
          </p:cNvPicPr>
          <p:nvPr/>
        </p:nvPicPr>
        <p:blipFill>
          <a:blip r:embed="rId2"/>
          <a:stretch>
            <a:fillRect/>
          </a:stretch>
        </p:blipFill>
        <p:spPr>
          <a:xfrm>
            <a:off x="4147908" y="3285735"/>
            <a:ext cx="3286584" cy="1038370"/>
          </a:xfrm>
          <a:prstGeom prst="rect">
            <a:avLst/>
          </a:prstGeom>
        </p:spPr>
      </p:pic>
    </p:spTree>
    <p:extLst>
      <p:ext uri="{BB962C8B-B14F-4D97-AF65-F5344CB8AC3E}">
        <p14:creationId xmlns:p14="http://schemas.microsoft.com/office/powerpoint/2010/main" val="42625399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FD02EFD-897E-46FB-22DD-E4158FEE97FD}"/>
              </a:ext>
            </a:extLst>
          </p:cNvPr>
          <p:cNvPicPr>
            <a:picLocks noChangeAspect="1"/>
          </p:cNvPicPr>
          <p:nvPr/>
        </p:nvPicPr>
        <p:blipFill>
          <a:blip r:embed="rId2"/>
          <a:stretch>
            <a:fillRect/>
          </a:stretch>
        </p:blipFill>
        <p:spPr>
          <a:xfrm>
            <a:off x="1608037" y="578052"/>
            <a:ext cx="8470683" cy="5701895"/>
          </a:xfrm>
          <a:prstGeom prst="rect">
            <a:avLst/>
          </a:prstGeom>
        </p:spPr>
      </p:pic>
    </p:spTree>
    <p:extLst>
      <p:ext uri="{BB962C8B-B14F-4D97-AF65-F5344CB8AC3E}">
        <p14:creationId xmlns:p14="http://schemas.microsoft.com/office/powerpoint/2010/main" val="137578770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3A87B-4198-76BA-7CF7-1530C1916D3D}"/>
              </a:ext>
            </a:extLst>
          </p:cNvPr>
          <p:cNvSpPr>
            <a:spLocks noGrp="1"/>
          </p:cNvSpPr>
          <p:nvPr>
            <p:ph type="title"/>
          </p:nvPr>
        </p:nvSpPr>
        <p:spPr/>
        <p:txBody>
          <a:bodyPr>
            <a:normAutofit/>
          </a:bodyPr>
          <a:lstStyle/>
          <a:p>
            <a:r>
              <a:rPr lang="en-US" sz="4000" dirty="0"/>
              <a:t>Updating Weights and Bias Using Gradient Descent</a:t>
            </a:r>
            <a:endParaRPr lang="en-IN" sz="4000" dirty="0"/>
          </a:p>
        </p:txBody>
      </p:sp>
      <p:pic>
        <p:nvPicPr>
          <p:cNvPr id="5" name="Picture 4">
            <a:extLst>
              <a:ext uri="{FF2B5EF4-FFF2-40B4-BE49-F238E27FC236}">
                <a16:creationId xmlns:a16="http://schemas.microsoft.com/office/drawing/2014/main" id="{32D681D2-971A-45B5-27B3-B418E7E27CA3}"/>
              </a:ext>
            </a:extLst>
          </p:cNvPr>
          <p:cNvPicPr>
            <a:picLocks noChangeAspect="1"/>
          </p:cNvPicPr>
          <p:nvPr/>
        </p:nvPicPr>
        <p:blipFill>
          <a:blip r:embed="rId2"/>
          <a:stretch>
            <a:fillRect/>
          </a:stretch>
        </p:blipFill>
        <p:spPr>
          <a:xfrm>
            <a:off x="1960880" y="1545099"/>
            <a:ext cx="7904480" cy="4715533"/>
          </a:xfrm>
          <a:prstGeom prst="rect">
            <a:avLst/>
          </a:prstGeom>
        </p:spPr>
      </p:pic>
    </p:spTree>
    <p:extLst>
      <p:ext uri="{BB962C8B-B14F-4D97-AF65-F5344CB8AC3E}">
        <p14:creationId xmlns:p14="http://schemas.microsoft.com/office/powerpoint/2010/main" val="22116587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7316-F2E9-78CE-C440-D18941445E5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1F5FFD3-739E-A839-17E9-5AFB18EB8134}"/>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333E3B47-612C-4421-A413-67FFB7F25A1C}"/>
              </a:ext>
            </a:extLst>
          </p:cNvPr>
          <p:cNvPicPr>
            <a:picLocks noChangeAspect="1"/>
          </p:cNvPicPr>
          <p:nvPr/>
        </p:nvPicPr>
        <p:blipFill>
          <a:blip r:embed="rId2"/>
          <a:stretch>
            <a:fillRect/>
          </a:stretch>
        </p:blipFill>
        <p:spPr>
          <a:xfrm>
            <a:off x="2406227" y="2003149"/>
            <a:ext cx="5589693" cy="3867083"/>
          </a:xfrm>
          <a:prstGeom prst="rect">
            <a:avLst/>
          </a:prstGeom>
        </p:spPr>
      </p:pic>
    </p:spTree>
    <p:extLst>
      <p:ext uri="{BB962C8B-B14F-4D97-AF65-F5344CB8AC3E}">
        <p14:creationId xmlns:p14="http://schemas.microsoft.com/office/powerpoint/2010/main" val="411731159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496C9-11D7-1837-793E-485A86C66CB9}"/>
              </a:ext>
            </a:extLst>
          </p:cNvPr>
          <p:cNvSpPr>
            <a:spLocks noGrp="1"/>
          </p:cNvSpPr>
          <p:nvPr>
            <p:ph type="title"/>
          </p:nvPr>
        </p:nvSpPr>
        <p:spPr/>
        <p:txBody>
          <a:bodyPr>
            <a:normAutofit fontScale="90000"/>
          </a:bodyPr>
          <a:lstStyle/>
          <a:p>
            <a:r>
              <a:rPr lang="en-IN" dirty="0"/>
              <a:t>Bidirectional RNNs</a:t>
            </a:r>
          </a:p>
        </p:txBody>
      </p:sp>
      <p:sp>
        <p:nvSpPr>
          <p:cNvPr id="3" name="Content Placeholder 2">
            <a:extLst>
              <a:ext uri="{FF2B5EF4-FFF2-40B4-BE49-F238E27FC236}">
                <a16:creationId xmlns:a16="http://schemas.microsoft.com/office/drawing/2014/main" id="{59C4F847-EA84-79F6-F8D6-3B3C23475B9F}"/>
              </a:ext>
            </a:extLst>
          </p:cNvPr>
          <p:cNvSpPr>
            <a:spLocks noGrp="1"/>
          </p:cNvSpPr>
          <p:nvPr>
            <p:ph idx="1"/>
          </p:nvPr>
        </p:nvSpPr>
        <p:spPr>
          <a:xfrm>
            <a:off x="568960" y="1391920"/>
            <a:ext cx="11084560" cy="4653280"/>
          </a:xfrm>
        </p:spPr>
        <p:txBody>
          <a:bodyPr>
            <a:normAutofit fontScale="92500" lnSpcReduction="10000"/>
          </a:bodyPr>
          <a:lstStyle/>
          <a:p>
            <a:pPr algn="just" fontAlgn="base"/>
            <a:r>
              <a:rPr lang="en-US" dirty="0"/>
              <a:t>A Bidirectional Recurrent Neural Network (BRNN) is an extension of the traditional RNN that processes sequential data in both forward and backward directions.</a:t>
            </a:r>
          </a:p>
          <a:p>
            <a:pPr algn="just" fontAlgn="base"/>
            <a:r>
              <a:rPr lang="en-US" dirty="0"/>
              <a:t> This allows the network to utilize both past and future context when making predictions providing a more comprehensive understanding of the sequence.</a:t>
            </a:r>
          </a:p>
          <a:p>
            <a:pPr algn="just" fontAlgn="base"/>
            <a:r>
              <a:rPr lang="en-US" dirty="0"/>
              <a:t>Like a traditional RNN, a BRNN moves </a:t>
            </a:r>
            <a:r>
              <a:rPr lang="en-US" b="1" dirty="0"/>
              <a:t>forward through the sequence, updating the hidden state based on the current input and the prior hidden state at each time step. </a:t>
            </a:r>
          </a:p>
          <a:p>
            <a:pPr algn="just" fontAlgn="base"/>
            <a:r>
              <a:rPr lang="en-US" dirty="0"/>
              <a:t>The key difference is that a BRNN also has a backward hidden layer which processes the sequence in reverse, updating the hidden state based on the current input and the hidden state of the next time step.</a:t>
            </a:r>
          </a:p>
          <a:p>
            <a:pPr algn="just" fontAlgn="base"/>
            <a:r>
              <a:rPr lang="en-US" dirty="0"/>
              <a:t>Compared to unidirectional RNNs BRNNs improve accuracy by considering both the past and future context. </a:t>
            </a:r>
          </a:p>
          <a:p>
            <a:pPr algn="just" fontAlgn="base"/>
            <a:r>
              <a:rPr lang="en-US" dirty="0"/>
              <a:t>This is because the two hidden layers </a:t>
            </a:r>
            <a:r>
              <a:rPr lang="en-US" dirty="0" err="1"/>
              <a:t>i.e</a:t>
            </a:r>
            <a:r>
              <a:rPr lang="en-US" dirty="0"/>
              <a:t> forward and backward complement each other and predictions are made using the combined outputs of both layers.</a:t>
            </a:r>
          </a:p>
          <a:p>
            <a:pPr algn="just"/>
            <a:endParaRPr lang="en-IN" dirty="0"/>
          </a:p>
        </p:txBody>
      </p:sp>
    </p:spTree>
    <p:extLst>
      <p:ext uri="{BB962C8B-B14F-4D97-AF65-F5344CB8AC3E}">
        <p14:creationId xmlns:p14="http://schemas.microsoft.com/office/powerpoint/2010/main" val="24500548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A0F77-F7EE-3DA0-0A46-41DD4D312D0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4042E09-AC3C-B8FB-AB8C-C4E41C95564C}"/>
              </a:ext>
            </a:extLst>
          </p:cNvPr>
          <p:cNvSpPr>
            <a:spLocks noGrp="1"/>
          </p:cNvSpPr>
          <p:nvPr>
            <p:ph idx="1"/>
          </p:nvPr>
        </p:nvSpPr>
        <p:spPr>
          <a:xfrm>
            <a:off x="812800" y="1463040"/>
            <a:ext cx="11003280" cy="4470400"/>
          </a:xfrm>
        </p:spPr>
        <p:txBody>
          <a:bodyPr/>
          <a:lstStyle/>
          <a:p>
            <a:r>
              <a:rPr lang="en-US" dirty="0"/>
              <a:t>Example:</a:t>
            </a:r>
          </a:p>
          <a:p>
            <a:r>
              <a:rPr lang="en-US" dirty="0"/>
              <a:t>Consider the sentence: "I like apple. It is very healthy."</a:t>
            </a:r>
          </a:p>
          <a:p>
            <a:r>
              <a:rPr lang="en-US" dirty="0"/>
              <a:t>In a traditional unidirectional RNN the network might struggle to understand whether "apple" refers to the fruit or the company based on the first sentence. </a:t>
            </a:r>
          </a:p>
          <a:p>
            <a:r>
              <a:rPr lang="en-US" dirty="0"/>
              <a:t>However a BRNN would have no such issue. By processing the sentence in both directions, it can easily understand that "apple" refers to the fruit, thanks to the future context provided by the second sentence ("It is very healthy.").</a:t>
            </a:r>
            <a:endParaRPr lang="en-IN" dirty="0"/>
          </a:p>
        </p:txBody>
      </p:sp>
    </p:spTree>
    <p:extLst>
      <p:ext uri="{BB962C8B-B14F-4D97-AF65-F5344CB8AC3E}">
        <p14:creationId xmlns:p14="http://schemas.microsoft.com/office/powerpoint/2010/main" val="39805773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898F-85F6-73EB-75DD-5D1C7603DDC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9BDDD27-44A7-A2EE-ECD5-F56F75DD54B7}"/>
              </a:ext>
            </a:extLst>
          </p:cNvPr>
          <p:cNvSpPr>
            <a:spLocks noGrp="1"/>
          </p:cNvSpPr>
          <p:nvPr>
            <p:ph idx="1"/>
          </p:nvPr>
        </p:nvSpPr>
        <p:spPr/>
        <p:txBody>
          <a:bodyPr>
            <a:normAutofit fontScale="92500" lnSpcReduction="10000"/>
          </a:bodyPr>
          <a:lstStyle/>
          <a:p>
            <a:r>
              <a:rPr lang="en-US" dirty="0"/>
              <a:t>Consider an example where we could use the recurrent network to predict the masked word in a sentence.</a:t>
            </a:r>
          </a:p>
          <a:p>
            <a:r>
              <a:rPr lang="en-US" b="1" dirty="0"/>
              <a:t>Apple is my favorite _____.</a:t>
            </a:r>
          </a:p>
          <a:p>
            <a:r>
              <a:rPr lang="en-US" b="1" dirty="0"/>
              <a:t>Apple is my </a:t>
            </a:r>
            <a:r>
              <a:rPr lang="en-US" b="1" dirty="0" err="1"/>
              <a:t>favourite</a:t>
            </a:r>
            <a:r>
              <a:rPr lang="en-US" b="1" dirty="0"/>
              <a:t> _____, and I work there.</a:t>
            </a:r>
          </a:p>
          <a:p>
            <a:r>
              <a:rPr lang="en-US" b="1" dirty="0"/>
              <a:t>Apple is my favorite _____, and I am going to buy one.</a:t>
            </a:r>
          </a:p>
          <a:p>
            <a:r>
              <a:rPr lang="en-US" dirty="0"/>
              <a:t>In the first sentence, the answer could be fruit, company, or phone. But it can not be a fruit in the second and third sentences.</a:t>
            </a:r>
          </a:p>
          <a:p>
            <a:r>
              <a:rPr lang="en-US" dirty="0"/>
              <a:t>A Recurrent Neural Network that can only process the inputs from left to right may not accurately predict the right answer for sentences discussed above.</a:t>
            </a:r>
          </a:p>
          <a:p>
            <a:r>
              <a:rPr lang="en-US" dirty="0"/>
              <a:t>To perform well on natural language tasks, the model must be able to process the sequence in both directions.</a:t>
            </a:r>
          </a:p>
          <a:p>
            <a:endParaRPr lang="en-IN" dirty="0"/>
          </a:p>
        </p:txBody>
      </p:sp>
    </p:spTree>
    <p:extLst>
      <p:ext uri="{BB962C8B-B14F-4D97-AF65-F5344CB8AC3E}">
        <p14:creationId xmlns:p14="http://schemas.microsoft.com/office/powerpoint/2010/main" val="2488761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A13D9-B908-F9CA-05F3-BF927BF935C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404227E-A183-D781-6166-3E89ACBA57D2}"/>
              </a:ext>
            </a:extLst>
          </p:cNvPr>
          <p:cNvSpPr>
            <a:spLocks noGrp="1"/>
          </p:cNvSpPr>
          <p:nvPr>
            <p:ph idx="1"/>
          </p:nvPr>
        </p:nvSpPr>
        <p:spPr/>
        <p:txBody>
          <a:bodyPr/>
          <a:lstStyle/>
          <a:p>
            <a:endParaRPr lang="en-IN"/>
          </a:p>
        </p:txBody>
      </p:sp>
      <p:pic>
        <p:nvPicPr>
          <p:cNvPr id="13314" name="Picture 2" descr="Bi-directional Recurrent Neural Network">
            <a:extLst>
              <a:ext uri="{FF2B5EF4-FFF2-40B4-BE49-F238E27FC236}">
                <a16:creationId xmlns:a16="http://schemas.microsoft.com/office/drawing/2014/main" id="{FFA04BD5-1E63-6921-7D03-C1E1CDE106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0109" y="1418385"/>
            <a:ext cx="7166292" cy="47078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45823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66F06-6905-5121-9025-8EBD035D460D}"/>
              </a:ext>
            </a:extLst>
          </p:cNvPr>
          <p:cNvSpPr>
            <a:spLocks noGrp="1"/>
          </p:cNvSpPr>
          <p:nvPr>
            <p:ph type="title"/>
          </p:nvPr>
        </p:nvSpPr>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DA051620-68EE-7316-1D09-5E758E6B8A8C}"/>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487E1D79-0144-9845-0579-AC1AD0D571F7}"/>
              </a:ext>
            </a:extLst>
          </p:cNvPr>
          <p:cNvPicPr>
            <a:picLocks noChangeAspect="1"/>
          </p:cNvPicPr>
          <p:nvPr/>
        </p:nvPicPr>
        <p:blipFill>
          <a:blip r:embed="rId2"/>
          <a:stretch>
            <a:fillRect/>
          </a:stretch>
        </p:blipFill>
        <p:spPr>
          <a:xfrm>
            <a:off x="1721862" y="1418671"/>
            <a:ext cx="8783578" cy="4836438"/>
          </a:xfrm>
          <a:prstGeom prst="rect">
            <a:avLst/>
          </a:prstGeom>
        </p:spPr>
      </p:pic>
    </p:spTree>
    <p:extLst>
      <p:ext uri="{BB962C8B-B14F-4D97-AF65-F5344CB8AC3E}">
        <p14:creationId xmlns:p14="http://schemas.microsoft.com/office/powerpoint/2010/main" val="142479471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9A02A-F32C-579F-6904-03A40ABACB05}"/>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85F3436-E546-FD64-7AEB-34B6792AB490}"/>
                  </a:ext>
                </a:extLst>
              </p:cNvPr>
              <p:cNvSpPr txBox="1"/>
              <p:nvPr/>
            </p:nvSpPr>
            <p:spPr>
              <a:xfrm>
                <a:off x="863600" y="1483360"/>
                <a:ext cx="10220642" cy="3909212"/>
              </a:xfrm>
              <a:prstGeom prst="rect">
                <a:avLst/>
              </a:prstGeom>
              <a:noFill/>
            </p:spPr>
            <p:txBody>
              <a:bodyPr wrap="square">
                <a:spAutoFit/>
              </a:bodyPr>
              <a:lstStyle/>
              <a:p>
                <a:pPr>
                  <a:buNone/>
                </a:pPr>
                <a:r>
                  <a:rPr lang="en-IN" sz="2400" b="1" dirty="0"/>
                  <a:t>Architecture of a </a:t>
                </a:r>
                <a:r>
                  <a:rPr lang="en-IN" sz="2400" b="1" dirty="0" err="1"/>
                  <a:t>BiRNN</a:t>
                </a:r>
                <a:endParaRPr lang="en-IN" sz="2400" b="1" dirty="0"/>
              </a:p>
              <a:p>
                <a:pPr>
                  <a:buNone/>
                </a:pPr>
                <a:r>
                  <a:rPr lang="en-IN" sz="2400" dirty="0"/>
                  <a:t>At each time step </a:t>
                </a:r>
                <a14:m>
                  <m:oMath xmlns:m="http://schemas.openxmlformats.org/officeDocument/2006/math">
                    <m:r>
                      <a:rPr lang="en-IN" sz="2400" i="1">
                        <a:latin typeface="Cambria Math" panose="02040503050406030204" pitchFamily="18" charset="0"/>
                      </a:rPr>
                      <m:t>𝑡</m:t>
                    </m:r>
                  </m:oMath>
                </a14:m>
                <a:r>
                  <a:rPr lang="en-IN" sz="2400" dirty="0"/>
                  <a:t>, there are </a:t>
                </a:r>
                <a:r>
                  <a:rPr lang="en-IN" sz="2400" b="1" dirty="0"/>
                  <a:t>two hidden states</a:t>
                </a:r>
                <a:r>
                  <a:rPr lang="en-IN" sz="2400" dirty="0"/>
                  <a:t>:</a:t>
                </a:r>
              </a:p>
              <a:p>
                <a:pPr>
                  <a:buFont typeface="+mj-lt"/>
                  <a:buAutoNum type="arabicPeriod"/>
                </a:pPr>
                <a:r>
                  <a:rPr lang="en-IN" sz="2400" b="1" dirty="0"/>
                  <a:t>Forward hidden state</a:t>
                </a:r>
                <a:endParaRPr lang="en-IN" sz="2400" dirty="0"/>
              </a:p>
              <a:p>
                <a:pPr>
                  <a:buNone/>
                </a:pPr>
                <a14:m>
                  <m:oMathPara xmlns:m="http://schemas.openxmlformats.org/officeDocument/2006/math">
                    <m:oMathParaPr>
                      <m:jc m:val="centerGroup"/>
                    </m:oMathParaPr>
                    <m:oMath xmlns:m="http://schemas.openxmlformats.org/officeDocument/2006/math">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𝑡</m:t>
                              </m:r>
                            </m:sub>
                          </m:sSub>
                        </m:e>
                      </m:acc>
                      <m:r>
                        <a:rPr lang="ar-AE" sz="2400" i="0">
                          <a:latin typeface="Cambria Math" panose="02040503050406030204" pitchFamily="18" charset="0"/>
                        </a:rPr>
                        <m:t>=</m:t>
                      </m:r>
                      <m:r>
                        <a:rPr lang="ar-AE" sz="2400" i="1">
                          <a:latin typeface="Cambria Math" panose="02040503050406030204" pitchFamily="18" charset="0"/>
                        </a:rPr>
                        <m:t>𝑓</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𝑊</m:t>
                              </m:r>
                            </m:e>
                            <m:sub>
                              <m:r>
                                <a:rPr lang="ar-AE" sz="2400" i="1">
                                  <a:latin typeface="Cambria Math" panose="02040503050406030204" pitchFamily="18" charset="0"/>
                                </a:rPr>
                                <m:t>𝑓</m:t>
                              </m:r>
                            </m:sub>
                          </m:sSub>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𝑈</m:t>
                              </m:r>
                            </m:e>
                            <m:sub>
                              <m:r>
                                <a:rPr lang="ar-AE" sz="2400" i="1">
                                  <a:latin typeface="Cambria Math" panose="02040503050406030204" pitchFamily="18" charset="0"/>
                                </a:rPr>
                                <m:t>𝑓</m:t>
                              </m:r>
                            </m:sub>
                          </m:sSub>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𝑡</m:t>
                                  </m:r>
                                  <m:r>
                                    <a:rPr lang="ar-AE" sz="2400" i="0">
                                      <a:latin typeface="Cambria Math" panose="02040503050406030204" pitchFamily="18" charset="0"/>
                                    </a:rPr>
                                    <m:t>−</m:t>
                                  </m:r>
                                  <m:r>
                                    <a:rPr lang="ar-AE" sz="2400" i="0">
                                      <a:latin typeface="Cambria Math" panose="02040503050406030204" pitchFamily="18" charset="0"/>
                                    </a:rPr>
                                    <m:t>1</m:t>
                                  </m:r>
                                </m:sub>
                              </m:sSub>
                            </m:e>
                          </m:acc>
                        </m:e>
                      </m:d>
                    </m:oMath>
                  </m:oMathPara>
                </a14:m>
                <a:endParaRPr lang="ar-AE" sz="2400" dirty="0"/>
              </a:p>
              <a:p>
                <a:pPr>
                  <a:buFont typeface="+mj-lt"/>
                  <a:buAutoNum type="arabicPeriod" startAt="2"/>
                </a:pPr>
                <a:r>
                  <a:rPr lang="en-IN" sz="2400" b="1" dirty="0"/>
                  <a:t>Backward hidden state</a:t>
                </a:r>
                <a:endParaRPr lang="en-IN" sz="2400" dirty="0"/>
              </a:p>
              <a:p>
                <a:pPr>
                  <a:buNone/>
                </a:pPr>
                <a14:m>
                  <m:oMathPara xmlns:m="http://schemas.openxmlformats.org/officeDocument/2006/math">
                    <m:oMathParaPr>
                      <m:jc m:val="centerGroup"/>
                    </m:oMathParaPr>
                    <m:oMath xmlns:m="http://schemas.openxmlformats.org/officeDocument/2006/math">
                      <m:groupChr>
                        <m:groupChrPr>
                          <m:chr m:val="←"/>
                          <m:pos m:val="top"/>
                          <m:vertJc m:val="bot"/>
                          <m:ctrlPr>
                            <a:rPr lang="ar-AE" sz="2400" i="1">
                              <a:latin typeface="Cambria Math" panose="02040503050406030204" pitchFamily="18" charset="0"/>
                            </a:rPr>
                          </m:ctrlPr>
                        </m:groupChrPr>
                        <m:e>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𝑡</m:t>
                              </m:r>
                            </m:sub>
                          </m:sSub>
                        </m:e>
                      </m:groupChr>
                      <m:r>
                        <a:rPr lang="ar-AE" sz="2400" i="0">
                          <a:latin typeface="Cambria Math" panose="02040503050406030204" pitchFamily="18" charset="0"/>
                        </a:rPr>
                        <m:t>=</m:t>
                      </m:r>
                      <m:r>
                        <a:rPr lang="ar-AE" sz="2400" i="1">
                          <a:latin typeface="Cambria Math" panose="02040503050406030204" pitchFamily="18" charset="0"/>
                        </a:rPr>
                        <m:t>𝑓</m:t>
                      </m:r>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𝑊</m:t>
                              </m:r>
                            </m:e>
                            <m:sub>
                              <m:r>
                                <a:rPr lang="ar-AE" sz="2400" i="1">
                                  <a:latin typeface="Cambria Math" panose="02040503050406030204" pitchFamily="18" charset="0"/>
                                </a:rPr>
                                <m:t>𝑏</m:t>
                              </m:r>
                            </m:sub>
                          </m:sSub>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𝑈</m:t>
                              </m:r>
                            </m:e>
                            <m:sub>
                              <m:r>
                                <a:rPr lang="ar-AE" sz="2400" i="1">
                                  <a:latin typeface="Cambria Math" panose="02040503050406030204" pitchFamily="18" charset="0"/>
                                </a:rPr>
                                <m:t>𝑏</m:t>
                              </m:r>
                            </m:sub>
                          </m:sSub>
                          <m:groupChr>
                            <m:groupChrPr>
                              <m:chr m:val="←"/>
                              <m:pos m:val="top"/>
                              <m:vertJc m:val="bot"/>
                              <m:ctrlPr>
                                <a:rPr lang="ar-AE" sz="2400" i="1">
                                  <a:latin typeface="Cambria Math" panose="02040503050406030204" pitchFamily="18" charset="0"/>
                                </a:rPr>
                              </m:ctrlPr>
                            </m:groupChrPr>
                            <m:e>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𝑡</m:t>
                                  </m:r>
                                  <m:r>
                                    <a:rPr lang="ar-AE" sz="2400" i="0">
                                      <a:latin typeface="Cambria Math" panose="02040503050406030204" pitchFamily="18" charset="0"/>
                                    </a:rPr>
                                    <m:t>+</m:t>
                                  </m:r>
                                  <m:r>
                                    <a:rPr lang="ar-AE" sz="2400" i="0">
                                      <a:latin typeface="Cambria Math" panose="02040503050406030204" pitchFamily="18" charset="0"/>
                                    </a:rPr>
                                    <m:t>1</m:t>
                                  </m:r>
                                </m:sub>
                              </m:sSub>
                            </m:e>
                          </m:groupChr>
                        </m:e>
                      </m:d>
                    </m:oMath>
                  </m:oMathPara>
                </a14:m>
                <a:endParaRPr lang="ar-AE" sz="2400" dirty="0"/>
              </a:p>
              <a:p>
                <a:pPr>
                  <a:buNone/>
                </a:pPr>
                <a:r>
                  <a:rPr lang="en-IN" sz="2400" b="1" dirty="0"/>
                  <a:t>Combined output</a:t>
                </a:r>
              </a:p>
              <a:p>
                <a:pPr>
                  <a:buNone/>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𝑡</m:t>
                          </m:r>
                        </m:sub>
                      </m:sSub>
                      <m:r>
                        <a:rPr lang="ar-AE" sz="2400" i="0">
                          <a:latin typeface="Cambria Math" panose="02040503050406030204" pitchFamily="18" charset="0"/>
                        </a:rPr>
                        <m:t>=</m:t>
                      </m:r>
                      <m:d>
                        <m:dPr>
                          <m:begChr m:val="["/>
                          <m:endChr m:val="]"/>
                          <m:sepChr m:val=";"/>
                          <m:ctrlPr>
                            <a:rPr lang="ar-AE" sz="2400" i="1">
                              <a:latin typeface="Cambria Math" panose="02040503050406030204" pitchFamily="18" charset="0"/>
                            </a:rPr>
                          </m:ctrlPr>
                        </m:dPr>
                        <m:e>
                          <m:acc>
                            <m:accPr>
                              <m:chr m:val="⃗"/>
                              <m:ctrlPr>
                                <a:rPr lang="ar-AE" sz="2400" i="1">
                                  <a:latin typeface="Cambria Math" panose="02040503050406030204" pitchFamily="18" charset="0"/>
                                </a:rPr>
                              </m:ctrlPr>
                            </m:accPr>
                            <m:e>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𝑡</m:t>
                                  </m:r>
                                </m:sub>
                              </m:sSub>
                            </m:e>
                          </m:acc>
                        </m:e>
                        <m:e>
                          <m:groupChr>
                            <m:groupChrPr>
                              <m:chr m:val="←"/>
                              <m:pos m:val="top"/>
                              <m:vertJc m:val="bot"/>
                              <m:ctrlPr>
                                <a:rPr lang="ar-AE" sz="2400" i="1">
                                  <a:latin typeface="Cambria Math" panose="02040503050406030204" pitchFamily="18" charset="0"/>
                                </a:rPr>
                              </m:ctrlPr>
                            </m:groupChrPr>
                            <m:e>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𝑡</m:t>
                                  </m:r>
                                </m:sub>
                              </m:sSub>
                            </m:e>
                          </m:groupChr>
                        </m:e>
                      </m:d>
                    </m:oMath>
                  </m:oMathPara>
                </a14:m>
                <a:endParaRPr lang="ar-AE" sz="2400" dirty="0"/>
              </a:p>
              <a:p>
                <a:pPr>
                  <a:buNone/>
                </a:pPr>
                <a:r>
                  <a:rPr lang="ar-AE" sz="2400" dirty="0"/>
                  <a:t>(</a:t>
                </a:r>
                <a:r>
                  <a:rPr lang="en-IN" sz="2400" dirty="0"/>
                  <a:t>Concatenation of forward and backward states)</a:t>
                </a:r>
              </a:p>
            </p:txBody>
          </p:sp>
        </mc:Choice>
        <mc:Fallback xmlns="">
          <p:sp>
            <p:nvSpPr>
              <p:cNvPr id="5" name="TextBox 4">
                <a:extLst>
                  <a:ext uri="{FF2B5EF4-FFF2-40B4-BE49-F238E27FC236}">
                    <a16:creationId xmlns:a16="http://schemas.microsoft.com/office/drawing/2014/main" id="{785F3436-E546-FD64-7AEB-34B6792AB490}"/>
                  </a:ext>
                </a:extLst>
              </p:cNvPr>
              <p:cNvSpPr txBox="1">
                <a:spLocks noRot="1" noChangeAspect="1" noMove="1" noResize="1" noEditPoints="1" noAdjustHandles="1" noChangeArrowheads="1" noChangeShapeType="1" noTextEdit="1"/>
              </p:cNvSpPr>
              <p:nvPr/>
            </p:nvSpPr>
            <p:spPr>
              <a:xfrm>
                <a:off x="863600" y="1483360"/>
                <a:ext cx="10220642" cy="3909212"/>
              </a:xfrm>
              <a:prstGeom prst="rect">
                <a:avLst/>
              </a:prstGeom>
              <a:blipFill>
                <a:blip r:embed="rId2"/>
                <a:stretch>
                  <a:fillRect l="-1014" t="-1246" b="-2492"/>
                </a:stretch>
              </a:blipFill>
            </p:spPr>
            <p:txBody>
              <a:bodyPr/>
              <a:lstStyle/>
              <a:p>
                <a:r>
                  <a:rPr lang="en-IN">
                    <a:noFill/>
                  </a:rPr>
                  <a:t> </a:t>
                </a:r>
              </a:p>
            </p:txBody>
          </p:sp>
        </mc:Fallback>
      </mc:AlternateContent>
    </p:spTree>
    <p:extLst>
      <p:ext uri="{BB962C8B-B14F-4D97-AF65-F5344CB8AC3E}">
        <p14:creationId xmlns:p14="http://schemas.microsoft.com/office/powerpoint/2010/main" val="21403460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DB452-C152-ACEF-8A64-2DF4BA1E5AE4}"/>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A29B0F9-C0BB-31AF-1873-3B840A96A932}"/>
              </a:ext>
            </a:extLst>
          </p:cNvPr>
          <p:cNvSpPr>
            <a:spLocks noGrp="1"/>
          </p:cNvSpPr>
          <p:nvPr>
            <p:ph idx="1"/>
          </p:nvPr>
        </p:nvSpPr>
        <p:spPr>
          <a:xfrm>
            <a:off x="447040" y="1412240"/>
            <a:ext cx="11440160" cy="4856480"/>
          </a:xfrm>
        </p:spPr>
        <p:txBody>
          <a:bodyPr>
            <a:normAutofit fontScale="77500" lnSpcReduction="20000"/>
          </a:bodyPr>
          <a:lstStyle/>
          <a:p>
            <a:r>
              <a:rPr lang="en-US" b="1" dirty="0"/>
              <a:t>Merge Modes in Bidirectional RNN</a:t>
            </a:r>
          </a:p>
          <a:p>
            <a:r>
              <a:rPr lang="en-US" dirty="0"/>
              <a:t>In a bidirectional recurrent neural network (RNN), two separate RNNs process the input data in opposite directions (forward and backward). The output of these two RNNs is then combined, or "merged," in some way to produce the final output of the model.</a:t>
            </a:r>
          </a:p>
          <a:p>
            <a:r>
              <a:rPr lang="en-US" dirty="0"/>
              <a:t>There are several ways in which the outputs of the forward and backward RNNs can be merged, depending on the specific needs of the model and the task it is being used for. Some common merge modes include:</a:t>
            </a:r>
          </a:p>
          <a:p>
            <a:r>
              <a:rPr lang="en-US" b="1" dirty="0"/>
              <a:t>Concatenation:</a:t>
            </a:r>
            <a:r>
              <a:rPr lang="en-US" dirty="0"/>
              <a:t> In this mode, the outputs of the forward and backward RNNs are concatenated together, resulting in a single output tensor that is twice as long as the original input.</a:t>
            </a:r>
          </a:p>
          <a:p>
            <a:r>
              <a:rPr lang="en-US" b="1" dirty="0"/>
              <a:t>Sum:</a:t>
            </a:r>
            <a:r>
              <a:rPr lang="en-US" dirty="0"/>
              <a:t> In this mode, the outputs of the forward and backward RNNs are added together element-wise, resulting in a single output tensor that has the same shape as the original input.</a:t>
            </a:r>
          </a:p>
          <a:p>
            <a:r>
              <a:rPr lang="en-US" b="1" dirty="0"/>
              <a:t>Average:</a:t>
            </a:r>
            <a:r>
              <a:rPr lang="en-US" dirty="0"/>
              <a:t> In this mode, the outputs of the forward and backward RNNs are averaged element-wise, resulting in a single output tensor that has the same shape as the original input.</a:t>
            </a:r>
          </a:p>
          <a:p>
            <a:r>
              <a:rPr lang="en-US" b="1" dirty="0"/>
              <a:t>Maximum:</a:t>
            </a:r>
            <a:r>
              <a:rPr lang="en-US" dirty="0"/>
              <a:t> In this mode, the maximum value of the forward and backward outputs is taken at each time step, resulting in a single output tensor with the same shape as the original input.</a:t>
            </a:r>
          </a:p>
          <a:p>
            <a:r>
              <a:rPr lang="en-US" dirty="0"/>
              <a:t>Which merge mode to use will depend on the specific needs of the model and the task it is being used for. Concatenation is generally a good default choice and works well in many cases, but other merge modes may be more appropriate for certain tasks.</a:t>
            </a:r>
          </a:p>
          <a:p>
            <a:endParaRPr lang="en-IN" dirty="0"/>
          </a:p>
        </p:txBody>
      </p:sp>
    </p:spTree>
    <p:extLst>
      <p:ext uri="{BB962C8B-B14F-4D97-AF65-F5344CB8AC3E}">
        <p14:creationId xmlns:p14="http://schemas.microsoft.com/office/powerpoint/2010/main" val="421402210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35037-4999-BDC5-445C-BB1FDC73E9FA}"/>
              </a:ext>
            </a:extLst>
          </p:cNvPr>
          <p:cNvSpPr>
            <a:spLocks noGrp="1"/>
          </p:cNvSpPr>
          <p:nvPr>
            <p:ph type="title"/>
          </p:nvPr>
        </p:nvSpPr>
        <p:spPr>
          <a:xfrm>
            <a:off x="182880" y="370001"/>
            <a:ext cx="11826240" cy="677258"/>
          </a:xfrm>
        </p:spPr>
        <p:txBody>
          <a:bodyPr>
            <a:noAutofit/>
          </a:bodyPr>
          <a:lstStyle/>
          <a:p>
            <a:r>
              <a:rPr lang="en-US" sz="3600" dirty="0"/>
              <a:t>Working of Bidirectional Recurrent Neural Networks (BRNNs)</a:t>
            </a:r>
            <a:endParaRPr lang="en-IN" sz="3600" dirty="0"/>
          </a:p>
        </p:txBody>
      </p:sp>
      <p:sp>
        <p:nvSpPr>
          <p:cNvPr id="3" name="Content Placeholder 2">
            <a:extLst>
              <a:ext uri="{FF2B5EF4-FFF2-40B4-BE49-F238E27FC236}">
                <a16:creationId xmlns:a16="http://schemas.microsoft.com/office/drawing/2014/main" id="{DC792A85-A279-AF22-3AFD-D4780E7CD0A7}"/>
              </a:ext>
            </a:extLst>
          </p:cNvPr>
          <p:cNvSpPr>
            <a:spLocks noGrp="1"/>
          </p:cNvSpPr>
          <p:nvPr>
            <p:ph idx="1"/>
          </p:nvPr>
        </p:nvSpPr>
        <p:spPr>
          <a:xfrm>
            <a:off x="558800" y="1493520"/>
            <a:ext cx="11176000" cy="4632750"/>
          </a:xfrm>
        </p:spPr>
        <p:txBody>
          <a:bodyPr>
            <a:normAutofit fontScale="85000" lnSpcReduction="20000"/>
          </a:bodyPr>
          <a:lstStyle/>
          <a:p>
            <a:pPr fontAlgn="base"/>
            <a:r>
              <a:rPr lang="en-US" b="1" dirty="0"/>
              <a:t>1. Inputting a Sequence</a:t>
            </a:r>
            <a:r>
              <a:rPr lang="en-US" dirty="0"/>
              <a:t>: A sequence of data points each represented as a vector with the same dimensionality is fed into the BRNN. The sequence may have varying lengths.</a:t>
            </a:r>
          </a:p>
          <a:p>
            <a:pPr fontAlgn="base"/>
            <a:r>
              <a:rPr lang="en-US" b="1" dirty="0"/>
              <a:t>2. Dual Processing</a:t>
            </a:r>
            <a:r>
              <a:rPr lang="en-US" dirty="0"/>
              <a:t>: BRNNs process data in two directions:</a:t>
            </a:r>
          </a:p>
          <a:p>
            <a:pPr fontAlgn="base"/>
            <a:r>
              <a:rPr lang="en-US" b="1" dirty="0"/>
              <a:t>Forward direction</a:t>
            </a:r>
            <a:r>
              <a:rPr lang="en-US" dirty="0"/>
              <a:t>: The hidden state at each time step is determined by the current input and the previous hidden state.</a:t>
            </a:r>
          </a:p>
          <a:p>
            <a:pPr fontAlgn="base"/>
            <a:r>
              <a:rPr lang="en-US" b="1" dirty="0"/>
              <a:t>Backward direction</a:t>
            </a:r>
            <a:r>
              <a:rPr lang="en-US" dirty="0"/>
              <a:t>: The hidden state at each time step is influenced by the current input and the next hidden state.</a:t>
            </a:r>
          </a:p>
          <a:p>
            <a:pPr fontAlgn="base"/>
            <a:r>
              <a:rPr lang="en-US" b="1" dirty="0"/>
              <a:t>3. Computing the Hidden State</a:t>
            </a:r>
            <a:r>
              <a:rPr lang="en-US" dirty="0"/>
              <a:t>: A non-linear activation function is applied to the weighted sum of the input and the previous hidden state creating a memory mechanism that allows the network to retain information from earlier steps.</a:t>
            </a:r>
          </a:p>
          <a:p>
            <a:pPr fontAlgn="base"/>
            <a:r>
              <a:rPr lang="en-US" b="1" dirty="0"/>
              <a:t>4. Determining the Output</a:t>
            </a:r>
            <a:r>
              <a:rPr lang="en-US" dirty="0"/>
              <a:t>: A non-linear activation function is applied to the weighted sum of the hidden state and output weights to compute the output at each step. This output can either be:</a:t>
            </a:r>
          </a:p>
          <a:p>
            <a:pPr fontAlgn="base"/>
            <a:r>
              <a:rPr lang="en-US" dirty="0"/>
              <a:t>The final output of the network.</a:t>
            </a:r>
          </a:p>
          <a:p>
            <a:pPr fontAlgn="base"/>
            <a:r>
              <a:rPr lang="en-US" dirty="0"/>
              <a:t>An input to another layer for further processing.</a:t>
            </a:r>
            <a:endParaRPr lang="en-IN" dirty="0"/>
          </a:p>
        </p:txBody>
      </p:sp>
    </p:spTree>
    <p:extLst>
      <p:ext uri="{BB962C8B-B14F-4D97-AF65-F5344CB8AC3E}">
        <p14:creationId xmlns:p14="http://schemas.microsoft.com/office/powerpoint/2010/main" val="288506517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763B2-9334-A2CA-883A-A4D7243E4C9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CDA45C0-D5E5-7D0B-76A4-C68EDAEBA623}"/>
              </a:ext>
            </a:extLst>
          </p:cNvPr>
          <p:cNvSpPr>
            <a:spLocks noGrp="1"/>
          </p:cNvSpPr>
          <p:nvPr>
            <p:ph idx="1"/>
          </p:nvPr>
        </p:nvSpPr>
        <p:spPr>
          <a:xfrm>
            <a:off x="1025842" y="1452880"/>
            <a:ext cx="10201275" cy="4673390"/>
          </a:xfrm>
        </p:spPr>
        <p:txBody>
          <a:bodyPr/>
          <a:lstStyle/>
          <a:p>
            <a:pPr fontAlgn="base"/>
            <a:r>
              <a:rPr lang="en-US" b="1" dirty="0"/>
              <a:t>Advantages of BRNNs</a:t>
            </a:r>
          </a:p>
          <a:p>
            <a:pPr fontAlgn="base"/>
            <a:r>
              <a:rPr lang="en-US" b="1" dirty="0"/>
              <a:t>Enhanced Context Understanding</a:t>
            </a:r>
            <a:r>
              <a:rPr lang="en-US" dirty="0"/>
              <a:t>: Considers both past and future data for improved predictions.</a:t>
            </a:r>
          </a:p>
          <a:p>
            <a:pPr fontAlgn="base"/>
            <a:r>
              <a:rPr lang="en-US" b="1" dirty="0"/>
              <a:t>Improved Accuracy</a:t>
            </a:r>
            <a:r>
              <a:rPr lang="en-US" dirty="0"/>
              <a:t>: Particularly effective for NLP and speech processing tasks.</a:t>
            </a:r>
          </a:p>
          <a:p>
            <a:pPr fontAlgn="base"/>
            <a:r>
              <a:rPr lang="en-US" b="1" dirty="0"/>
              <a:t>Better Handling of Variable-Length Sequences</a:t>
            </a:r>
            <a:r>
              <a:rPr lang="en-US" dirty="0"/>
              <a:t>: More flexible than traditional RNNs making it suitable for varying sequence lengths.</a:t>
            </a:r>
          </a:p>
          <a:p>
            <a:pPr fontAlgn="base"/>
            <a:r>
              <a:rPr lang="en-US" b="1" dirty="0"/>
              <a:t>Increased Robustness</a:t>
            </a:r>
            <a:r>
              <a:rPr lang="en-US" dirty="0"/>
              <a:t>: Forward and backward processing help filter out noise and irrelevant information, improving robustness.</a:t>
            </a:r>
          </a:p>
          <a:p>
            <a:endParaRPr lang="en-IN" dirty="0"/>
          </a:p>
        </p:txBody>
      </p:sp>
    </p:spTree>
    <p:extLst>
      <p:ext uri="{BB962C8B-B14F-4D97-AF65-F5344CB8AC3E}">
        <p14:creationId xmlns:p14="http://schemas.microsoft.com/office/powerpoint/2010/main" val="305595172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5B50-F43A-9D19-AD19-7869A33A3AD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DCBE0D6-4B75-D8CB-6D0D-A88F7366C7D5}"/>
              </a:ext>
            </a:extLst>
          </p:cNvPr>
          <p:cNvSpPr>
            <a:spLocks noGrp="1"/>
          </p:cNvSpPr>
          <p:nvPr>
            <p:ph idx="1"/>
          </p:nvPr>
        </p:nvSpPr>
        <p:spPr/>
        <p:txBody>
          <a:bodyPr/>
          <a:lstStyle/>
          <a:p>
            <a:pPr fontAlgn="base"/>
            <a:r>
              <a:rPr lang="en-US" b="1" dirty="0"/>
              <a:t>Challenges of BRNNs</a:t>
            </a:r>
          </a:p>
          <a:p>
            <a:pPr fontAlgn="base"/>
            <a:r>
              <a:rPr lang="en-US" b="1" dirty="0"/>
              <a:t>High Computational Cost</a:t>
            </a:r>
            <a:r>
              <a:rPr lang="en-US" dirty="0"/>
              <a:t>: Requires twice the processing time compared to unidirectional RNNs.</a:t>
            </a:r>
          </a:p>
          <a:p>
            <a:pPr fontAlgn="base"/>
            <a:r>
              <a:rPr lang="en-US" b="1" dirty="0"/>
              <a:t>Longer Training Time</a:t>
            </a:r>
            <a:r>
              <a:rPr lang="en-US" dirty="0"/>
              <a:t>: More parameters to optimize result in slower convergence.</a:t>
            </a:r>
          </a:p>
          <a:p>
            <a:pPr fontAlgn="base"/>
            <a:r>
              <a:rPr lang="en-US" b="1" dirty="0"/>
              <a:t>Limited Real-Time Applicability</a:t>
            </a:r>
            <a:r>
              <a:rPr lang="en-US" dirty="0"/>
              <a:t>: Since predictions depend on the entire sequence hence they are not ideal for real-time applications like live speech recognition.</a:t>
            </a:r>
          </a:p>
          <a:p>
            <a:pPr fontAlgn="base"/>
            <a:r>
              <a:rPr lang="en-US" b="1" dirty="0"/>
              <a:t>Less Interpretability</a:t>
            </a:r>
            <a:r>
              <a:rPr lang="en-US" dirty="0"/>
              <a:t>: The bidirectional nature of BRNNs makes it more difficult to interpret predictions compared to standard RNNs.</a:t>
            </a:r>
          </a:p>
          <a:p>
            <a:endParaRPr lang="en-IN" dirty="0"/>
          </a:p>
        </p:txBody>
      </p:sp>
    </p:spTree>
    <p:extLst>
      <p:ext uri="{BB962C8B-B14F-4D97-AF65-F5344CB8AC3E}">
        <p14:creationId xmlns:p14="http://schemas.microsoft.com/office/powerpoint/2010/main" val="365420325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5FD0-244C-6E91-1DD5-6C474B734E2A}"/>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35A252DA-656E-BD03-90CC-069F5F8BAB2B}"/>
              </a:ext>
            </a:extLst>
          </p:cNvPr>
          <p:cNvGraphicFramePr>
            <a:graphicFrameLocks noGrp="1"/>
          </p:cNvGraphicFramePr>
          <p:nvPr>
            <p:ph idx="1"/>
            <p:extLst>
              <p:ext uri="{D42A27DB-BD31-4B8C-83A1-F6EECF244321}">
                <p14:modId xmlns:p14="http://schemas.microsoft.com/office/powerpoint/2010/main" val="879743211"/>
              </p:ext>
            </p:extLst>
          </p:nvPr>
        </p:nvGraphicFramePr>
        <p:xfrm>
          <a:off x="452119" y="1450545"/>
          <a:ext cx="11287761" cy="4704698"/>
        </p:xfrm>
        <a:graphic>
          <a:graphicData uri="http://schemas.openxmlformats.org/drawingml/2006/table">
            <a:tbl>
              <a:tblPr/>
              <a:tblGrid>
                <a:gridCol w="1859280">
                  <a:extLst>
                    <a:ext uri="{9D8B030D-6E8A-4147-A177-3AD203B41FA5}">
                      <a16:colId xmlns:a16="http://schemas.microsoft.com/office/drawing/2014/main" val="2785027911"/>
                    </a:ext>
                  </a:extLst>
                </a:gridCol>
                <a:gridCol w="5151120">
                  <a:extLst>
                    <a:ext uri="{9D8B030D-6E8A-4147-A177-3AD203B41FA5}">
                      <a16:colId xmlns:a16="http://schemas.microsoft.com/office/drawing/2014/main" val="3150056205"/>
                    </a:ext>
                  </a:extLst>
                </a:gridCol>
                <a:gridCol w="4277361">
                  <a:extLst>
                    <a:ext uri="{9D8B030D-6E8A-4147-A177-3AD203B41FA5}">
                      <a16:colId xmlns:a16="http://schemas.microsoft.com/office/drawing/2014/main" val="753135387"/>
                    </a:ext>
                  </a:extLst>
                </a:gridCol>
              </a:tblGrid>
              <a:tr h="255636">
                <a:tc>
                  <a:txBody>
                    <a:bodyPr/>
                    <a:lstStyle/>
                    <a:p>
                      <a:pPr algn="ctr">
                        <a:buNone/>
                      </a:pPr>
                      <a:r>
                        <a:rPr lang="en-IN" sz="2400" b="1">
                          <a:effectLst/>
                        </a:rPr>
                        <a:t>Characteristic</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IN" sz="2400" b="1" dirty="0">
                          <a:effectLst/>
                        </a:rPr>
                        <a:t>BRNN</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IN" sz="2400" b="1" dirty="0">
                          <a:effectLst/>
                        </a:rPr>
                        <a:t>RNN</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extLst>
                  <a:ext uri="{0D108BD9-81ED-4DB2-BD59-A6C34878D82A}">
                    <a16:rowId xmlns:a16="http://schemas.microsoft.com/office/drawing/2014/main" val="1941913979"/>
                  </a:ext>
                </a:extLst>
              </a:tr>
              <a:tr h="639089">
                <a:tc>
                  <a:txBody>
                    <a:bodyPr/>
                    <a:lstStyle/>
                    <a:p>
                      <a:pPr algn="ctr">
                        <a:buNone/>
                      </a:pPr>
                      <a:r>
                        <a:rPr lang="en-IN" sz="2400">
                          <a:effectLst/>
                        </a:rPr>
                        <a:t>Definition</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IN" sz="2400" dirty="0">
                          <a:effectLst/>
                        </a:rPr>
                        <a:t>Bidirectional Recurrent Neural Networks.</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IN" sz="2400">
                          <a:effectLst/>
                        </a:rPr>
                        <a:t>Recurrent Neural Networks.</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extLst>
                  <a:ext uri="{0D108BD9-81ED-4DB2-BD59-A6C34878D82A}">
                    <a16:rowId xmlns:a16="http://schemas.microsoft.com/office/drawing/2014/main" val="1731135159"/>
                  </a:ext>
                </a:extLst>
              </a:tr>
              <a:tr h="1022542">
                <a:tc>
                  <a:txBody>
                    <a:bodyPr/>
                    <a:lstStyle/>
                    <a:p>
                      <a:pPr algn="ctr">
                        <a:buNone/>
                      </a:pPr>
                      <a:r>
                        <a:rPr lang="en-IN" sz="2400">
                          <a:effectLst/>
                        </a:rPr>
                        <a:t>Purpose</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US" sz="2400" dirty="0">
                          <a:effectLst/>
                        </a:rPr>
                        <a:t>Process input sequences in both forward and backward directions.</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US" sz="2400">
                          <a:effectLst/>
                        </a:rPr>
                        <a:t>Process input sequences in a single direction.</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extLst>
                  <a:ext uri="{0D108BD9-81ED-4DB2-BD59-A6C34878D82A}">
                    <a16:rowId xmlns:a16="http://schemas.microsoft.com/office/drawing/2014/main" val="3990977552"/>
                  </a:ext>
                </a:extLst>
              </a:tr>
              <a:tr h="830816">
                <a:tc>
                  <a:txBody>
                    <a:bodyPr/>
                    <a:lstStyle/>
                    <a:p>
                      <a:pPr algn="ctr">
                        <a:buNone/>
                      </a:pPr>
                      <a:r>
                        <a:rPr lang="en-IN" sz="2400">
                          <a:effectLst/>
                        </a:rPr>
                        <a:t>Output</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US" sz="2400" dirty="0">
                          <a:effectLst/>
                        </a:rPr>
                        <a:t>Output at each time step depends on the past and future inputs.</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US" sz="2400">
                          <a:effectLst/>
                        </a:rPr>
                        <a:t>Output at each time step depends only on the past inputs.</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extLst>
                  <a:ext uri="{0D108BD9-81ED-4DB2-BD59-A6C34878D82A}">
                    <a16:rowId xmlns:a16="http://schemas.microsoft.com/office/drawing/2014/main" val="4219693489"/>
                  </a:ext>
                </a:extLst>
              </a:tr>
              <a:tr h="830816">
                <a:tc>
                  <a:txBody>
                    <a:bodyPr/>
                    <a:lstStyle/>
                    <a:p>
                      <a:pPr algn="ctr">
                        <a:buNone/>
                      </a:pPr>
                      <a:r>
                        <a:rPr lang="en-IN" sz="2400">
                          <a:effectLst/>
                        </a:rPr>
                        <a:t>Training</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US" sz="2400" dirty="0">
                          <a:effectLst/>
                        </a:rPr>
                        <a:t>Trained on both forward and backward sequences.</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US" sz="2400">
                          <a:effectLst/>
                        </a:rPr>
                        <a:t>Trained on a single sequence.</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extLst>
                  <a:ext uri="{0D108BD9-81ED-4DB2-BD59-A6C34878D82A}">
                    <a16:rowId xmlns:a16="http://schemas.microsoft.com/office/drawing/2014/main" val="134877137"/>
                  </a:ext>
                </a:extLst>
              </a:tr>
              <a:tr h="639089">
                <a:tc>
                  <a:txBody>
                    <a:bodyPr/>
                    <a:lstStyle/>
                    <a:p>
                      <a:pPr algn="ctr">
                        <a:buNone/>
                      </a:pPr>
                      <a:r>
                        <a:rPr lang="en-IN" sz="2400">
                          <a:effectLst/>
                        </a:rPr>
                        <a:t>Examples</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US" sz="2400" dirty="0">
                          <a:effectLst/>
                        </a:rPr>
                        <a:t>Natural language processing tasks, speech recognition.</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tc>
                  <a:txBody>
                    <a:bodyPr/>
                    <a:lstStyle/>
                    <a:p>
                      <a:pPr algn="just">
                        <a:buNone/>
                      </a:pPr>
                      <a:r>
                        <a:rPr lang="en-US" sz="2400" dirty="0">
                          <a:effectLst/>
                        </a:rPr>
                        <a:t>Time series prediction, language translation.</a:t>
                      </a:r>
                    </a:p>
                  </a:txBody>
                  <a:tcPr marL="63909" marR="63909" marT="31954" marB="3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BFC"/>
                    </a:solidFill>
                  </a:tcPr>
                </a:tc>
                <a:extLst>
                  <a:ext uri="{0D108BD9-81ED-4DB2-BD59-A6C34878D82A}">
                    <a16:rowId xmlns:a16="http://schemas.microsoft.com/office/drawing/2014/main" val="1759426981"/>
                  </a:ext>
                </a:extLst>
              </a:tr>
            </a:tbl>
          </a:graphicData>
        </a:graphic>
      </p:graphicFrame>
    </p:spTree>
    <p:extLst>
      <p:ext uri="{BB962C8B-B14F-4D97-AF65-F5344CB8AC3E}">
        <p14:creationId xmlns:p14="http://schemas.microsoft.com/office/powerpoint/2010/main" val="3243398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94E52-28D9-6241-B320-532A47973AC2}"/>
              </a:ext>
            </a:extLst>
          </p:cNvPr>
          <p:cNvSpPr>
            <a:spLocks noGrp="1"/>
          </p:cNvSpPr>
          <p:nvPr>
            <p:ph type="title"/>
          </p:nvPr>
        </p:nvSpPr>
        <p:spPr/>
        <p:txBody>
          <a:bodyPr>
            <a:normAutofit fontScale="90000"/>
          </a:bodyPr>
          <a:lstStyle/>
          <a:p>
            <a:r>
              <a:rPr lang="en-IN" dirty="0"/>
              <a:t>Encoder Decoder Models</a:t>
            </a:r>
          </a:p>
        </p:txBody>
      </p:sp>
      <p:sp>
        <p:nvSpPr>
          <p:cNvPr id="3" name="Content Placeholder 2">
            <a:extLst>
              <a:ext uri="{FF2B5EF4-FFF2-40B4-BE49-F238E27FC236}">
                <a16:creationId xmlns:a16="http://schemas.microsoft.com/office/drawing/2014/main" id="{7EB7E27E-EAAD-E144-6A2C-D0226787445A}"/>
              </a:ext>
            </a:extLst>
          </p:cNvPr>
          <p:cNvSpPr>
            <a:spLocks noGrp="1"/>
          </p:cNvSpPr>
          <p:nvPr>
            <p:ph idx="1"/>
          </p:nvPr>
        </p:nvSpPr>
        <p:spPr>
          <a:xfrm>
            <a:off x="1025842" y="1219200"/>
            <a:ext cx="10526078" cy="4917440"/>
          </a:xfrm>
        </p:spPr>
        <p:txBody>
          <a:bodyPr/>
          <a:lstStyle/>
          <a:p>
            <a:pPr fontAlgn="base"/>
            <a:r>
              <a:rPr lang="en-US" dirty="0"/>
              <a:t>In deep learning the encoder-decoder model is a type of neural network that is mainly used for tasks where both the input and output are sequences.</a:t>
            </a:r>
          </a:p>
          <a:p>
            <a:pPr fontAlgn="base"/>
            <a:r>
              <a:rPr lang="en-US" dirty="0"/>
              <a:t> This architecture is used when the input and output sequences are not the same length for example translating a sentence from </a:t>
            </a:r>
            <a:r>
              <a:rPr lang="en-US" b="1" dirty="0"/>
              <a:t>one language to another, summarizing a paragraph, describing an image with a caption or convert speech into text</a:t>
            </a:r>
            <a:r>
              <a:rPr lang="en-US" dirty="0"/>
              <a:t>. It works in two stages:</a:t>
            </a:r>
          </a:p>
          <a:p>
            <a:pPr fontAlgn="base"/>
            <a:r>
              <a:rPr lang="en-US" b="1" dirty="0"/>
              <a:t>Encoder</a:t>
            </a:r>
            <a:r>
              <a:rPr lang="en-US" dirty="0"/>
              <a:t>: The </a:t>
            </a:r>
            <a:r>
              <a:rPr lang="en-US" b="1" dirty="0"/>
              <a:t>encoder</a:t>
            </a:r>
            <a:r>
              <a:rPr lang="en-US" dirty="0"/>
              <a:t> takes the input data like a sentence and processes each word one by one then creates a single, fixed-size summary of the entire input called a </a:t>
            </a:r>
            <a:r>
              <a:rPr lang="en-US" b="1" dirty="0"/>
              <a:t>context vector</a:t>
            </a:r>
            <a:r>
              <a:rPr lang="en-US" dirty="0"/>
              <a:t> or </a:t>
            </a:r>
            <a:r>
              <a:rPr lang="en-US" b="1" dirty="0"/>
              <a:t>latent space</a:t>
            </a:r>
            <a:r>
              <a:rPr lang="en-US" dirty="0"/>
              <a:t>.</a:t>
            </a:r>
          </a:p>
          <a:p>
            <a:pPr fontAlgn="base"/>
            <a:r>
              <a:rPr lang="en-US" b="1" dirty="0"/>
              <a:t>Decoder</a:t>
            </a:r>
            <a:r>
              <a:rPr lang="en-US" dirty="0"/>
              <a:t>: The </a:t>
            </a:r>
            <a:r>
              <a:rPr lang="en-US" b="1" dirty="0"/>
              <a:t>decoder</a:t>
            </a:r>
            <a:r>
              <a:rPr lang="en-US" dirty="0"/>
              <a:t> takes the context vector and begins to produce the output one step at a time.</a:t>
            </a:r>
          </a:p>
          <a:p>
            <a:endParaRPr lang="en-IN" dirty="0"/>
          </a:p>
        </p:txBody>
      </p:sp>
    </p:spTree>
    <p:extLst>
      <p:ext uri="{BB962C8B-B14F-4D97-AF65-F5344CB8AC3E}">
        <p14:creationId xmlns:p14="http://schemas.microsoft.com/office/powerpoint/2010/main" val="5345174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E3530-1D86-7FD3-6748-572CF7F8114F}"/>
              </a:ext>
            </a:extLst>
          </p:cNvPr>
          <p:cNvSpPr>
            <a:spLocks noGrp="1"/>
          </p:cNvSpPr>
          <p:nvPr>
            <p:ph type="title"/>
          </p:nvPr>
        </p:nvSpPr>
        <p:spPr/>
        <p:txBody>
          <a:bodyPr>
            <a:normAutofit fontScale="90000"/>
          </a:bodyPr>
          <a:lstStyle/>
          <a:p>
            <a:r>
              <a:rPr lang="en-IN" dirty="0"/>
              <a:t>Encoder-Decoder Model Architecture</a:t>
            </a:r>
          </a:p>
        </p:txBody>
      </p:sp>
      <p:sp>
        <p:nvSpPr>
          <p:cNvPr id="3" name="Content Placeholder 2">
            <a:extLst>
              <a:ext uri="{FF2B5EF4-FFF2-40B4-BE49-F238E27FC236}">
                <a16:creationId xmlns:a16="http://schemas.microsoft.com/office/drawing/2014/main" id="{B0F8E8B0-685F-B712-4FE6-C0A147D8EBBC}"/>
              </a:ext>
            </a:extLst>
          </p:cNvPr>
          <p:cNvSpPr>
            <a:spLocks noGrp="1"/>
          </p:cNvSpPr>
          <p:nvPr>
            <p:ph idx="1"/>
          </p:nvPr>
        </p:nvSpPr>
        <p:spPr>
          <a:xfrm>
            <a:off x="365760" y="1361440"/>
            <a:ext cx="11501120" cy="4764830"/>
          </a:xfrm>
        </p:spPr>
        <p:txBody>
          <a:bodyPr/>
          <a:lstStyle/>
          <a:p>
            <a:r>
              <a:rPr lang="en-US" dirty="0"/>
              <a:t>In an encoder-decoder model both the encoder and decoder are separate networks each one has its own specific task. These networks can be different types such as </a:t>
            </a:r>
            <a:r>
              <a:rPr lang="en-US" b="1" dirty="0"/>
              <a:t>Recurrent Neural Networks (RNNs), Long Short-Term Memory networks (LSTMs), Gated Recurrent Units (GRUs), Convolutional Neural Networks (CNNs) </a:t>
            </a:r>
            <a:r>
              <a:rPr lang="en-US" dirty="0"/>
              <a:t>or even more advanced models like Transformers.</a:t>
            </a:r>
          </a:p>
          <a:p>
            <a:endParaRPr lang="en-US" dirty="0"/>
          </a:p>
          <a:p>
            <a:endParaRPr lang="en-IN" dirty="0"/>
          </a:p>
        </p:txBody>
      </p:sp>
      <p:pic>
        <p:nvPicPr>
          <p:cNvPr id="5" name="Picture 4">
            <a:extLst>
              <a:ext uri="{FF2B5EF4-FFF2-40B4-BE49-F238E27FC236}">
                <a16:creationId xmlns:a16="http://schemas.microsoft.com/office/drawing/2014/main" id="{3A6BE2DA-45DC-16C2-C0C8-3BB0DCAFAE6F}"/>
              </a:ext>
            </a:extLst>
          </p:cNvPr>
          <p:cNvPicPr>
            <a:picLocks noChangeAspect="1"/>
          </p:cNvPicPr>
          <p:nvPr/>
        </p:nvPicPr>
        <p:blipFill>
          <a:blip r:embed="rId2"/>
          <a:stretch>
            <a:fillRect/>
          </a:stretch>
        </p:blipFill>
        <p:spPr>
          <a:xfrm>
            <a:off x="2837497" y="2876032"/>
            <a:ext cx="5066983" cy="3372368"/>
          </a:xfrm>
          <a:prstGeom prst="rect">
            <a:avLst/>
          </a:prstGeom>
        </p:spPr>
      </p:pic>
    </p:spTree>
    <p:extLst>
      <p:ext uri="{BB962C8B-B14F-4D97-AF65-F5344CB8AC3E}">
        <p14:creationId xmlns:p14="http://schemas.microsoft.com/office/powerpoint/2010/main" val="345399365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60AE6-DAF4-17BE-A474-F8902EFC292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BFC21A4-F28A-E30E-1503-2A892AB648B3}"/>
              </a:ext>
            </a:extLst>
          </p:cNvPr>
          <p:cNvSpPr>
            <a:spLocks noGrp="1"/>
          </p:cNvSpPr>
          <p:nvPr>
            <p:ph idx="1"/>
          </p:nvPr>
        </p:nvSpPr>
        <p:spPr>
          <a:xfrm>
            <a:off x="721360" y="1645920"/>
            <a:ext cx="10505757" cy="4480350"/>
          </a:xfrm>
        </p:spPr>
        <p:txBody>
          <a:bodyPr/>
          <a:lstStyle/>
          <a:p>
            <a:pPr fontAlgn="base"/>
            <a:r>
              <a:rPr lang="en-US" b="1" dirty="0"/>
              <a:t>Encoder</a:t>
            </a:r>
          </a:p>
          <a:p>
            <a:pPr fontAlgn="base"/>
            <a:r>
              <a:rPr lang="en-US" dirty="0"/>
              <a:t>The encoder's job is to process the input data and convert it into a form that the model can understand. It does this using two main steps:</a:t>
            </a:r>
          </a:p>
          <a:p>
            <a:pPr fontAlgn="base"/>
            <a:r>
              <a:rPr lang="en-US" b="1" dirty="0"/>
              <a:t>Self-Attention Layer</a:t>
            </a:r>
            <a:r>
              <a:rPr lang="en-US" dirty="0"/>
              <a:t>: This layer helps the encoder focus on different parts of the input data that are important for understanding the context. For example in a sentence it allows the model to consider how each word relates to the others.</a:t>
            </a:r>
          </a:p>
          <a:p>
            <a:pPr fontAlgn="base"/>
            <a:r>
              <a:rPr lang="en-US" b="1" dirty="0"/>
              <a:t>Feed-Forward Neural Network</a:t>
            </a:r>
            <a:r>
              <a:rPr lang="en-US" dirty="0"/>
              <a:t>: After the self-attention layer this network processes the information further to capture complex patterns and relationships in the data.</a:t>
            </a:r>
          </a:p>
          <a:p>
            <a:endParaRPr lang="en-IN" dirty="0"/>
          </a:p>
        </p:txBody>
      </p:sp>
    </p:spTree>
    <p:extLst>
      <p:ext uri="{BB962C8B-B14F-4D97-AF65-F5344CB8AC3E}">
        <p14:creationId xmlns:p14="http://schemas.microsoft.com/office/powerpoint/2010/main" val="309930318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B2760-7EA6-0438-77F1-8AB1BA72CFE0}"/>
              </a:ext>
            </a:extLst>
          </p:cNvPr>
          <p:cNvSpPr>
            <a:spLocks noGrp="1"/>
          </p:cNvSpPr>
          <p:nvPr>
            <p:ph type="title"/>
          </p:nvPr>
        </p:nvSpPr>
        <p:spPr/>
        <p:txBody>
          <a:bodyPr>
            <a:normAutofit fontScale="90000"/>
          </a:bodyPr>
          <a:lstStyle/>
          <a:p>
            <a:endParaRPr lang="en-IN"/>
          </a:p>
        </p:txBody>
      </p:sp>
      <p:sp>
        <p:nvSpPr>
          <p:cNvPr id="5" name="AutoShape 4" descr="Encoder-Decoder-Image">
            <a:extLst>
              <a:ext uri="{FF2B5EF4-FFF2-40B4-BE49-F238E27FC236}">
                <a16:creationId xmlns:a16="http://schemas.microsoft.com/office/drawing/2014/main" id="{D9CAFE57-1E28-4400-F9E0-9F5539A2181A}"/>
              </a:ext>
            </a:extLst>
          </p:cNvPr>
          <p:cNvSpPr>
            <a:spLocks noGrp="1" noChangeAspect="1" noChangeArrowheads="1"/>
          </p:cNvSpPr>
          <p:nvPr>
            <p:ph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US" dirty="0"/>
              <a:t>v</a:t>
            </a:r>
            <a:endParaRPr lang="en-IN" dirty="0"/>
          </a:p>
        </p:txBody>
      </p:sp>
      <p:pic>
        <p:nvPicPr>
          <p:cNvPr id="7" name="Picture 6">
            <a:extLst>
              <a:ext uri="{FF2B5EF4-FFF2-40B4-BE49-F238E27FC236}">
                <a16:creationId xmlns:a16="http://schemas.microsoft.com/office/drawing/2014/main" id="{BC7908B8-1CD8-2B26-0015-DFBD6B4998B8}"/>
              </a:ext>
            </a:extLst>
          </p:cNvPr>
          <p:cNvPicPr>
            <a:picLocks noChangeAspect="1"/>
          </p:cNvPicPr>
          <p:nvPr/>
        </p:nvPicPr>
        <p:blipFill>
          <a:blip r:embed="rId2"/>
          <a:stretch>
            <a:fillRect/>
          </a:stretch>
        </p:blipFill>
        <p:spPr>
          <a:xfrm>
            <a:off x="1381760" y="1815782"/>
            <a:ext cx="8354060" cy="3884638"/>
          </a:xfrm>
          <a:prstGeom prst="rect">
            <a:avLst/>
          </a:prstGeom>
        </p:spPr>
      </p:pic>
    </p:spTree>
    <p:extLst>
      <p:ext uri="{BB962C8B-B14F-4D97-AF65-F5344CB8AC3E}">
        <p14:creationId xmlns:p14="http://schemas.microsoft.com/office/powerpoint/2010/main" val="38141036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5C6B9-377F-CEE4-2F37-01BABF7D192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6E26077-9F9B-1870-FFE8-72E561534633}"/>
              </a:ext>
            </a:extLst>
          </p:cNvPr>
          <p:cNvSpPr>
            <a:spLocks noGrp="1"/>
          </p:cNvSpPr>
          <p:nvPr>
            <p:ph idx="1"/>
          </p:nvPr>
        </p:nvSpPr>
        <p:spPr>
          <a:xfrm>
            <a:off x="843280" y="1310640"/>
            <a:ext cx="10383837" cy="4815630"/>
          </a:xfrm>
        </p:spPr>
        <p:txBody>
          <a:bodyPr/>
          <a:lstStyle/>
          <a:p>
            <a:pPr fontAlgn="base"/>
            <a:r>
              <a:rPr lang="en-US" b="1" dirty="0"/>
              <a:t>Decoder</a:t>
            </a:r>
          </a:p>
          <a:p>
            <a:pPr fontAlgn="base"/>
            <a:r>
              <a:rPr lang="en-US" dirty="0"/>
              <a:t>The decoder takes the processed information from the encoder and generates the output. It also has three main components:</a:t>
            </a:r>
          </a:p>
          <a:p>
            <a:pPr fontAlgn="base"/>
            <a:r>
              <a:rPr lang="en-US" b="1" dirty="0"/>
              <a:t>Self-Attention Layer</a:t>
            </a:r>
            <a:r>
              <a:rPr lang="en-US" dirty="0"/>
              <a:t>: Similar to the encoder this layer allows the decoder to focus on different parts of the output it has generated.</a:t>
            </a:r>
          </a:p>
          <a:p>
            <a:pPr fontAlgn="base"/>
            <a:r>
              <a:rPr lang="en-US" b="1" dirty="0"/>
              <a:t>Encoder-Decoder Attention Layer</a:t>
            </a:r>
            <a:r>
              <a:rPr lang="en-US" dirty="0"/>
              <a:t>: This unique layer enables the decoder to focus on relevant parts of the input data help to generate more accurate outputs.</a:t>
            </a:r>
          </a:p>
          <a:p>
            <a:pPr fontAlgn="base"/>
            <a:r>
              <a:rPr lang="en-US" b="1" dirty="0"/>
              <a:t>Feed-Forward Neural Network</a:t>
            </a:r>
            <a:r>
              <a:rPr lang="en-US" dirty="0"/>
              <a:t>: Like the encoder the decoder uses this network to process the information and generate the final output.</a:t>
            </a:r>
          </a:p>
          <a:p>
            <a:endParaRPr lang="en-IN" dirty="0"/>
          </a:p>
        </p:txBody>
      </p:sp>
    </p:spTree>
    <p:extLst>
      <p:ext uri="{BB962C8B-B14F-4D97-AF65-F5344CB8AC3E}">
        <p14:creationId xmlns:p14="http://schemas.microsoft.com/office/powerpoint/2010/main" val="359953072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97BB5-ACEE-1102-FF5D-CEC7AFE478ED}"/>
              </a:ext>
            </a:extLst>
          </p:cNvPr>
          <p:cNvSpPr>
            <a:spLocks noGrp="1"/>
          </p:cNvSpPr>
          <p:nvPr>
            <p:ph type="title"/>
          </p:nvPr>
        </p:nvSpPr>
        <p:spPr/>
        <p:txBody>
          <a:bodyPr>
            <a:normAutofit fontScale="90000"/>
          </a:bodyPr>
          <a:lstStyle/>
          <a:p>
            <a:r>
              <a:rPr lang="en-IN" dirty="0"/>
              <a:t>What is Self-Attention?</a:t>
            </a:r>
          </a:p>
        </p:txBody>
      </p:sp>
      <p:sp>
        <p:nvSpPr>
          <p:cNvPr id="3" name="Content Placeholder 2">
            <a:extLst>
              <a:ext uri="{FF2B5EF4-FFF2-40B4-BE49-F238E27FC236}">
                <a16:creationId xmlns:a16="http://schemas.microsoft.com/office/drawing/2014/main" id="{4E62267B-E420-E920-2BD3-2677BA7F8526}"/>
              </a:ext>
            </a:extLst>
          </p:cNvPr>
          <p:cNvSpPr>
            <a:spLocks noGrp="1"/>
          </p:cNvSpPr>
          <p:nvPr>
            <p:ph idx="1"/>
          </p:nvPr>
        </p:nvSpPr>
        <p:spPr/>
        <p:txBody>
          <a:bodyPr/>
          <a:lstStyle/>
          <a:p>
            <a:r>
              <a:rPr lang="en-US" b="1" dirty="0"/>
              <a:t>Self-Attention</a:t>
            </a:r>
            <a:r>
              <a:rPr lang="en-US" dirty="0"/>
              <a:t> allows a model to look at </a:t>
            </a:r>
            <a:r>
              <a:rPr lang="en-US" i="1" dirty="0"/>
              <a:t>all parts of the input sequence simultaneously</a:t>
            </a:r>
            <a:r>
              <a:rPr lang="en-US" dirty="0"/>
              <a:t> and learn which words/tokens are most important to each other.</a:t>
            </a:r>
          </a:p>
          <a:p>
            <a:r>
              <a:rPr lang="en-US" dirty="0"/>
              <a:t>It answers: </a:t>
            </a:r>
            <a:r>
              <a:rPr lang="en-US" i="1" dirty="0"/>
              <a:t>"Which words in this sentence should I pay more attention to when processing this particular word?"</a:t>
            </a:r>
            <a:endParaRPr lang="en-US" dirty="0"/>
          </a:p>
          <a:p>
            <a:r>
              <a:rPr lang="en-US" dirty="0"/>
              <a:t>This is much more powerful than RNN/</a:t>
            </a:r>
            <a:r>
              <a:rPr lang="en-US" dirty="0" err="1"/>
              <a:t>BiLSTM</a:t>
            </a:r>
            <a:r>
              <a:rPr lang="en-US" dirty="0"/>
              <a:t> attention because:</a:t>
            </a:r>
          </a:p>
          <a:p>
            <a:r>
              <a:rPr lang="en-US" dirty="0"/>
              <a:t>It captures </a:t>
            </a:r>
            <a:r>
              <a:rPr lang="en-US" b="1" dirty="0"/>
              <a:t>long-range dependencies</a:t>
            </a:r>
            <a:r>
              <a:rPr lang="en-US" dirty="0"/>
              <a:t> perfectly</a:t>
            </a:r>
          </a:p>
          <a:p>
            <a:r>
              <a:rPr lang="en-US" dirty="0"/>
              <a:t>It is </a:t>
            </a:r>
            <a:r>
              <a:rPr lang="en-US" b="1" dirty="0"/>
              <a:t>highly parallelizable</a:t>
            </a:r>
            <a:r>
              <a:rPr lang="en-US" dirty="0"/>
              <a:t> (much faster training)</a:t>
            </a:r>
          </a:p>
          <a:p>
            <a:r>
              <a:rPr lang="en-US" dirty="0"/>
              <a:t>It doesn’t suffer from vanishing gradients</a:t>
            </a:r>
          </a:p>
          <a:p>
            <a:endParaRPr lang="en-IN" dirty="0"/>
          </a:p>
        </p:txBody>
      </p:sp>
    </p:spTree>
    <p:extLst>
      <p:ext uri="{BB962C8B-B14F-4D97-AF65-F5344CB8AC3E}">
        <p14:creationId xmlns:p14="http://schemas.microsoft.com/office/powerpoint/2010/main" val="31707057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F3-4EAC-B5DE-050A-36A9F7064FC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05A5975-02D0-4FEF-E386-50FE0FFFB40F}"/>
              </a:ext>
            </a:extLst>
          </p:cNvPr>
          <p:cNvSpPr>
            <a:spLocks noGrp="1"/>
          </p:cNvSpPr>
          <p:nvPr>
            <p:ph idx="1"/>
          </p:nvPr>
        </p:nvSpPr>
        <p:spPr>
          <a:xfrm>
            <a:off x="0" y="1300480"/>
            <a:ext cx="11877040" cy="4825790"/>
          </a:xfrm>
        </p:spPr>
        <p:txBody>
          <a:bodyPr/>
          <a:lstStyle/>
          <a:p>
            <a:r>
              <a:rPr lang="en-US" dirty="0"/>
              <a:t>The concept of “attention” in deep learning </a:t>
            </a:r>
            <a:r>
              <a:rPr lang="en-US" dirty="0">
                <a:hlinkClick r:id="rId2"/>
              </a:rPr>
              <a:t>has its roots in the effort to improve Recurrent Neural Networks (RNNs)</a:t>
            </a:r>
            <a:r>
              <a:rPr lang="en-US" dirty="0"/>
              <a:t> for handling longer sequences or sentences. For instance, consider translating a sentence from one language to another. Translating a sentence word-by-word does not work effectively.</a:t>
            </a:r>
            <a:endParaRPr lang="en-IN" dirty="0"/>
          </a:p>
        </p:txBody>
      </p:sp>
      <p:pic>
        <p:nvPicPr>
          <p:cNvPr id="5" name="Picture 4">
            <a:extLst>
              <a:ext uri="{FF2B5EF4-FFF2-40B4-BE49-F238E27FC236}">
                <a16:creationId xmlns:a16="http://schemas.microsoft.com/office/drawing/2014/main" id="{97497194-C925-C814-E66E-4B2AE5478714}"/>
              </a:ext>
            </a:extLst>
          </p:cNvPr>
          <p:cNvPicPr>
            <a:picLocks noChangeAspect="1"/>
          </p:cNvPicPr>
          <p:nvPr/>
        </p:nvPicPr>
        <p:blipFill>
          <a:blip r:embed="rId3"/>
          <a:stretch>
            <a:fillRect/>
          </a:stretch>
        </p:blipFill>
        <p:spPr>
          <a:xfrm>
            <a:off x="3177561" y="2477517"/>
            <a:ext cx="6799559" cy="3536213"/>
          </a:xfrm>
          <a:prstGeom prst="rect">
            <a:avLst/>
          </a:prstGeom>
        </p:spPr>
      </p:pic>
    </p:spTree>
    <p:extLst>
      <p:ext uri="{BB962C8B-B14F-4D97-AF65-F5344CB8AC3E}">
        <p14:creationId xmlns:p14="http://schemas.microsoft.com/office/powerpoint/2010/main" val="192576735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C4094-0554-EDA3-8FCA-546AC3C650F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0DACBFC-FEF7-AAF2-7337-1FA6F2AD1CAF}"/>
              </a:ext>
            </a:extLst>
          </p:cNvPr>
          <p:cNvSpPr>
            <a:spLocks noGrp="1"/>
          </p:cNvSpPr>
          <p:nvPr>
            <p:ph idx="1"/>
          </p:nvPr>
        </p:nvSpPr>
        <p:spPr>
          <a:xfrm>
            <a:off x="843280" y="1635760"/>
            <a:ext cx="10383837" cy="4490510"/>
          </a:xfrm>
        </p:spPr>
        <p:txBody>
          <a:bodyPr/>
          <a:lstStyle/>
          <a:p>
            <a:r>
              <a:rPr lang="en-US" dirty="0"/>
              <a:t>To overcome this issue, attention mechanisms were introduced to give access to all sequence elements at each time step. </a:t>
            </a:r>
          </a:p>
          <a:p>
            <a:r>
              <a:rPr lang="en-US" dirty="0"/>
              <a:t>The key is to be selective and determine which words are most important in a specific context. In 2017, </a:t>
            </a:r>
            <a:r>
              <a:rPr lang="en-US" b="1" dirty="0"/>
              <a:t>the transformer architecture </a:t>
            </a:r>
            <a:r>
              <a:rPr lang="en-US" dirty="0"/>
              <a:t>introduced a standalone self-attention mechanism,</a:t>
            </a:r>
          </a:p>
          <a:p>
            <a:r>
              <a:rPr lang="en-US" dirty="0"/>
              <a:t>In other words, the self-attention mechanism enables the model to </a:t>
            </a:r>
            <a:r>
              <a:rPr lang="en-US" b="1" dirty="0"/>
              <a:t>weigh the importance of different elements in an input sequence </a:t>
            </a:r>
            <a:r>
              <a:rPr lang="en-US" dirty="0"/>
              <a:t>and dynamically adjust their influence on the output. </a:t>
            </a:r>
          </a:p>
          <a:p>
            <a:r>
              <a:rPr lang="en-US" dirty="0"/>
              <a:t>This is especially important for language processing tasks, where the meaning of a word can change based on its context within a sentence or document.</a:t>
            </a:r>
            <a:endParaRPr lang="en-IN" dirty="0"/>
          </a:p>
        </p:txBody>
      </p:sp>
    </p:spTree>
    <p:extLst>
      <p:ext uri="{BB962C8B-B14F-4D97-AF65-F5344CB8AC3E}">
        <p14:creationId xmlns:p14="http://schemas.microsoft.com/office/powerpoint/2010/main" val="2377764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84196-E333-8953-DA4E-F97760F0818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155955F-A4D6-A861-866D-1233D23B2965}"/>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79594135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6C0A13-8844-B5AF-6270-5C6F16A870D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BFB2906-669E-F82A-E1A4-DB2D0CA206BB}"/>
              </a:ext>
            </a:extLst>
          </p:cNvPr>
          <p:cNvSpPr>
            <a:spLocks noGrp="1"/>
          </p:cNvSpPr>
          <p:nvPr>
            <p:ph idx="1"/>
          </p:nvPr>
        </p:nvSpPr>
        <p:spPr>
          <a:xfrm>
            <a:off x="913923" y="1605280"/>
            <a:ext cx="10282237" cy="4957870"/>
          </a:xfrm>
        </p:spPr>
        <p:txBody>
          <a:bodyPr/>
          <a:lstStyle/>
          <a:p>
            <a:r>
              <a:rPr lang="en-US" b="1" dirty="0"/>
              <a:t>1. Self-Attention in the Encoder</a:t>
            </a:r>
          </a:p>
          <a:p>
            <a:r>
              <a:rPr lang="en-US" dirty="0"/>
              <a:t>In the </a:t>
            </a:r>
            <a:r>
              <a:rPr lang="en-US" b="1" dirty="0"/>
              <a:t>Encoder</a:t>
            </a:r>
            <a:r>
              <a:rPr lang="en-US" dirty="0"/>
              <a:t>, Self-Attention is </a:t>
            </a:r>
            <a:r>
              <a:rPr lang="en-US" b="1" dirty="0"/>
              <a:t>bidirectional</a:t>
            </a:r>
            <a:r>
              <a:rPr lang="en-US" dirty="0"/>
              <a:t> — every token can attend to </a:t>
            </a:r>
            <a:r>
              <a:rPr lang="en-US" b="1" dirty="0"/>
              <a:t>all other tokens</a:t>
            </a:r>
            <a:r>
              <a:rPr lang="en-US" dirty="0"/>
              <a:t> (including future ones).</a:t>
            </a:r>
          </a:p>
          <a:p>
            <a:r>
              <a:rPr lang="en-US" b="1" dirty="0"/>
              <a:t>Key Points:</a:t>
            </a:r>
            <a:endParaRPr lang="en-US" dirty="0"/>
          </a:p>
          <a:p>
            <a:r>
              <a:rPr lang="en-US" dirty="0"/>
              <a:t>Input → Query (Q), Key (K), Value (V) matrices</a:t>
            </a:r>
          </a:p>
          <a:p>
            <a:r>
              <a:rPr lang="en-US" dirty="0"/>
              <a:t>Computes attention scores between every pair of tokens</a:t>
            </a:r>
          </a:p>
          <a:p>
            <a:r>
              <a:rPr lang="en-US" dirty="0"/>
              <a:t>Helps the model understand full context (e.g., pronouns, relationships between words)</a:t>
            </a:r>
          </a:p>
          <a:p>
            <a:endParaRPr lang="en-IN" dirty="0"/>
          </a:p>
        </p:txBody>
      </p:sp>
    </p:spTree>
    <p:extLst>
      <p:ext uri="{BB962C8B-B14F-4D97-AF65-F5344CB8AC3E}">
        <p14:creationId xmlns:p14="http://schemas.microsoft.com/office/powerpoint/2010/main" val="138575824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2B983-0AF6-CFE8-94FE-778934DFAB6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5318498-0854-5DE7-36BF-402E0AA03503}"/>
              </a:ext>
            </a:extLst>
          </p:cNvPr>
          <p:cNvSpPr>
            <a:spLocks noGrp="1"/>
          </p:cNvSpPr>
          <p:nvPr>
            <p:ph idx="1"/>
          </p:nvPr>
        </p:nvSpPr>
        <p:spPr/>
        <p:txBody>
          <a:bodyPr/>
          <a:lstStyle/>
          <a:p>
            <a:endParaRPr lang="en-IN"/>
          </a:p>
        </p:txBody>
      </p:sp>
      <p:pic>
        <p:nvPicPr>
          <p:cNvPr id="4098" name="Picture 2" descr="The Illustrated Transformer – Jay Alammar – Visualizing machine learning  one concept at a time.">
            <a:extLst>
              <a:ext uri="{FF2B5EF4-FFF2-40B4-BE49-F238E27FC236}">
                <a16:creationId xmlns:a16="http://schemas.microsoft.com/office/drawing/2014/main" id="{5B31D77E-F2CE-CCA6-F1C9-CD9510BA5B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3563" y="1434014"/>
            <a:ext cx="7879557" cy="5053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249812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E389B-4EC1-B932-9CDB-195724CACFA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F199BF3-D830-1914-DFE9-F49415F59EF8}"/>
              </a:ext>
            </a:extLst>
          </p:cNvPr>
          <p:cNvSpPr>
            <a:spLocks noGrp="1"/>
          </p:cNvSpPr>
          <p:nvPr>
            <p:ph idx="1"/>
          </p:nvPr>
        </p:nvSpPr>
        <p:spPr/>
        <p:txBody>
          <a:bodyPr/>
          <a:lstStyle/>
          <a:p>
            <a:r>
              <a:rPr lang="en-US" b="1" dirty="0"/>
              <a:t>How it works inside Encoder:</a:t>
            </a:r>
            <a:endParaRPr lang="en-US" dirty="0"/>
          </a:p>
          <a:p>
            <a:r>
              <a:rPr lang="en-US" dirty="0"/>
              <a:t>Input → Embedding → Add Positional Encoding</a:t>
            </a:r>
          </a:p>
          <a:p>
            <a:r>
              <a:rPr lang="en-US" dirty="0"/>
              <a:t>Then → </a:t>
            </a:r>
            <a:r>
              <a:rPr lang="en-US" b="1" dirty="0"/>
              <a:t>Multi-Head Self-Attention</a:t>
            </a:r>
            <a:endParaRPr lang="en-US" dirty="0"/>
          </a:p>
          <a:p>
            <a:r>
              <a:rPr lang="en-US" dirty="0"/>
              <a:t>Output → Goes to Feed Forward Network</a:t>
            </a:r>
          </a:p>
          <a:p>
            <a:endParaRPr lang="en-IN" dirty="0"/>
          </a:p>
        </p:txBody>
      </p:sp>
    </p:spTree>
    <p:extLst>
      <p:ext uri="{BB962C8B-B14F-4D97-AF65-F5344CB8AC3E}">
        <p14:creationId xmlns:p14="http://schemas.microsoft.com/office/powerpoint/2010/main" val="11609155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8295-738B-660A-8CC4-DFA608BC6C6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36F121C-3DD6-9905-9D5E-F2751B0EAAA5}"/>
              </a:ext>
            </a:extLst>
          </p:cNvPr>
          <p:cNvSpPr>
            <a:spLocks noGrp="1"/>
          </p:cNvSpPr>
          <p:nvPr>
            <p:ph idx="1"/>
          </p:nvPr>
        </p:nvSpPr>
        <p:spPr>
          <a:xfrm>
            <a:off x="701040" y="1483360"/>
            <a:ext cx="10526077" cy="4642910"/>
          </a:xfrm>
        </p:spPr>
        <p:txBody>
          <a:bodyPr/>
          <a:lstStyle/>
          <a:p>
            <a:r>
              <a:rPr lang="en-US" b="1" dirty="0"/>
              <a:t>3. Self-Attention in the Decoder (Masked Self-Attention)</a:t>
            </a:r>
          </a:p>
          <a:p>
            <a:r>
              <a:rPr lang="en-US" b="1" dirty="0"/>
              <a:t>Purpose</a:t>
            </a:r>
            <a:r>
              <a:rPr lang="en-US" dirty="0"/>
              <a:t>: The Decoder generates output </a:t>
            </a:r>
            <a:r>
              <a:rPr lang="en-US" b="1" dirty="0"/>
              <a:t>one word at a time</a:t>
            </a:r>
            <a:r>
              <a:rPr lang="en-US" dirty="0"/>
              <a:t> (auto-regressive).</a:t>
            </a:r>
          </a:p>
          <a:p>
            <a:r>
              <a:rPr lang="en-US" b="1" dirty="0"/>
              <a:t>Important Rule</a:t>
            </a:r>
            <a:r>
              <a:rPr lang="en-US" dirty="0"/>
              <a:t>: The model </a:t>
            </a:r>
            <a:r>
              <a:rPr lang="en-US" b="1" dirty="0"/>
              <a:t>cannot see future words</a:t>
            </a:r>
            <a:r>
              <a:rPr lang="en-US" dirty="0"/>
              <a:t> while predicting the current word.</a:t>
            </a:r>
          </a:p>
          <a:p>
            <a:r>
              <a:rPr lang="en-US" dirty="0"/>
              <a:t>This is solved by </a:t>
            </a:r>
            <a:r>
              <a:rPr lang="en-US" b="1" dirty="0"/>
              <a:t>Masked Self-Attention</a:t>
            </a:r>
            <a:r>
              <a:rPr lang="en-US" dirty="0"/>
              <a:t> (also called Causal Self-Attention).</a:t>
            </a:r>
          </a:p>
          <a:p>
            <a:r>
              <a:rPr lang="en-US" b="1" dirty="0"/>
              <a:t>Key Differences from Encoder:</a:t>
            </a:r>
            <a:endParaRPr lang="en-US" dirty="0"/>
          </a:p>
          <a:p>
            <a:r>
              <a:rPr lang="en-US" dirty="0"/>
              <a:t>Uses </a:t>
            </a:r>
            <a:r>
              <a:rPr lang="en-US" b="1" dirty="0"/>
              <a:t>masking</a:t>
            </a:r>
            <a:r>
              <a:rPr lang="en-US" dirty="0"/>
              <a:t> → Future tokens are hidden</a:t>
            </a:r>
          </a:p>
          <a:p>
            <a:r>
              <a:rPr lang="en-US" dirty="0"/>
              <a:t>Each token can only attend to previous tokens + itself</a:t>
            </a:r>
          </a:p>
          <a:p>
            <a:endParaRPr lang="en-IN" dirty="0"/>
          </a:p>
        </p:txBody>
      </p:sp>
    </p:spTree>
    <p:extLst>
      <p:ext uri="{BB962C8B-B14F-4D97-AF65-F5344CB8AC3E}">
        <p14:creationId xmlns:p14="http://schemas.microsoft.com/office/powerpoint/2010/main" val="16573466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8D10D-1CB2-8F92-C62C-330F835C4BC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EC6F26E-8578-524B-5381-9AF8A62879DF}"/>
              </a:ext>
            </a:extLst>
          </p:cNvPr>
          <p:cNvSpPr>
            <a:spLocks noGrp="1"/>
          </p:cNvSpPr>
          <p:nvPr>
            <p:ph idx="1"/>
          </p:nvPr>
        </p:nvSpPr>
        <p:spPr/>
        <p:txBody>
          <a:bodyPr/>
          <a:lstStyle/>
          <a:p>
            <a:endParaRPr lang="en-IN"/>
          </a:p>
        </p:txBody>
      </p:sp>
      <p:pic>
        <p:nvPicPr>
          <p:cNvPr id="12290" name="Picture 2" descr="Transformers - Part 7 - Decoder (2): masked self-attention">
            <a:extLst>
              <a:ext uri="{FF2B5EF4-FFF2-40B4-BE49-F238E27FC236}">
                <a16:creationId xmlns:a16="http://schemas.microsoft.com/office/drawing/2014/main" id="{718A900B-655F-F7CB-AB4B-1C14BEB40B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8160" y="370001"/>
            <a:ext cx="10871200" cy="55837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529860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987D4-693B-E865-2CC0-707758075788}"/>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37A95A3-86A5-DCB7-D44B-40628EE7A68C}"/>
              </a:ext>
            </a:extLst>
          </p:cNvPr>
          <p:cNvSpPr>
            <a:spLocks noGrp="1"/>
          </p:cNvSpPr>
          <p:nvPr>
            <p:ph idx="1"/>
          </p:nvPr>
        </p:nvSpPr>
        <p:spPr/>
        <p:txBody>
          <a:bodyPr/>
          <a:lstStyle/>
          <a:p>
            <a:r>
              <a:rPr lang="en-US" dirty="0"/>
              <a:t>Masked Self-Attention</a:t>
            </a:r>
          </a:p>
          <a:p>
            <a:r>
              <a:rPr lang="en-US" dirty="0"/>
              <a:t>Example: </a:t>
            </a:r>
          </a:p>
          <a:p>
            <a:r>
              <a:rPr lang="en-US" dirty="0"/>
              <a:t>When predicting the 3rd word: → Can attend to word 1 and word 2 → Cannot attend to word 4, 5, 6...</a:t>
            </a:r>
          </a:p>
          <a:p>
            <a:endParaRPr lang="en-IN" dirty="0"/>
          </a:p>
        </p:txBody>
      </p:sp>
    </p:spTree>
    <p:extLst>
      <p:ext uri="{BB962C8B-B14F-4D97-AF65-F5344CB8AC3E}">
        <p14:creationId xmlns:p14="http://schemas.microsoft.com/office/powerpoint/2010/main" val="42101578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980805-3DEE-3084-9A7E-75FB248C215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899A5B7-FFA9-17C7-E12D-3537F1F297F1}"/>
              </a:ext>
            </a:extLst>
          </p:cNvPr>
          <p:cNvSpPr>
            <a:spLocks noGrp="1"/>
          </p:cNvSpPr>
          <p:nvPr>
            <p:ph idx="1"/>
          </p:nvPr>
        </p:nvSpPr>
        <p:spPr>
          <a:xfrm>
            <a:off x="629920" y="1432560"/>
            <a:ext cx="10597197" cy="4693710"/>
          </a:xfrm>
        </p:spPr>
        <p:txBody>
          <a:bodyPr/>
          <a:lstStyle/>
          <a:p>
            <a:r>
              <a:rPr lang="en-US" b="1" dirty="0"/>
              <a:t>4. Multi-Head Self-Attention (Very Important)</a:t>
            </a:r>
          </a:p>
          <a:p>
            <a:r>
              <a:rPr lang="en-US" dirty="0"/>
              <a:t>Instead of computing attention once, we do it </a:t>
            </a:r>
            <a:r>
              <a:rPr lang="en-US" b="1" dirty="0"/>
              <a:t>multiple times in parallel</a:t>
            </a:r>
            <a:r>
              <a:rPr lang="en-US" dirty="0"/>
              <a:t> (usually 8 or 16 heads). Each head learns different relationships.</a:t>
            </a:r>
          </a:p>
          <a:p>
            <a:endParaRPr lang="en-IN" dirty="0"/>
          </a:p>
        </p:txBody>
      </p:sp>
      <p:pic>
        <p:nvPicPr>
          <p:cNvPr id="13314" name="Picture 2" descr="Transformers Explained Visually (Part 3): Multi-head Attention, deep dive |  by Ketan Doshi | TDS Archive | Medium">
            <a:extLst>
              <a:ext uri="{FF2B5EF4-FFF2-40B4-BE49-F238E27FC236}">
                <a16:creationId xmlns:a16="http://schemas.microsoft.com/office/drawing/2014/main" id="{9E84B7B1-3856-3172-A48E-CEA52FA3C4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2651760"/>
            <a:ext cx="5877560" cy="3647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34592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D0350-3765-8611-3043-484E2DAAF0F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6CA9D6C-5BD7-0733-AA64-9E4024BB3A0E}"/>
              </a:ext>
            </a:extLst>
          </p:cNvPr>
          <p:cNvSpPr>
            <a:spLocks noGrp="1"/>
          </p:cNvSpPr>
          <p:nvPr>
            <p:ph idx="1"/>
          </p:nvPr>
        </p:nvSpPr>
        <p:spPr>
          <a:xfrm>
            <a:off x="904240" y="1209040"/>
            <a:ext cx="10322877" cy="4917230"/>
          </a:xfrm>
        </p:spPr>
        <p:txBody>
          <a:bodyPr/>
          <a:lstStyle/>
          <a:p>
            <a:r>
              <a:rPr lang="en-IN" b="1" dirty="0"/>
              <a:t>Visual Flow Summary:</a:t>
            </a:r>
            <a:endParaRPr lang="en-IN" dirty="0"/>
          </a:p>
          <a:p>
            <a:r>
              <a:rPr lang="en-IN" b="1" dirty="0"/>
              <a:t>Encoder Self-Attention</a:t>
            </a:r>
            <a:r>
              <a:rPr lang="en-IN" dirty="0"/>
              <a:t> → Full bidirectional attention</a:t>
            </a:r>
          </a:p>
          <a:p>
            <a:r>
              <a:rPr lang="en-IN" b="1" dirty="0"/>
              <a:t>Decoder Self-Attention</a:t>
            </a:r>
            <a:r>
              <a:rPr lang="en-IN" dirty="0"/>
              <a:t> → Masked (causal) attention </a:t>
            </a:r>
          </a:p>
          <a:p>
            <a:r>
              <a:rPr lang="en-IN" b="1" dirty="0"/>
              <a:t>Cross-Attention</a:t>
            </a:r>
            <a:r>
              <a:rPr lang="en-IN" dirty="0"/>
              <a:t> → Decoder attends to Encoder outputs</a:t>
            </a:r>
          </a:p>
          <a:p>
            <a:endParaRPr lang="en-IN" dirty="0"/>
          </a:p>
        </p:txBody>
      </p:sp>
      <p:graphicFrame>
        <p:nvGraphicFramePr>
          <p:cNvPr id="4" name="Table 3">
            <a:extLst>
              <a:ext uri="{FF2B5EF4-FFF2-40B4-BE49-F238E27FC236}">
                <a16:creationId xmlns:a16="http://schemas.microsoft.com/office/drawing/2014/main" id="{FB8C1DCC-361D-4B0F-7E76-554678348D6C}"/>
              </a:ext>
            </a:extLst>
          </p:cNvPr>
          <p:cNvGraphicFramePr>
            <a:graphicFrameLocks noGrp="1"/>
          </p:cNvGraphicFramePr>
          <p:nvPr>
            <p:extLst>
              <p:ext uri="{D42A27DB-BD31-4B8C-83A1-F6EECF244321}">
                <p14:modId xmlns:p14="http://schemas.microsoft.com/office/powerpoint/2010/main" val="3101598989"/>
              </p:ext>
            </p:extLst>
          </p:nvPr>
        </p:nvGraphicFramePr>
        <p:xfrm>
          <a:off x="904240" y="3429000"/>
          <a:ext cx="10058400" cy="2286000"/>
        </p:xfrm>
        <a:graphic>
          <a:graphicData uri="http://schemas.openxmlformats.org/drawingml/2006/table">
            <a:tbl>
              <a:tblPr/>
              <a:tblGrid>
                <a:gridCol w="2514600">
                  <a:extLst>
                    <a:ext uri="{9D8B030D-6E8A-4147-A177-3AD203B41FA5}">
                      <a16:colId xmlns:a16="http://schemas.microsoft.com/office/drawing/2014/main" val="193855607"/>
                    </a:ext>
                  </a:extLst>
                </a:gridCol>
                <a:gridCol w="2514600">
                  <a:extLst>
                    <a:ext uri="{9D8B030D-6E8A-4147-A177-3AD203B41FA5}">
                      <a16:colId xmlns:a16="http://schemas.microsoft.com/office/drawing/2014/main" val="3093674511"/>
                    </a:ext>
                  </a:extLst>
                </a:gridCol>
                <a:gridCol w="2514600">
                  <a:extLst>
                    <a:ext uri="{9D8B030D-6E8A-4147-A177-3AD203B41FA5}">
                      <a16:colId xmlns:a16="http://schemas.microsoft.com/office/drawing/2014/main" val="1189863506"/>
                    </a:ext>
                  </a:extLst>
                </a:gridCol>
                <a:gridCol w="2514600">
                  <a:extLst>
                    <a:ext uri="{9D8B030D-6E8A-4147-A177-3AD203B41FA5}">
                      <a16:colId xmlns:a16="http://schemas.microsoft.com/office/drawing/2014/main" val="240460294"/>
                    </a:ext>
                  </a:extLst>
                </a:gridCol>
              </a:tblGrid>
              <a:tr h="0">
                <a:tc>
                  <a:txBody>
                    <a:bodyPr/>
                    <a:lstStyle/>
                    <a:p>
                      <a:pPr>
                        <a:buNone/>
                      </a:pPr>
                      <a:r>
                        <a:rPr lang="en-IN" b="1"/>
                        <a:t>Component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Self-Attention 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Can See Future Tokens?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59089368"/>
                  </a:ext>
                </a:extLst>
              </a:tr>
              <a:tr h="0">
                <a:tc>
                  <a:txBody>
                    <a:bodyPr/>
                    <a:lstStyle/>
                    <a:p>
                      <a:pPr>
                        <a:buNone/>
                      </a:pPr>
                      <a:r>
                        <a:rPr lang="en-IN" b="1"/>
                        <a:t>Encoder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Self-Attention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Understand full input context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2613770"/>
                  </a:ext>
                </a:extLst>
              </a:tr>
              <a:tr h="0">
                <a:tc>
                  <a:txBody>
                    <a:bodyPr/>
                    <a:lstStyle/>
                    <a:p>
                      <a:pPr>
                        <a:buNone/>
                      </a:pPr>
                      <a:r>
                        <a:rPr lang="en-IN" b="1"/>
                        <a:t>Decoder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Masked</a:t>
                      </a:r>
                      <a:r>
                        <a:rPr lang="en-IN"/>
                        <a:t> Self-Attention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Generate output sequentially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20172173"/>
                  </a:ext>
                </a:extLst>
              </a:tr>
              <a:tr h="0">
                <a:tc>
                  <a:txBody>
                    <a:bodyPr/>
                    <a:lstStyle/>
                    <a:p>
                      <a:pPr>
                        <a:buNone/>
                      </a:pPr>
                      <a:r>
                        <a:rPr lang="en-IN" b="1"/>
                        <a:t>Decoder (Cross-Attention)</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Cross-Attention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Align output with 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7718577"/>
                  </a:ext>
                </a:extLst>
              </a:tr>
            </a:tbl>
          </a:graphicData>
        </a:graphic>
      </p:graphicFrame>
    </p:spTree>
    <p:extLst>
      <p:ext uri="{BB962C8B-B14F-4D97-AF65-F5344CB8AC3E}">
        <p14:creationId xmlns:p14="http://schemas.microsoft.com/office/powerpoint/2010/main" val="66519884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889C6-0158-4B1B-D1CD-5FA26B79FAB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3F5AAE9-9E2B-7CED-3418-566B6B5C2132}"/>
              </a:ext>
            </a:extLst>
          </p:cNvPr>
          <p:cNvSpPr>
            <a:spLocks noGrp="1"/>
          </p:cNvSpPr>
          <p:nvPr>
            <p:ph idx="1"/>
          </p:nvPr>
        </p:nvSpPr>
        <p:spPr>
          <a:xfrm>
            <a:off x="914400" y="1402080"/>
            <a:ext cx="10312717" cy="4724190"/>
          </a:xfrm>
        </p:spPr>
        <p:txBody>
          <a:bodyPr/>
          <a:lstStyle/>
          <a:p>
            <a:r>
              <a:rPr lang="en-US" b="1" dirty="0"/>
              <a:t>Sentence we will use:</a:t>
            </a:r>
            <a:r>
              <a:rPr lang="en-US" dirty="0"/>
              <a:t> </a:t>
            </a:r>
            <a:r>
              <a:rPr lang="en-US" b="1" dirty="0"/>
              <a:t>"I love learning AI"</a:t>
            </a:r>
            <a:r>
              <a:rPr lang="en-US" dirty="0"/>
              <a:t> (4 words)</a:t>
            </a:r>
          </a:p>
          <a:p>
            <a:r>
              <a:rPr lang="en-US" b="1" dirty="0"/>
              <a:t>1. Encoder Self-Attention (Full bidirectional context)</a:t>
            </a:r>
          </a:p>
          <a:p>
            <a:r>
              <a:rPr lang="en-US" b="1" dirty="0"/>
              <a:t>Goal:</a:t>
            </a:r>
            <a:r>
              <a:rPr lang="en-US" dirty="0"/>
              <a:t> Help every word understand the </a:t>
            </a:r>
            <a:r>
              <a:rPr lang="en-US" b="1" dirty="0"/>
              <a:t>whole sentence</a:t>
            </a:r>
            <a:r>
              <a:rPr lang="en-US" dirty="0"/>
              <a:t>.</a:t>
            </a:r>
          </a:p>
          <a:p>
            <a:endParaRPr lang="en-IN" dirty="0"/>
          </a:p>
        </p:txBody>
      </p:sp>
      <p:graphicFrame>
        <p:nvGraphicFramePr>
          <p:cNvPr id="6" name="Table 5">
            <a:extLst>
              <a:ext uri="{FF2B5EF4-FFF2-40B4-BE49-F238E27FC236}">
                <a16:creationId xmlns:a16="http://schemas.microsoft.com/office/drawing/2014/main" id="{7A644527-E9C9-EEA6-F263-9095F6A00E54}"/>
              </a:ext>
            </a:extLst>
          </p:cNvPr>
          <p:cNvGraphicFramePr>
            <a:graphicFrameLocks noGrp="1"/>
          </p:cNvGraphicFramePr>
          <p:nvPr>
            <p:extLst>
              <p:ext uri="{D42A27DB-BD31-4B8C-83A1-F6EECF244321}">
                <p14:modId xmlns:p14="http://schemas.microsoft.com/office/powerpoint/2010/main" val="120525136"/>
              </p:ext>
            </p:extLst>
          </p:nvPr>
        </p:nvGraphicFramePr>
        <p:xfrm>
          <a:off x="1066800" y="3512185"/>
          <a:ext cx="10058400" cy="1828800"/>
        </p:xfrm>
        <a:graphic>
          <a:graphicData uri="http://schemas.openxmlformats.org/drawingml/2006/table">
            <a:tbl>
              <a:tblPr/>
              <a:tblGrid>
                <a:gridCol w="1331277">
                  <a:extLst>
                    <a:ext uri="{9D8B030D-6E8A-4147-A177-3AD203B41FA5}">
                      <a16:colId xmlns:a16="http://schemas.microsoft.com/office/drawing/2014/main" val="3115108911"/>
                    </a:ext>
                  </a:extLst>
                </a:gridCol>
                <a:gridCol w="8727123">
                  <a:extLst>
                    <a:ext uri="{9D8B030D-6E8A-4147-A177-3AD203B41FA5}">
                      <a16:colId xmlns:a16="http://schemas.microsoft.com/office/drawing/2014/main" val="1707956598"/>
                    </a:ext>
                  </a:extLst>
                </a:gridCol>
              </a:tblGrid>
              <a:tr h="0">
                <a:tc>
                  <a:txBody>
                    <a:bodyPr/>
                    <a:lstStyle/>
                    <a:p>
                      <a:pPr>
                        <a:buNone/>
                      </a:pPr>
                      <a:r>
                        <a:rPr lang="en-IN" b="1"/>
                        <a:t>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t>What it attends to (importance)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0877388"/>
                  </a:ext>
                </a:extLst>
              </a:tr>
              <a:tr h="0">
                <a:tc>
                  <a:txBody>
                    <a:bodyPr/>
                    <a:lstStyle/>
                    <a:p>
                      <a:pPr>
                        <a:buNone/>
                      </a:pPr>
                      <a:r>
                        <a:rPr lang="en-IN" b="1"/>
                        <a:t>I</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Pays high attention to “love”, “learning”, “AI” (subject of the sentence)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6114231"/>
                  </a:ext>
                </a:extLst>
              </a:tr>
              <a:tr h="0">
                <a:tc>
                  <a:txBody>
                    <a:bodyPr/>
                    <a:lstStyle/>
                    <a:p>
                      <a:pPr>
                        <a:buNone/>
                      </a:pPr>
                      <a:r>
                        <a:rPr lang="en-IN" b="1"/>
                        <a:t>love</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Pays very high attention to “I” and “learning” (who loves what?)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66546210"/>
                  </a:ext>
                </a:extLst>
              </a:tr>
              <a:tr h="0">
                <a:tc>
                  <a:txBody>
                    <a:bodyPr/>
                    <a:lstStyle/>
                    <a:p>
                      <a:pPr>
                        <a:buNone/>
                      </a:pPr>
                      <a:r>
                        <a:rPr lang="en-IN" b="1"/>
                        <a:t>learning</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Pays high attention to “love” and “AI” (what is being learned?)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2842099"/>
                  </a:ext>
                </a:extLst>
              </a:tr>
              <a:tr h="0">
                <a:tc>
                  <a:txBody>
                    <a:bodyPr/>
                    <a:lstStyle/>
                    <a:p>
                      <a:pPr>
                        <a:buNone/>
                      </a:pPr>
                      <a:r>
                        <a:rPr lang="en-IN" b="1"/>
                        <a:t>AI</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Pays high attention to “learning” and “love” (what is loved and learned?)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1764786"/>
                  </a:ext>
                </a:extLst>
              </a:tr>
            </a:tbl>
          </a:graphicData>
        </a:graphic>
      </p:graphicFrame>
    </p:spTree>
    <p:extLst>
      <p:ext uri="{BB962C8B-B14F-4D97-AF65-F5344CB8AC3E}">
        <p14:creationId xmlns:p14="http://schemas.microsoft.com/office/powerpoint/2010/main" val="11140102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73F95-B71B-411D-FFE5-393B2221ED0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6BBDC45-4497-3533-65E7-594D69A6DB31}"/>
              </a:ext>
            </a:extLst>
          </p:cNvPr>
          <p:cNvSpPr>
            <a:spLocks noGrp="1"/>
          </p:cNvSpPr>
          <p:nvPr>
            <p:ph idx="1"/>
          </p:nvPr>
        </p:nvSpPr>
        <p:spPr/>
        <p:txBody>
          <a:bodyPr/>
          <a:lstStyle/>
          <a:p>
            <a:r>
              <a:rPr lang="en-US" b="1" dirty="0"/>
              <a:t>Example:</a:t>
            </a:r>
            <a:r>
              <a:rPr lang="en-US" dirty="0"/>
              <a:t> When processing the word </a:t>
            </a:r>
            <a:r>
              <a:rPr lang="en-US" b="1" dirty="0"/>
              <a:t>“learning”</a:t>
            </a:r>
            <a:r>
              <a:rPr lang="en-US" dirty="0"/>
              <a:t>, the model sees:</a:t>
            </a:r>
          </a:p>
          <a:p>
            <a:r>
              <a:rPr lang="en-US" dirty="0"/>
              <a:t>“I love learning AI” → “learning” strongly connects to “love” (the verb) and “AI” (the object). → So the representation of “learning” becomes richer: “the act of loving AI”.</a:t>
            </a:r>
          </a:p>
          <a:p>
            <a:r>
              <a:rPr lang="en-US" dirty="0"/>
              <a:t>This is </a:t>
            </a:r>
            <a:r>
              <a:rPr lang="en-US" b="1" dirty="0"/>
              <a:t>normal self-attention</a:t>
            </a:r>
            <a:r>
              <a:rPr lang="en-US" dirty="0"/>
              <a:t> (no mask).</a:t>
            </a:r>
          </a:p>
          <a:p>
            <a:endParaRPr lang="en-IN" dirty="0"/>
          </a:p>
        </p:txBody>
      </p:sp>
    </p:spTree>
    <p:extLst>
      <p:ext uri="{BB962C8B-B14F-4D97-AF65-F5344CB8AC3E}">
        <p14:creationId xmlns:p14="http://schemas.microsoft.com/office/powerpoint/2010/main" val="964232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B1A05-3097-EF88-5A33-4AF867A925C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76105E3-B110-06DF-5E82-7D4870994D14}"/>
              </a:ext>
            </a:extLst>
          </p:cNvPr>
          <p:cNvSpPr>
            <a:spLocks noGrp="1"/>
          </p:cNvSpPr>
          <p:nvPr>
            <p:ph idx="1"/>
          </p:nvPr>
        </p:nvSpPr>
        <p:spPr>
          <a:xfrm>
            <a:off x="833121" y="1486325"/>
            <a:ext cx="10333037" cy="4693710"/>
          </a:xfrm>
        </p:spPr>
        <p:txBody>
          <a:bodyPr/>
          <a:lstStyle/>
          <a:p>
            <a:r>
              <a:rPr lang="en-US" b="1" dirty="0"/>
              <a:t>2. Decoder Masked Self-Attention (Causal / Auto-regressive)</a:t>
            </a:r>
          </a:p>
          <a:p>
            <a:r>
              <a:rPr lang="en-US" b="1" dirty="0"/>
              <a:t>Goal:</a:t>
            </a:r>
            <a:r>
              <a:rPr lang="en-US" dirty="0"/>
              <a:t> Generate one word at a time </a:t>
            </a:r>
            <a:r>
              <a:rPr lang="en-US" b="1" dirty="0"/>
              <a:t>without peeking into the future</a:t>
            </a:r>
            <a:r>
              <a:rPr lang="en-US" dirty="0"/>
              <a:t>.</a:t>
            </a:r>
          </a:p>
          <a:p>
            <a:r>
              <a:rPr lang="en-US" dirty="0"/>
              <a:t>Suppose the model is generating the translation: “Je adore </a:t>
            </a:r>
            <a:r>
              <a:rPr lang="en-US" dirty="0" err="1"/>
              <a:t>apprendre</a:t>
            </a:r>
            <a:r>
              <a:rPr lang="en-US" dirty="0"/>
              <a:t> </a:t>
            </a:r>
            <a:r>
              <a:rPr lang="en-US" dirty="0" err="1"/>
              <a:t>l’IA</a:t>
            </a:r>
            <a:r>
              <a:rPr lang="en-US" dirty="0"/>
              <a:t>”</a:t>
            </a:r>
          </a:p>
          <a:p>
            <a:endParaRPr lang="en-IN" dirty="0"/>
          </a:p>
        </p:txBody>
      </p:sp>
      <p:graphicFrame>
        <p:nvGraphicFramePr>
          <p:cNvPr id="4" name="Table 3">
            <a:extLst>
              <a:ext uri="{FF2B5EF4-FFF2-40B4-BE49-F238E27FC236}">
                <a16:creationId xmlns:a16="http://schemas.microsoft.com/office/drawing/2014/main" id="{DA19D8EA-C3EA-E17A-7205-B63D51F8DC0E}"/>
              </a:ext>
            </a:extLst>
          </p:cNvPr>
          <p:cNvGraphicFramePr>
            <a:graphicFrameLocks noGrp="1"/>
          </p:cNvGraphicFramePr>
          <p:nvPr>
            <p:extLst>
              <p:ext uri="{D42A27DB-BD31-4B8C-83A1-F6EECF244321}">
                <p14:modId xmlns:p14="http://schemas.microsoft.com/office/powerpoint/2010/main" val="2625969775"/>
              </p:ext>
            </p:extLst>
          </p:nvPr>
        </p:nvGraphicFramePr>
        <p:xfrm>
          <a:off x="1025842" y="3217545"/>
          <a:ext cx="10058400" cy="2103120"/>
        </p:xfrm>
        <a:graphic>
          <a:graphicData uri="http://schemas.openxmlformats.org/drawingml/2006/table">
            <a:tbl>
              <a:tblPr/>
              <a:tblGrid>
                <a:gridCol w="914718">
                  <a:extLst>
                    <a:ext uri="{9D8B030D-6E8A-4147-A177-3AD203B41FA5}">
                      <a16:colId xmlns:a16="http://schemas.microsoft.com/office/drawing/2014/main" val="3942314432"/>
                    </a:ext>
                  </a:extLst>
                </a:gridCol>
                <a:gridCol w="2682240">
                  <a:extLst>
                    <a:ext uri="{9D8B030D-6E8A-4147-A177-3AD203B41FA5}">
                      <a16:colId xmlns:a16="http://schemas.microsoft.com/office/drawing/2014/main" val="3251525"/>
                    </a:ext>
                  </a:extLst>
                </a:gridCol>
                <a:gridCol w="3946842">
                  <a:extLst>
                    <a:ext uri="{9D8B030D-6E8A-4147-A177-3AD203B41FA5}">
                      <a16:colId xmlns:a16="http://schemas.microsoft.com/office/drawing/2014/main" val="1821723398"/>
                    </a:ext>
                  </a:extLst>
                </a:gridCol>
                <a:gridCol w="2514600">
                  <a:extLst>
                    <a:ext uri="{9D8B030D-6E8A-4147-A177-3AD203B41FA5}">
                      <a16:colId xmlns:a16="http://schemas.microsoft.com/office/drawing/2014/main" val="569324166"/>
                    </a:ext>
                  </a:extLst>
                </a:gridCol>
              </a:tblGrid>
              <a:tr h="0">
                <a:tc>
                  <a:txBody>
                    <a:bodyPr/>
                    <a:lstStyle/>
                    <a:p>
                      <a:pPr>
                        <a:buNone/>
                      </a:pPr>
                      <a:r>
                        <a:rPr lang="en-IN"/>
                        <a:t>Step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Current generated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What the decoder is allowed to see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What it cannot see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4894416"/>
                  </a:ext>
                </a:extLst>
              </a:tr>
              <a:tr h="0">
                <a:tc>
                  <a:txBody>
                    <a:bodyPr/>
                    <a:lstStyle/>
                    <a:p>
                      <a:pPr>
                        <a:buNone/>
                      </a:pPr>
                      <a:r>
                        <a:rPr lang="en-IN"/>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Je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Only “Je”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Future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7458174"/>
                  </a:ext>
                </a:extLst>
              </a:tr>
              <a:tr h="0">
                <a:tc>
                  <a:txBody>
                    <a:bodyPr/>
                    <a:lstStyle/>
                    <a:p>
                      <a:pPr>
                        <a:buNone/>
                      </a:pPr>
                      <a:r>
                        <a:rPr lang="en-IN"/>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Je adore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“Je adore”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Future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4787493"/>
                  </a:ext>
                </a:extLst>
              </a:tr>
              <a:tr h="0">
                <a:tc>
                  <a:txBody>
                    <a:bodyPr/>
                    <a:lstStyle/>
                    <a:p>
                      <a:pPr>
                        <a:buNone/>
                      </a:pPr>
                      <a:r>
                        <a:rPr lang="en-IN"/>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Je adore apprendre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“Je adore apprendre”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Future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1063970"/>
                  </a:ext>
                </a:extLst>
              </a:tr>
              <a:tr h="0">
                <a:tc>
                  <a:txBody>
                    <a:bodyPr/>
                    <a:lstStyle/>
                    <a:p>
                      <a:pPr>
                        <a:buNone/>
                      </a:pPr>
                      <a:r>
                        <a:rPr lang="en-IN"/>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Je adore apprendre l’IA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Full sentence (but still masked during training)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84967550"/>
                  </a:ext>
                </a:extLst>
              </a:tr>
            </a:tbl>
          </a:graphicData>
        </a:graphic>
      </p:graphicFrame>
    </p:spTree>
    <p:extLst>
      <p:ext uri="{BB962C8B-B14F-4D97-AF65-F5344CB8AC3E}">
        <p14:creationId xmlns:p14="http://schemas.microsoft.com/office/powerpoint/2010/main" val="36962066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A6EF2-4F1C-091B-5A16-951BE371A68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C8A852F-7E3B-8C02-B46C-CA15A19DB25B}"/>
              </a:ext>
            </a:extLst>
          </p:cNvPr>
          <p:cNvSpPr>
            <a:spLocks noGrp="1"/>
          </p:cNvSpPr>
          <p:nvPr>
            <p:ph idx="1"/>
          </p:nvPr>
        </p:nvSpPr>
        <p:spPr/>
        <p:txBody>
          <a:bodyPr/>
          <a:lstStyle/>
          <a:p>
            <a:r>
              <a:rPr lang="en-US" dirty="0"/>
              <a:t>Example at step 2:</a:t>
            </a:r>
          </a:p>
          <a:p>
            <a:r>
              <a:rPr lang="en-US" dirty="0"/>
              <a:t>The decoder is about to generate “adore”.</a:t>
            </a:r>
          </a:p>
          <a:p>
            <a:r>
              <a:rPr lang="en-US" dirty="0"/>
              <a:t>It can only look at “Je” → it cannot look at “</a:t>
            </a:r>
            <a:r>
              <a:rPr lang="en-US" dirty="0" err="1"/>
              <a:t>apprendre</a:t>
            </a:r>
            <a:r>
              <a:rPr lang="en-US" dirty="0"/>
              <a:t>” or “</a:t>
            </a:r>
            <a:r>
              <a:rPr lang="en-US" dirty="0" err="1"/>
              <a:t>l’IA</a:t>
            </a:r>
            <a:r>
              <a:rPr lang="en-US" dirty="0"/>
              <a:t>” yet.</a:t>
            </a:r>
          </a:p>
          <a:p>
            <a:r>
              <a:rPr lang="en-US" dirty="0"/>
              <a:t>→ Masked self-attention puts -∞ (or very large negative) in the attention matrix for future positions.</a:t>
            </a:r>
            <a:endParaRPr lang="en-IN" dirty="0"/>
          </a:p>
        </p:txBody>
      </p:sp>
    </p:spTree>
    <p:extLst>
      <p:ext uri="{BB962C8B-B14F-4D97-AF65-F5344CB8AC3E}">
        <p14:creationId xmlns:p14="http://schemas.microsoft.com/office/powerpoint/2010/main" val="284377855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9F206-D8A8-3602-B27E-39A395FA1A7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865F7DB-8EAD-9BFD-A0FC-308F2F28618A}"/>
              </a:ext>
            </a:extLst>
          </p:cNvPr>
          <p:cNvSpPr>
            <a:spLocks noGrp="1"/>
          </p:cNvSpPr>
          <p:nvPr>
            <p:ph idx="1"/>
          </p:nvPr>
        </p:nvSpPr>
        <p:spPr>
          <a:xfrm>
            <a:off x="1025842" y="1391920"/>
            <a:ext cx="10201275" cy="4734350"/>
          </a:xfrm>
        </p:spPr>
        <p:txBody>
          <a:bodyPr/>
          <a:lstStyle/>
          <a:p>
            <a:r>
              <a:rPr lang="en-US" b="1" dirty="0"/>
              <a:t>3. Cross-Attention (Decoder attends to Encoder)</a:t>
            </a:r>
          </a:p>
          <a:p>
            <a:r>
              <a:rPr lang="en-US" dirty="0"/>
              <a:t>This is the </a:t>
            </a:r>
            <a:r>
              <a:rPr lang="en-US" b="1" dirty="0"/>
              <a:t>most important</a:t>
            </a:r>
            <a:r>
              <a:rPr lang="en-US" dirty="0"/>
              <a:t> connection between encoder and decoder.</a:t>
            </a:r>
          </a:p>
          <a:p>
            <a:r>
              <a:rPr lang="en-US" b="1" dirty="0"/>
              <a:t>Encoder output</a:t>
            </a:r>
            <a:r>
              <a:rPr lang="en-US" dirty="0"/>
              <a:t> (understanding of English): “I love learning AI” → rich representations of each word.</a:t>
            </a:r>
          </a:p>
          <a:p>
            <a:r>
              <a:rPr lang="en-US" b="1" dirty="0"/>
              <a:t>Decoder</a:t>
            </a:r>
            <a:r>
              <a:rPr lang="en-US" dirty="0"/>
              <a:t> (generating French): At the moment it is generating the word </a:t>
            </a:r>
            <a:r>
              <a:rPr lang="en-US" b="1" dirty="0"/>
              <a:t>“</a:t>
            </a:r>
            <a:r>
              <a:rPr lang="en-US" b="1" dirty="0" err="1"/>
              <a:t>apprendre</a:t>
            </a:r>
            <a:r>
              <a:rPr lang="en-US" b="1" dirty="0"/>
              <a:t>”</a:t>
            </a:r>
            <a:r>
              <a:rPr lang="en-US" dirty="0"/>
              <a:t>:</a:t>
            </a:r>
          </a:p>
          <a:p>
            <a:endParaRPr lang="en-IN" dirty="0"/>
          </a:p>
        </p:txBody>
      </p:sp>
      <p:graphicFrame>
        <p:nvGraphicFramePr>
          <p:cNvPr id="4" name="Table 3">
            <a:extLst>
              <a:ext uri="{FF2B5EF4-FFF2-40B4-BE49-F238E27FC236}">
                <a16:creationId xmlns:a16="http://schemas.microsoft.com/office/drawing/2014/main" id="{30FE0B43-2962-E8E2-4170-3E0C9716656B}"/>
              </a:ext>
            </a:extLst>
          </p:cNvPr>
          <p:cNvGraphicFramePr>
            <a:graphicFrameLocks noGrp="1"/>
          </p:cNvGraphicFramePr>
          <p:nvPr>
            <p:extLst>
              <p:ext uri="{D42A27DB-BD31-4B8C-83A1-F6EECF244321}">
                <p14:modId xmlns:p14="http://schemas.microsoft.com/office/powerpoint/2010/main" val="4020370283"/>
              </p:ext>
            </p:extLst>
          </p:nvPr>
        </p:nvGraphicFramePr>
        <p:xfrm>
          <a:off x="1168717" y="4111625"/>
          <a:ext cx="10058400" cy="1463040"/>
        </p:xfrm>
        <a:graphic>
          <a:graphicData uri="http://schemas.openxmlformats.org/drawingml/2006/table">
            <a:tbl>
              <a:tblPr/>
              <a:tblGrid>
                <a:gridCol w="5029200">
                  <a:extLst>
                    <a:ext uri="{9D8B030D-6E8A-4147-A177-3AD203B41FA5}">
                      <a16:colId xmlns:a16="http://schemas.microsoft.com/office/drawing/2014/main" val="3214874239"/>
                    </a:ext>
                  </a:extLst>
                </a:gridCol>
                <a:gridCol w="5029200">
                  <a:extLst>
                    <a:ext uri="{9D8B030D-6E8A-4147-A177-3AD203B41FA5}">
                      <a16:colId xmlns:a16="http://schemas.microsoft.com/office/drawing/2014/main" val="243433021"/>
                    </a:ext>
                  </a:extLst>
                </a:gridCol>
              </a:tblGrid>
              <a:tr h="0">
                <a:tc>
                  <a:txBody>
                    <a:bodyPr/>
                    <a:lstStyle/>
                    <a:p>
                      <a:pPr>
                        <a:buNone/>
                      </a:pPr>
                      <a:r>
                        <a:rPr lang="en-IN"/>
                        <a:t>French word being generated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Which English words it focuses on (high 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7891222"/>
                  </a:ext>
                </a:extLst>
              </a:tr>
              <a:tr h="0">
                <a:tc>
                  <a:txBody>
                    <a:bodyPr/>
                    <a:lstStyle/>
                    <a:p>
                      <a:pPr>
                        <a:buNone/>
                      </a:pPr>
                      <a:r>
                        <a:rPr lang="en-IN"/>
                        <a:t>adore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14910251"/>
                  </a:ext>
                </a:extLst>
              </a:tr>
              <a:tr h="0">
                <a:tc>
                  <a:txBody>
                    <a:bodyPr/>
                    <a:lstStyle/>
                    <a:p>
                      <a:pPr>
                        <a:buNone/>
                      </a:pPr>
                      <a:r>
                        <a:rPr lang="en-IN"/>
                        <a:t>apprendre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14065951"/>
                  </a:ext>
                </a:extLst>
              </a:tr>
              <a:tr h="0">
                <a:tc>
                  <a:txBody>
                    <a:bodyPr/>
                    <a:lstStyle/>
                    <a:p>
                      <a:pPr>
                        <a:buNone/>
                      </a:pPr>
                      <a:r>
                        <a:rPr lang="en-IN"/>
                        <a:t>l’IA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0406089"/>
                  </a:ext>
                </a:extLst>
              </a:tr>
            </a:tbl>
          </a:graphicData>
        </a:graphic>
      </p:graphicFrame>
    </p:spTree>
    <p:extLst>
      <p:ext uri="{BB962C8B-B14F-4D97-AF65-F5344CB8AC3E}">
        <p14:creationId xmlns:p14="http://schemas.microsoft.com/office/powerpoint/2010/main" val="399630401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FD16B-D34A-FE54-51C9-893CBFCF985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4051E7B-9873-B393-006B-E27AE7628BBC}"/>
              </a:ext>
            </a:extLst>
          </p:cNvPr>
          <p:cNvSpPr>
            <a:spLocks noGrp="1"/>
          </p:cNvSpPr>
          <p:nvPr>
            <p:ph idx="1"/>
          </p:nvPr>
        </p:nvSpPr>
        <p:spPr/>
        <p:txBody>
          <a:bodyPr/>
          <a:lstStyle/>
          <a:p>
            <a:r>
              <a:rPr lang="en-US" dirty="0"/>
              <a:t>So when the decoder says “</a:t>
            </a:r>
            <a:r>
              <a:rPr lang="en-US" dirty="0" err="1"/>
              <a:t>apprendre</a:t>
            </a:r>
            <a:r>
              <a:rPr lang="en-US" dirty="0"/>
              <a:t>”, it strongly attends to the English word </a:t>
            </a:r>
            <a:r>
              <a:rPr lang="en-US" b="1" dirty="0"/>
              <a:t>“learning”</a:t>
            </a:r>
            <a:r>
              <a:rPr lang="en-US" dirty="0"/>
              <a:t> from the encoder.</a:t>
            </a:r>
          </a:p>
          <a:p>
            <a:r>
              <a:rPr lang="en-US" dirty="0"/>
              <a:t>This is </a:t>
            </a:r>
            <a:r>
              <a:rPr lang="en-US" b="1" dirty="0"/>
              <a:t>cross-attention</a:t>
            </a:r>
            <a:r>
              <a:rPr lang="en-US" dirty="0"/>
              <a:t> (Query from decoder, Key &amp; Value from encoder).</a:t>
            </a:r>
          </a:p>
          <a:p>
            <a:endParaRPr lang="en-IN" dirty="0"/>
          </a:p>
        </p:txBody>
      </p:sp>
    </p:spTree>
    <p:extLst>
      <p:ext uri="{BB962C8B-B14F-4D97-AF65-F5344CB8AC3E}">
        <p14:creationId xmlns:p14="http://schemas.microsoft.com/office/powerpoint/2010/main" val="375778884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70047-3211-304D-E9FB-C847367E09C0}"/>
              </a:ext>
            </a:extLst>
          </p:cNvPr>
          <p:cNvSpPr>
            <a:spLocks noGrp="1"/>
          </p:cNvSpPr>
          <p:nvPr>
            <p:ph type="title"/>
          </p:nvPr>
        </p:nvSpPr>
        <p:spPr/>
        <p:txBody>
          <a:bodyPr>
            <a:noAutofit/>
          </a:bodyPr>
          <a:lstStyle/>
          <a:p>
            <a:r>
              <a:rPr lang="en-US" sz="3600" dirty="0"/>
              <a:t>4. Multi-Head Attention (8 heads working in parallel)</a:t>
            </a:r>
            <a:endParaRPr lang="en-IN" sz="3600" dirty="0"/>
          </a:p>
        </p:txBody>
      </p:sp>
      <p:sp>
        <p:nvSpPr>
          <p:cNvPr id="3" name="Content Placeholder 2">
            <a:extLst>
              <a:ext uri="{FF2B5EF4-FFF2-40B4-BE49-F238E27FC236}">
                <a16:creationId xmlns:a16="http://schemas.microsoft.com/office/drawing/2014/main" id="{73C02AA9-46B0-BC2E-4AE1-950F3275A11D}"/>
              </a:ext>
            </a:extLst>
          </p:cNvPr>
          <p:cNvSpPr>
            <a:spLocks noGrp="1"/>
          </p:cNvSpPr>
          <p:nvPr>
            <p:ph idx="1"/>
          </p:nvPr>
        </p:nvSpPr>
        <p:spPr>
          <a:xfrm>
            <a:off x="924560" y="1422400"/>
            <a:ext cx="10302557" cy="4703870"/>
          </a:xfrm>
        </p:spPr>
        <p:txBody>
          <a:bodyPr/>
          <a:lstStyle/>
          <a:p>
            <a:r>
              <a:rPr lang="en-US" dirty="0"/>
              <a:t>Instead of one attention mechanism, we run </a:t>
            </a:r>
            <a:r>
              <a:rPr lang="en-US" b="1" dirty="0"/>
              <a:t>8 different attention heads</a:t>
            </a:r>
            <a:r>
              <a:rPr lang="en-US" dirty="0"/>
              <a:t> at the same time.</a:t>
            </a:r>
          </a:p>
          <a:p>
            <a:r>
              <a:rPr lang="en-US" b="1" dirty="0"/>
              <a:t>Toy example with sentence “The cat sat on the mat”</a:t>
            </a:r>
            <a:endParaRPr lang="en-US" dirty="0"/>
          </a:p>
          <a:p>
            <a:endParaRPr lang="en-IN" dirty="0"/>
          </a:p>
        </p:txBody>
      </p:sp>
      <p:graphicFrame>
        <p:nvGraphicFramePr>
          <p:cNvPr id="4" name="Table 3">
            <a:extLst>
              <a:ext uri="{FF2B5EF4-FFF2-40B4-BE49-F238E27FC236}">
                <a16:creationId xmlns:a16="http://schemas.microsoft.com/office/drawing/2014/main" id="{C96971BE-4E5B-09A9-5841-A934A5CC0F5B}"/>
              </a:ext>
            </a:extLst>
          </p:cNvPr>
          <p:cNvGraphicFramePr>
            <a:graphicFrameLocks noGrp="1"/>
          </p:cNvGraphicFramePr>
          <p:nvPr>
            <p:extLst>
              <p:ext uri="{D42A27DB-BD31-4B8C-83A1-F6EECF244321}">
                <p14:modId xmlns:p14="http://schemas.microsoft.com/office/powerpoint/2010/main" val="2282801469"/>
              </p:ext>
            </p:extLst>
          </p:nvPr>
        </p:nvGraphicFramePr>
        <p:xfrm>
          <a:off x="964883" y="3339465"/>
          <a:ext cx="10058400" cy="2560320"/>
        </p:xfrm>
        <a:graphic>
          <a:graphicData uri="http://schemas.openxmlformats.org/drawingml/2006/table">
            <a:tbl>
              <a:tblPr/>
              <a:tblGrid>
                <a:gridCol w="1503363">
                  <a:extLst>
                    <a:ext uri="{9D8B030D-6E8A-4147-A177-3AD203B41FA5}">
                      <a16:colId xmlns:a16="http://schemas.microsoft.com/office/drawing/2014/main" val="1234266483"/>
                    </a:ext>
                  </a:extLst>
                </a:gridCol>
                <a:gridCol w="8555037">
                  <a:extLst>
                    <a:ext uri="{9D8B030D-6E8A-4147-A177-3AD203B41FA5}">
                      <a16:colId xmlns:a16="http://schemas.microsoft.com/office/drawing/2014/main" val="3539166510"/>
                    </a:ext>
                  </a:extLst>
                </a:gridCol>
              </a:tblGrid>
              <a:tr h="0">
                <a:tc>
                  <a:txBody>
                    <a:bodyPr/>
                    <a:lstStyle/>
                    <a:p>
                      <a:pPr>
                        <a:buNone/>
                      </a:pPr>
                      <a:r>
                        <a:rPr lang="en-IN" b="1"/>
                        <a:t>Head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b="1" dirty="0"/>
                        <a:t>What this head specializes 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7588217"/>
                  </a:ext>
                </a:extLst>
              </a:tr>
              <a:tr h="0">
                <a:tc>
                  <a:txBody>
                    <a:bodyPr/>
                    <a:lstStyle/>
                    <a:p>
                      <a:pPr>
                        <a:buNone/>
                      </a:pPr>
                      <a:r>
                        <a:rPr lang="en-IN"/>
                        <a:t>Head 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Subject–Verb (The cat → sat)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00055840"/>
                  </a:ext>
                </a:extLst>
              </a:tr>
              <a:tr h="0">
                <a:tc>
                  <a:txBody>
                    <a:bodyPr/>
                    <a:lstStyle/>
                    <a:p>
                      <a:pPr>
                        <a:buNone/>
                      </a:pPr>
                      <a:r>
                        <a:rPr lang="en-IN"/>
                        <a:t>Head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Prepositional phrases (sat on the 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6297343"/>
                  </a:ext>
                </a:extLst>
              </a:tr>
              <a:tr h="0">
                <a:tc>
                  <a:txBody>
                    <a:bodyPr/>
                    <a:lstStyle/>
                    <a:p>
                      <a:pPr>
                        <a:buNone/>
                      </a:pPr>
                      <a:r>
                        <a:rPr lang="en-IN"/>
                        <a:t>Head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Coreference / repetition (the → the)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93381193"/>
                  </a:ext>
                </a:extLst>
              </a:tr>
              <a:tr h="0">
                <a:tc>
                  <a:txBody>
                    <a:bodyPr/>
                    <a:lstStyle/>
                    <a:p>
                      <a:pPr>
                        <a:buNone/>
                      </a:pPr>
                      <a:r>
                        <a:rPr lang="en-IN" dirty="0"/>
                        <a:t>Head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Syntactic structure (cat sat on mat)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9381712"/>
                  </a:ext>
                </a:extLst>
              </a:tr>
              <a:tr h="0">
                <a:tc>
                  <a:txBody>
                    <a:bodyPr/>
                    <a:lstStyle/>
                    <a:p>
                      <a:pPr>
                        <a:buNone/>
                      </a:pP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92951207"/>
                  </a:ext>
                </a:extLst>
              </a:tr>
              <a:tr h="0">
                <a:tc>
                  <a:txBody>
                    <a:bodyPr/>
                    <a:lstStyle/>
                    <a:p>
                      <a:pPr>
                        <a:buNone/>
                      </a:pPr>
                      <a:r>
                        <a:rPr lang="en-IN"/>
                        <a:t>Head 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Semantic similarity (cat &amp; mat are both nouns)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9474234"/>
                  </a:ext>
                </a:extLst>
              </a:tr>
            </a:tbl>
          </a:graphicData>
        </a:graphic>
      </p:graphicFrame>
    </p:spTree>
    <p:extLst>
      <p:ext uri="{BB962C8B-B14F-4D97-AF65-F5344CB8AC3E}">
        <p14:creationId xmlns:p14="http://schemas.microsoft.com/office/powerpoint/2010/main" val="5607455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78970-0B08-173A-A0C3-82E85623368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2503968-C543-F6FB-DE40-A003ECB1A877}"/>
              </a:ext>
            </a:extLst>
          </p:cNvPr>
          <p:cNvSpPr>
            <a:spLocks noGrp="1"/>
          </p:cNvSpPr>
          <p:nvPr>
            <p:ph idx="1"/>
          </p:nvPr>
        </p:nvSpPr>
        <p:spPr/>
        <p:txBody>
          <a:bodyPr/>
          <a:lstStyle/>
          <a:p>
            <a:r>
              <a:rPr lang="en-US" dirty="0"/>
              <a:t>After all 8 heads compute their attention, we </a:t>
            </a:r>
            <a:r>
              <a:rPr lang="en-US" b="1" dirty="0"/>
              <a:t>concatenate</a:t>
            </a:r>
            <a:r>
              <a:rPr lang="en-US" dirty="0"/>
              <a:t> them and pass through a linear layer.</a:t>
            </a:r>
          </a:p>
          <a:p>
            <a:r>
              <a:rPr lang="en-US" dirty="0"/>
              <a:t>This is why Transformers are so powerful — different heads learn different types of relationships.</a:t>
            </a:r>
          </a:p>
          <a:p>
            <a:endParaRPr lang="en-IN" dirty="0"/>
          </a:p>
        </p:txBody>
      </p:sp>
    </p:spTree>
    <p:extLst>
      <p:ext uri="{BB962C8B-B14F-4D97-AF65-F5344CB8AC3E}">
        <p14:creationId xmlns:p14="http://schemas.microsoft.com/office/powerpoint/2010/main" val="325541184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3D440-EA99-8912-6810-EC56D01EEDC3}"/>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09418321-1838-BAD1-0972-69CB0C2656D8}"/>
              </a:ext>
            </a:extLst>
          </p:cNvPr>
          <p:cNvGraphicFramePr>
            <a:graphicFrameLocks noGrp="1"/>
          </p:cNvGraphicFramePr>
          <p:nvPr>
            <p:ph idx="1"/>
            <p:extLst>
              <p:ext uri="{D42A27DB-BD31-4B8C-83A1-F6EECF244321}">
                <p14:modId xmlns:p14="http://schemas.microsoft.com/office/powerpoint/2010/main" val="3455834042"/>
              </p:ext>
            </p:extLst>
          </p:nvPr>
        </p:nvGraphicFramePr>
        <p:xfrm>
          <a:off x="914400" y="1802288"/>
          <a:ext cx="10647680" cy="3582510"/>
        </p:xfrm>
        <a:graphic>
          <a:graphicData uri="http://schemas.openxmlformats.org/drawingml/2006/table">
            <a:tbl>
              <a:tblPr/>
              <a:tblGrid>
                <a:gridCol w="1720837">
                  <a:extLst>
                    <a:ext uri="{9D8B030D-6E8A-4147-A177-3AD203B41FA5}">
                      <a16:colId xmlns:a16="http://schemas.microsoft.com/office/drawing/2014/main" val="3201247121"/>
                    </a:ext>
                  </a:extLst>
                </a:gridCol>
                <a:gridCol w="1794523">
                  <a:extLst>
                    <a:ext uri="{9D8B030D-6E8A-4147-A177-3AD203B41FA5}">
                      <a16:colId xmlns:a16="http://schemas.microsoft.com/office/drawing/2014/main" val="368027738"/>
                    </a:ext>
                  </a:extLst>
                </a:gridCol>
                <a:gridCol w="1473200">
                  <a:extLst>
                    <a:ext uri="{9D8B030D-6E8A-4147-A177-3AD203B41FA5}">
                      <a16:colId xmlns:a16="http://schemas.microsoft.com/office/drawing/2014/main" val="4079792607"/>
                    </a:ext>
                  </a:extLst>
                </a:gridCol>
                <a:gridCol w="2306320">
                  <a:extLst>
                    <a:ext uri="{9D8B030D-6E8A-4147-A177-3AD203B41FA5}">
                      <a16:colId xmlns:a16="http://schemas.microsoft.com/office/drawing/2014/main" val="416960031"/>
                    </a:ext>
                  </a:extLst>
                </a:gridCol>
                <a:gridCol w="3352800">
                  <a:extLst>
                    <a:ext uri="{9D8B030D-6E8A-4147-A177-3AD203B41FA5}">
                      <a16:colId xmlns:a16="http://schemas.microsoft.com/office/drawing/2014/main" val="194097840"/>
                    </a:ext>
                  </a:extLst>
                </a:gridCol>
              </a:tblGrid>
              <a:tr h="942766">
                <a:tc>
                  <a:txBody>
                    <a:bodyPr/>
                    <a:lstStyle/>
                    <a:p>
                      <a:pPr>
                        <a:buNone/>
                      </a:pPr>
                      <a:r>
                        <a:rPr lang="en-IN" b="1"/>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Where it happens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a:t>Can see future tokens?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Attends to whom?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b="1" dirty="0"/>
                        <a:t>Real-life analogy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56411305"/>
                  </a:ext>
                </a:extLst>
              </a:tr>
              <a:tr h="659936">
                <a:tc>
                  <a:txBody>
                    <a:bodyPr/>
                    <a:lstStyle/>
                    <a:p>
                      <a:pPr>
                        <a:buNone/>
                      </a:pPr>
                      <a:r>
                        <a:rPr lang="en-IN"/>
                        <a:t>Self-Attention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Encoder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All words in input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Reading a full paragraph at once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7148333"/>
                  </a:ext>
                </a:extLst>
              </a:tr>
              <a:tr h="659936">
                <a:tc>
                  <a:txBody>
                    <a:bodyPr/>
                    <a:lstStyle/>
                    <a:p>
                      <a:pPr>
                        <a:buNone/>
                      </a:pPr>
                      <a:r>
                        <a:rPr lang="en-IN"/>
                        <a:t>Masked Self-Attention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Decoder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Only previous words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Speaking word-by-word without knowing future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01417359"/>
                  </a:ext>
                </a:extLst>
              </a:tr>
              <a:tr h="659936">
                <a:tc>
                  <a:txBody>
                    <a:bodyPr/>
                    <a:lstStyle/>
                    <a:p>
                      <a:pPr>
                        <a:buNone/>
                      </a:pPr>
                      <a:r>
                        <a:rPr lang="en-IN"/>
                        <a:t>Cross-Attention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Decoder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Yes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Encoder hidden states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a:t>Translator looking back at original sentence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341157"/>
                  </a:ext>
                </a:extLst>
              </a:tr>
              <a:tr h="659936">
                <a:tc>
                  <a:txBody>
                    <a:bodyPr/>
                    <a:lstStyle/>
                    <a:p>
                      <a:pPr>
                        <a:buNone/>
                      </a:pPr>
                      <a:r>
                        <a:rPr lang="en-IN"/>
                        <a:t>Multi-Head Attention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All layers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Multiple perspectives at once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8 different experts reading the sentence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50750306"/>
                  </a:ext>
                </a:extLst>
              </a:tr>
            </a:tbl>
          </a:graphicData>
        </a:graphic>
      </p:graphicFrame>
    </p:spTree>
    <p:extLst>
      <p:ext uri="{BB962C8B-B14F-4D97-AF65-F5344CB8AC3E}">
        <p14:creationId xmlns:p14="http://schemas.microsoft.com/office/powerpoint/2010/main" val="399396021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7F850-4486-1571-C265-7060528C741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0A02DA0-0EFB-ACF7-26B3-87CED2319B7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1922687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637C9-93E6-5F32-5C6A-3AA36C25450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5C683A9-083F-89A0-9240-B958B943D403}"/>
              </a:ext>
            </a:extLst>
          </p:cNvPr>
          <p:cNvSpPr>
            <a:spLocks noGrp="1"/>
          </p:cNvSpPr>
          <p:nvPr>
            <p:ph idx="1"/>
          </p:nvPr>
        </p:nvSpPr>
        <p:spPr>
          <a:xfrm>
            <a:off x="1025842" y="1275667"/>
            <a:ext cx="10129838" cy="492174"/>
          </a:xfrm>
        </p:spPr>
        <p:txBody>
          <a:bodyPr/>
          <a:lstStyle/>
          <a:p>
            <a:r>
              <a:rPr lang="en-US" dirty="0"/>
              <a:t>Encoder Self-Attention Block (Most Common Visualization)</a:t>
            </a:r>
          </a:p>
          <a:p>
            <a:endParaRPr lang="en-IN" dirty="0"/>
          </a:p>
        </p:txBody>
      </p:sp>
      <p:pic>
        <p:nvPicPr>
          <p:cNvPr id="5122" name="Picture 2" descr="Understanding and Coding the Self-Attention Mechanism of Large Language  Models From Scratch | Sebastian Raschka, PhD">
            <a:extLst>
              <a:ext uri="{FF2B5EF4-FFF2-40B4-BE49-F238E27FC236}">
                <a16:creationId xmlns:a16="http://schemas.microsoft.com/office/drawing/2014/main" id="{8E83C6DA-96BD-D1D6-58E1-E0EDE6B9B8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92159" y="1996249"/>
            <a:ext cx="5872161" cy="4280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30304"/>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FD957-4AB2-0E16-FEB6-6E8A744CBF7A}"/>
              </a:ext>
            </a:extLst>
          </p:cNvPr>
          <p:cNvSpPr>
            <a:spLocks noGrp="1"/>
          </p:cNvSpPr>
          <p:nvPr>
            <p:ph type="title"/>
          </p:nvPr>
        </p:nvSpPr>
        <p:spPr/>
        <p:txBody>
          <a:bodyPr>
            <a:normAutofit fontScale="90000"/>
          </a:bodyPr>
          <a:lstStyle/>
          <a:p>
            <a:r>
              <a:rPr lang="en-IN" dirty="0"/>
              <a:t>Defining the Weight Matrices</a:t>
            </a:r>
          </a:p>
        </p:txBody>
      </p:sp>
      <p:pic>
        <p:nvPicPr>
          <p:cNvPr id="8" name="Content Placeholder 7">
            <a:extLst>
              <a:ext uri="{FF2B5EF4-FFF2-40B4-BE49-F238E27FC236}">
                <a16:creationId xmlns:a16="http://schemas.microsoft.com/office/drawing/2014/main" id="{10516ABF-39FB-01AA-E278-8174D95BE2FE}"/>
              </a:ext>
            </a:extLst>
          </p:cNvPr>
          <p:cNvPicPr>
            <a:picLocks noGrp="1" noChangeAspect="1"/>
          </p:cNvPicPr>
          <p:nvPr>
            <p:ph idx="1"/>
          </p:nvPr>
        </p:nvPicPr>
        <p:blipFill>
          <a:blip r:embed="rId2"/>
          <a:stretch>
            <a:fillRect/>
          </a:stretch>
        </p:blipFill>
        <p:spPr>
          <a:xfrm>
            <a:off x="807312" y="1483360"/>
            <a:ext cx="11048624" cy="4109477"/>
          </a:xfrm>
          <a:prstGeom prst="rect">
            <a:avLst/>
          </a:prstGeom>
        </p:spPr>
      </p:pic>
    </p:spTree>
    <p:extLst>
      <p:ext uri="{BB962C8B-B14F-4D97-AF65-F5344CB8AC3E}">
        <p14:creationId xmlns:p14="http://schemas.microsoft.com/office/powerpoint/2010/main" val="10364063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7EB85-AD74-D99E-EEDC-4234BD26E8EF}"/>
              </a:ext>
            </a:extLst>
          </p:cNvPr>
          <p:cNvSpPr>
            <a:spLocks noGrp="1"/>
          </p:cNvSpPr>
          <p:nvPr>
            <p:ph type="title"/>
          </p:nvPr>
        </p:nvSpPr>
        <p:spPr/>
        <p:txBody>
          <a:bodyPr>
            <a:normAutofit fontScale="90000"/>
          </a:bodyPr>
          <a:lstStyle/>
          <a:p>
            <a:endParaRPr lang="en-IN"/>
          </a:p>
        </p:txBody>
      </p:sp>
      <p:pic>
        <p:nvPicPr>
          <p:cNvPr id="8194" name="Picture 2" descr="Self attention from scratch attention matrices">
            <a:extLst>
              <a:ext uri="{FF2B5EF4-FFF2-40B4-BE49-F238E27FC236}">
                <a16:creationId xmlns:a16="http://schemas.microsoft.com/office/drawing/2014/main" id="{3A3EC51D-1973-134D-231C-3D38597663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20818" y="405561"/>
            <a:ext cx="2706299" cy="581074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57C998B7-EDC9-A95C-C656-DBAE04904C9B}"/>
              </a:ext>
            </a:extLst>
          </p:cNvPr>
          <p:cNvSpPr>
            <a:spLocks noGrp="1" noChangeArrowheads="1"/>
          </p:cNvSpPr>
          <p:nvPr>
            <p:ph idx="1"/>
          </p:nvPr>
        </p:nvSpPr>
        <p:spPr bwMode="auto">
          <a:xfrm>
            <a:off x="243840" y="1278424"/>
            <a:ext cx="8276978"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11111"/>
                </a:solidFill>
                <a:effectLst/>
                <a:latin typeface="Helvetica" panose="020B0604020202020204" pitchFamily="34" charset="0"/>
              </a:rPr>
              <a:t>Here, both </a:t>
            </a:r>
            <a:r>
              <a:rPr kumimoji="0" lang="en-US" altLang="en-US" sz="1800" b="0" i="0" u="none" strike="noStrike" cap="none" normalizeH="0" baseline="0" dirty="0">
                <a:ln>
                  <a:noFill/>
                </a:ln>
                <a:solidFill>
                  <a:srgbClr val="111111"/>
                </a:solidFill>
                <a:effectLst/>
                <a:latin typeface="MathJax_Main-bold"/>
              </a:rPr>
              <a:t>q</a:t>
            </a:r>
            <a:r>
              <a:rPr kumimoji="0" lang="en-US" altLang="en-US" sz="1800" b="0" i="0" u="none" strike="noStrike" cap="none" normalizeH="0" baseline="0" dirty="0">
                <a:ln>
                  <a:noFill/>
                </a:ln>
                <a:solidFill>
                  <a:srgbClr val="111111"/>
                </a:solidFill>
                <a:effectLst/>
                <a:latin typeface="MathJax_Main"/>
              </a:rPr>
              <a:t>(</a:t>
            </a:r>
            <a:r>
              <a:rPr kumimoji="0" lang="en-US" altLang="en-US" sz="1800" b="0" i="0" u="none" strike="noStrike" cap="none" normalizeH="0" baseline="0" dirty="0" err="1">
                <a:ln>
                  <a:noFill/>
                </a:ln>
                <a:solidFill>
                  <a:srgbClr val="111111"/>
                </a:solidFill>
                <a:effectLst/>
                <a:latin typeface="MathJax_Math-italic"/>
              </a:rPr>
              <a:t>i</a:t>
            </a:r>
            <a:r>
              <a:rPr kumimoji="0" lang="en-US" altLang="en-US" sz="1800" b="0" i="0" u="none" strike="noStrike" cap="none" normalizeH="0" baseline="0" dirty="0">
                <a:ln>
                  <a:noFill/>
                </a:ln>
                <a:solidFill>
                  <a:srgbClr val="111111"/>
                </a:solidFill>
                <a:effectLst/>
                <a:latin typeface="MathJax_Main"/>
              </a:rPr>
              <a:t>)</a:t>
            </a:r>
            <a:r>
              <a:rPr kumimoji="0" lang="en-US" altLang="en-US" sz="1800" b="0" i="0" u="none" strike="noStrike" cap="none" normalizeH="0" baseline="0" dirty="0">
                <a:ln>
                  <a:noFill/>
                </a:ln>
                <a:solidFill>
                  <a:srgbClr val="111111"/>
                </a:solidFill>
                <a:effectLst/>
                <a:latin typeface="Helvetica" panose="020B0604020202020204" pitchFamily="34" charset="0"/>
              </a:rPr>
              <a:t> and </a:t>
            </a:r>
            <a:r>
              <a:rPr kumimoji="0" lang="en-US" altLang="en-US" sz="1800" b="0" i="0" u="none" strike="noStrike" cap="none" normalizeH="0" baseline="0" dirty="0">
                <a:ln>
                  <a:noFill/>
                </a:ln>
                <a:solidFill>
                  <a:srgbClr val="111111"/>
                </a:solidFill>
                <a:effectLst/>
                <a:latin typeface="MathJax_Main-bold"/>
              </a:rPr>
              <a:t>k</a:t>
            </a:r>
            <a:r>
              <a:rPr kumimoji="0" lang="en-US" altLang="en-US" sz="1800" b="0" i="0" u="none" strike="noStrike" cap="none" normalizeH="0" baseline="0" dirty="0">
                <a:ln>
                  <a:noFill/>
                </a:ln>
                <a:solidFill>
                  <a:srgbClr val="111111"/>
                </a:solidFill>
                <a:effectLst/>
                <a:latin typeface="MathJax_Main"/>
              </a:rPr>
              <a:t>(</a:t>
            </a:r>
            <a:r>
              <a:rPr kumimoji="0" lang="en-US" altLang="en-US" sz="1800" b="0" i="0" u="none" strike="noStrike" cap="none" normalizeH="0" baseline="0" dirty="0" err="1">
                <a:ln>
                  <a:noFill/>
                </a:ln>
                <a:solidFill>
                  <a:srgbClr val="111111"/>
                </a:solidFill>
                <a:effectLst/>
                <a:latin typeface="MathJax_Math-italic"/>
              </a:rPr>
              <a:t>i</a:t>
            </a:r>
            <a:r>
              <a:rPr kumimoji="0" lang="en-US" altLang="en-US" sz="1800" b="0" i="0" u="none" strike="noStrike" cap="none" normalizeH="0" baseline="0" dirty="0">
                <a:ln>
                  <a:noFill/>
                </a:ln>
                <a:solidFill>
                  <a:srgbClr val="111111"/>
                </a:solidFill>
                <a:effectLst/>
                <a:latin typeface="MathJax_Main"/>
              </a:rPr>
              <a:t>)</a:t>
            </a:r>
            <a:r>
              <a:rPr kumimoji="0" lang="en-US" altLang="en-US" sz="1800" b="0" i="0" u="none" strike="noStrike" cap="none" normalizeH="0" baseline="0" dirty="0">
                <a:ln>
                  <a:noFill/>
                </a:ln>
                <a:solidFill>
                  <a:srgbClr val="111111"/>
                </a:solidFill>
                <a:effectLst/>
                <a:latin typeface="Helvetica" panose="020B0604020202020204" pitchFamily="34" charset="0"/>
              </a:rPr>
              <a:t> are vectors of dimension </a:t>
            </a:r>
            <a:r>
              <a:rPr kumimoji="0" lang="en-US" altLang="en-US" sz="1800" b="0" i="0" u="none" strike="noStrike" cap="none" normalizeH="0" baseline="0" dirty="0">
                <a:ln>
                  <a:noFill/>
                </a:ln>
                <a:solidFill>
                  <a:srgbClr val="111111"/>
                </a:solidFill>
                <a:effectLst/>
                <a:latin typeface="MathJax_Math-italic"/>
              </a:rPr>
              <a:t>dk</a:t>
            </a:r>
            <a:r>
              <a:rPr kumimoji="0" lang="en-US" altLang="en-US" sz="1800" b="0" i="0" u="none" strike="noStrike" cap="none" normalizeH="0" baseline="0" dirty="0">
                <a:ln>
                  <a:noFill/>
                </a:ln>
                <a:solidFill>
                  <a:srgbClr val="111111"/>
                </a:solidFill>
                <a:effectLst/>
                <a:latin typeface="Helvetica"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solidFill>
                <a:srgbClr val="111111"/>
              </a:solidFill>
              <a:latin typeface="Helvetica"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111111"/>
                </a:solidFill>
                <a:effectLst/>
                <a:latin typeface="Helvetica" panose="020B0604020202020204" pitchFamily="34" charset="0"/>
              </a:rPr>
              <a:t> The projection matrices </a:t>
            </a:r>
            <a:r>
              <a:rPr kumimoji="0" lang="en-US" altLang="en-US" sz="1800" b="0" i="0" u="none" strike="noStrike" cap="none" normalizeH="0" baseline="0" dirty="0" err="1">
                <a:ln>
                  <a:noFill/>
                </a:ln>
                <a:solidFill>
                  <a:srgbClr val="111111"/>
                </a:solidFill>
                <a:effectLst/>
                <a:latin typeface="MathJax_Main-bold"/>
              </a:rPr>
              <a:t>W</a:t>
            </a:r>
            <a:r>
              <a:rPr kumimoji="0" lang="en-US" altLang="en-US" sz="1800" b="0" i="0" u="none" strike="noStrike" cap="none" normalizeH="0" baseline="0" dirty="0" err="1">
                <a:ln>
                  <a:noFill/>
                </a:ln>
                <a:solidFill>
                  <a:srgbClr val="111111"/>
                </a:solidFill>
                <a:effectLst/>
                <a:latin typeface="MathJax_Math-italic"/>
              </a:rPr>
              <a:t>q</a:t>
            </a:r>
            <a:r>
              <a:rPr kumimoji="0" lang="en-US" altLang="en-US" sz="1800" b="0" i="0" u="none" strike="noStrike" cap="none" normalizeH="0" baseline="0" dirty="0">
                <a:ln>
                  <a:noFill/>
                </a:ln>
                <a:solidFill>
                  <a:srgbClr val="111111"/>
                </a:solidFill>
                <a:effectLst/>
                <a:latin typeface="Helvetica" panose="020B0604020202020204" pitchFamily="34" charset="0"/>
              </a:rPr>
              <a:t> and </a:t>
            </a:r>
            <a:r>
              <a:rPr kumimoji="0" lang="en-US" altLang="en-US" sz="1800" b="0" i="0" u="none" strike="noStrike" cap="none" normalizeH="0" baseline="0" dirty="0" err="1">
                <a:ln>
                  <a:noFill/>
                </a:ln>
                <a:solidFill>
                  <a:srgbClr val="111111"/>
                </a:solidFill>
                <a:effectLst/>
                <a:latin typeface="MathJax_Main-bold"/>
              </a:rPr>
              <a:t>W</a:t>
            </a:r>
            <a:r>
              <a:rPr kumimoji="0" lang="en-US" altLang="en-US" sz="1800" b="0" i="0" u="none" strike="noStrike" cap="none" normalizeH="0" baseline="0" dirty="0" err="1">
                <a:ln>
                  <a:noFill/>
                </a:ln>
                <a:solidFill>
                  <a:srgbClr val="111111"/>
                </a:solidFill>
                <a:effectLst/>
                <a:latin typeface="MathJax_Math-italic"/>
              </a:rPr>
              <a:t>k</a:t>
            </a:r>
            <a:r>
              <a:rPr kumimoji="0" lang="en-US" altLang="en-US" sz="1800" b="0" i="0" u="none" strike="noStrike" cap="none" normalizeH="0" baseline="0" dirty="0">
                <a:ln>
                  <a:noFill/>
                </a:ln>
                <a:solidFill>
                  <a:srgbClr val="111111"/>
                </a:solidFill>
                <a:effectLst/>
                <a:latin typeface="Helvetica" panose="020B0604020202020204" pitchFamily="34" charset="0"/>
              </a:rPr>
              <a:t> have a shape of </a:t>
            </a:r>
            <a:r>
              <a:rPr kumimoji="0" lang="en-US" altLang="en-US" sz="1800" b="0" i="0" u="none" strike="noStrike" cap="none" normalizeH="0" baseline="0" dirty="0" err="1">
                <a:ln>
                  <a:noFill/>
                </a:ln>
                <a:solidFill>
                  <a:srgbClr val="111111"/>
                </a:solidFill>
                <a:effectLst/>
                <a:latin typeface="MathJax_Math-italic"/>
              </a:rPr>
              <a:t>dk</a:t>
            </a:r>
            <a:r>
              <a:rPr kumimoji="0" lang="en-US" altLang="en-US" sz="1800" b="0" i="0" u="none" strike="noStrike" cap="none" normalizeH="0" baseline="0" dirty="0" err="1">
                <a:ln>
                  <a:noFill/>
                </a:ln>
                <a:solidFill>
                  <a:srgbClr val="111111"/>
                </a:solidFill>
                <a:effectLst/>
                <a:latin typeface="MathJax_Main"/>
              </a:rPr>
              <a:t>×</a:t>
            </a:r>
            <a:r>
              <a:rPr kumimoji="0" lang="en-US" altLang="en-US" sz="1800" b="0" i="0" u="none" strike="noStrike" cap="none" normalizeH="0" baseline="0" dirty="0" err="1">
                <a:ln>
                  <a:noFill/>
                </a:ln>
                <a:solidFill>
                  <a:srgbClr val="111111"/>
                </a:solidFill>
                <a:effectLst/>
                <a:latin typeface="MathJax_Math-italic"/>
              </a:rPr>
              <a:t>d</a:t>
            </a:r>
            <a:r>
              <a:rPr kumimoji="0" lang="en-US" altLang="en-US" sz="1800" b="0" i="0" u="none" strike="noStrike" cap="none" normalizeH="0" baseline="0" dirty="0">
                <a:ln>
                  <a:noFill/>
                </a:ln>
                <a:solidFill>
                  <a:srgbClr val="111111"/>
                </a:solidFill>
                <a:effectLst/>
                <a:latin typeface="Helvetica" panose="020B0604020202020204" pitchFamily="34" charset="0"/>
              </a:rPr>
              <a:t>, while </a:t>
            </a:r>
            <a:r>
              <a:rPr kumimoji="0" lang="en-US" altLang="en-US" sz="1800" b="0" i="0" u="none" strike="noStrike" cap="none" normalizeH="0" baseline="0" dirty="0">
                <a:ln>
                  <a:noFill/>
                </a:ln>
                <a:solidFill>
                  <a:srgbClr val="111111"/>
                </a:solidFill>
                <a:effectLst/>
                <a:latin typeface="MathJax_Main-bold"/>
              </a:rPr>
              <a:t>W</a:t>
            </a:r>
            <a:r>
              <a:rPr kumimoji="0" lang="en-US" altLang="en-US" sz="1800" b="0" i="0" u="none" strike="noStrike" cap="none" normalizeH="0" baseline="0" dirty="0">
                <a:ln>
                  <a:noFill/>
                </a:ln>
                <a:solidFill>
                  <a:srgbClr val="111111"/>
                </a:solidFill>
                <a:effectLst/>
                <a:latin typeface="MathJax_Math-italic"/>
              </a:rPr>
              <a:t>v</a:t>
            </a:r>
            <a:r>
              <a:rPr kumimoji="0" lang="en-US" altLang="en-US" sz="1800" b="0" i="0" u="none" strike="noStrike" cap="none" normalizeH="0" baseline="0" dirty="0">
                <a:ln>
                  <a:noFill/>
                </a:ln>
                <a:solidFill>
                  <a:srgbClr val="111111"/>
                </a:solidFill>
                <a:effectLst/>
                <a:latin typeface="Helvetica" panose="020B0604020202020204" pitchFamily="34" charset="0"/>
              </a:rPr>
              <a:t> has the shape </a:t>
            </a:r>
            <a:r>
              <a:rPr kumimoji="0" lang="en-US" altLang="en-US" sz="1800" b="0" i="0" u="none" strike="noStrike" cap="none" normalizeH="0" baseline="0" dirty="0" err="1">
                <a:ln>
                  <a:noFill/>
                </a:ln>
                <a:solidFill>
                  <a:srgbClr val="111111"/>
                </a:solidFill>
                <a:effectLst/>
                <a:latin typeface="MathJax_Math-italic"/>
              </a:rPr>
              <a:t>dv</a:t>
            </a:r>
            <a:r>
              <a:rPr kumimoji="0" lang="en-US" altLang="en-US" sz="1800" b="0" i="0" u="none" strike="noStrike" cap="none" normalizeH="0" baseline="0" dirty="0" err="1">
                <a:ln>
                  <a:noFill/>
                </a:ln>
                <a:solidFill>
                  <a:srgbClr val="111111"/>
                </a:solidFill>
                <a:effectLst/>
                <a:latin typeface="MathJax_Main"/>
              </a:rPr>
              <a:t>×</a:t>
            </a:r>
            <a:r>
              <a:rPr kumimoji="0" lang="en-US" altLang="en-US" sz="1800" b="0" i="0" u="none" strike="noStrike" cap="none" normalizeH="0" baseline="0" dirty="0" err="1">
                <a:ln>
                  <a:noFill/>
                </a:ln>
                <a:solidFill>
                  <a:srgbClr val="111111"/>
                </a:solidFill>
                <a:effectLst/>
                <a:latin typeface="MathJax_Math-italic"/>
              </a:rPr>
              <a:t>d</a:t>
            </a:r>
            <a:r>
              <a:rPr kumimoji="0" lang="en-US" altLang="en-US" sz="1800" b="0" i="0" u="none" strike="noStrike" cap="none" normalizeH="0" baseline="0" dirty="0">
                <a:ln>
                  <a:noFill/>
                </a:ln>
                <a:solidFill>
                  <a:srgbClr val="111111"/>
                </a:solidFill>
                <a:effectLst/>
                <a:latin typeface="Helvetica" panose="020B0604020202020204" pitchFamily="34" charset="0"/>
              </a:rPr>
              <a:t>.</a:t>
            </a:r>
            <a:r>
              <a:rPr kumimoji="0" lang="en-US" altLang="en-US" sz="1800" b="0" i="0" u="none" strike="noStrike" cap="none" normalizeH="0" baseline="0" dirty="0">
                <a:ln>
                  <a:noFill/>
                </a:ln>
                <a:solidFill>
                  <a:schemeClr val="tx1"/>
                </a:solidFill>
                <a:effectLst/>
              </a:rPr>
              <a:t> </a:t>
            </a:r>
          </a:p>
          <a:p>
            <a:pPr marL="0" lvl="0" indent="0">
              <a:lnSpc>
                <a:spcPct val="100000"/>
              </a:lnSpc>
              <a:buClrTx/>
              <a:buSzTx/>
              <a:buNone/>
            </a:pPr>
            <a:r>
              <a:rPr lang="en-US" altLang="en-US" sz="1800" dirty="0"/>
              <a:t>It’s important to note that d  represents the size of each word vector, x</a:t>
            </a:r>
          </a:p>
          <a:p>
            <a:pPr marL="0" lvl="0" indent="0">
              <a:lnSpc>
                <a:spcPct val="100000"/>
              </a:lnSpc>
              <a:buClrTx/>
              <a:buSzTx/>
              <a:buNone/>
            </a:pPr>
            <a:endParaRPr kumimoji="0" lang="en-US" altLang="en-US" sz="1800" b="0" i="0" u="none" strike="noStrike" cap="none" normalizeH="0" baseline="0" dirty="0">
              <a:ln>
                <a:noFill/>
              </a:ln>
              <a:solidFill>
                <a:schemeClr val="tx1"/>
              </a:solidFill>
              <a:effectLst/>
            </a:endParaRPr>
          </a:p>
          <a:p>
            <a:pPr marL="0" lvl="0" indent="0">
              <a:lnSpc>
                <a:spcPct val="100000"/>
              </a:lnSpc>
              <a:buClrTx/>
              <a:buSzTx/>
              <a:buNone/>
            </a:pPr>
            <a:r>
              <a:rPr lang="en-US" altLang="en-US" sz="1800" dirty="0"/>
              <a:t>Since we are computing the dot-product between the query and key vectors, these two vectors have to contain the same number of elements (</a:t>
            </a:r>
            <a:r>
              <a:rPr lang="en-US" altLang="en-US" sz="1800" dirty="0" err="1"/>
              <a:t>dq</a:t>
            </a:r>
            <a:r>
              <a:rPr lang="en-US" altLang="en-US" sz="1800" dirty="0"/>
              <a:t>=dk</a:t>
            </a:r>
          </a:p>
          <a:p>
            <a:pPr marL="0" lvl="0" indent="0">
              <a:lnSpc>
                <a:spcPct val="100000"/>
              </a:lnSpc>
              <a:buClrTx/>
              <a:buSzTx/>
              <a:buNone/>
            </a:pPr>
            <a:r>
              <a:rPr lang="en-US" altLang="en-US" sz="1800" dirty="0"/>
              <a:t>). </a:t>
            </a:r>
          </a:p>
          <a:p>
            <a:pPr marL="0" lvl="0" indent="0">
              <a:lnSpc>
                <a:spcPct val="100000"/>
              </a:lnSpc>
              <a:buClrTx/>
              <a:buSzTx/>
              <a:buNone/>
            </a:pPr>
            <a:r>
              <a:rPr lang="en-US" altLang="en-US" sz="1800" dirty="0"/>
              <a:t>However, the number of elements in the value vector v(</a:t>
            </a:r>
            <a:r>
              <a:rPr lang="en-US" altLang="en-US" sz="1800" dirty="0" err="1"/>
              <a:t>i</a:t>
            </a:r>
            <a:r>
              <a:rPr lang="en-US" altLang="en-US" sz="1800" dirty="0"/>
              <a:t>)</a:t>
            </a:r>
          </a:p>
          <a:p>
            <a:pPr marL="0" lvl="0" indent="0">
              <a:lnSpc>
                <a:spcPct val="100000"/>
              </a:lnSpc>
              <a:buClrTx/>
              <a:buSzTx/>
              <a:buNone/>
            </a:pPr>
            <a:r>
              <a:rPr lang="en-US" altLang="en-US" sz="1800" dirty="0"/>
              <a:t>, which determines the size of the resulting context vector, is arbitrary.</a:t>
            </a: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2208204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867DE2-7999-0831-21C5-F46E3566B7D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F40FA3E-31B0-8438-12C7-382F1AF3992F}"/>
              </a:ext>
            </a:extLst>
          </p:cNvPr>
          <p:cNvSpPr>
            <a:spLocks noGrp="1"/>
          </p:cNvSpPr>
          <p:nvPr>
            <p:ph idx="1"/>
          </p:nvPr>
        </p:nvSpPr>
        <p:spPr>
          <a:xfrm>
            <a:off x="1107757" y="1878186"/>
            <a:ext cx="4835843" cy="4217604"/>
          </a:xfrm>
        </p:spPr>
        <p:txBody>
          <a:bodyPr/>
          <a:lstStyle/>
          <a:p>
            <a:r>
              <a:rPr lang="en-US" dirty="0"/>
              <a:t> compute the unnormalized attention weights ω</a:t>
            </a:r>
          </a:p>
          <a:p>
            <a:r>
              <a:rPr lang="en-US" dirty="0"/>
              <a:t>  which are illustrated in the figure below:</a:t>
            </a:r>
          </a:p>
          <a:p>
            <a:r>
              <a:rPr lang="en-US" dirty="0"/>
              <a:t>As illustrated in the figure above, we compute </a:t>
            </a:r>
            <a:r>
              <a:rPr lang="en-US" dirty="0" err="1"/>
              <a:t>ωi,j</a:t>
            </a:r>
            <a:endParaRPr lang="en-US" dirty="0"/>
          </a:p>
          <a:p>
            <a:r>
              <a:rPr lang="en-US" dirty="0"/>
              <a:t> as the dot product between the query and key sequences, </a:t>
            </a:r>
            <a:r>
              <a:rPr lang="en-US" dirty="0" err="1"/>
              <a:t>ωij</a:t>
            </a:r>
            <a:r>
              <a:rPr lang="en-US" dirty="0"/>
              <a:t>=q(</a:t>
            </a:r>
            <a:r>
              <a:rPr lang="en-US" dirty="0" err="1"/>
              <a:t>i</a:t>
            </a:r>
            <a:r>
              <a:rPr lang="en-US" dirty="0"/>
              <a:t>)⊤k(j)</a:t>
            </a:r>
          </a:p>
          <a:p>
            <a:r>
              <a:rPr lang="en-US" dirty="0"/>
              <a:t>.</a:t>
            </a:r>
            <a:endParaRPr lang="en-IN" dirty="0"/>
          </a:p>
        </p:txBody>
      </p:sp>
      <p:pic>
        <p:nvPicPr>
          <p:cNvPr id="9218" name="Picture 2" descr="Self attention from scratch omega">
            <a:extLst>
              <a:ext uri="{FF2B5EF4-FFF2-40B4-BE49-F238E27FC236}">
                <a16:creationId xmlns:a16="http://schemas.microsoft.com/office/drawing/2014/main" id="{79C38FD0-B5F0-9B89-29F4-E3D2B99022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8401" y="894080"/>
            <a:ext cx="5498456" cy="50698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520835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67FA5-747C-6836-D4A7-B77B491777D6}"/>
              </a:ext>
            </a:extLst>
          </p:cNvPr>
          <p:cNvSpPr>
            <a:spLocks noGrp="1"/>
          </p:cNvSpPr>
          <p:nvPr>
            <p:ph type="title"/>
          </p:nvPr>
        </p:nvSpPr>
        <p:spPr>
          <a:xfrm>
            <a:off x="1026635" y="370001"/>
            <a:ext cx="10058400" cy="677258"/>
          </a:xfrm>
        </p:spPr>
        <p:txBody>
          <a:bodyPr>
            <a:normAutofit fontScale="90000"/>
          </a:bodyPr>
          <a:lstStyle/>
          <a:p>
            <a:r>
              <a:rPr lang="en-IN" b="0" dirty="0"/>
              <a:t>Computing the Attention Scores</a:t>
            </a:r>
            <a:endParaRPr lang="en-IN" dirty="0"/>
          </a:p>
        </p:txBody>
      </p:sp>
      <p:sp>
        <p:nvSpPr>
          <p:cNvPr id="3" name="Content Placeholder 2">
            <a:extLst>
              <a:ext uri="{FF2B5EF4-FFF2-40B4-BE49-F238E27FC236}">
                <a16:creationId xmlns:a16="http://schemas.microsoft.com/office/drawing/2014/main" id="{A5BB888E-F362-2BE2-3045-7C1F46C0D778}"/>
              </a:ext>
            </a:extLst>
          </p:cNvPr>
          <p:cNvSpPr>
            <a:spLocks noGrp="1"/>
          </p:cNvSpPr>
          <p:nvPr>
            <p:ph idx="1"/>
          </p:nvPr>
        </p:nvSpPr>
        <p:spPr/>
        <p:txBody>
          <a:bodyPr/>
          <a:lstStyle/>
          <a:p>
            <a:endParaRPr lang="en-IN" dirty="0"/>
          </a:p>
        </p:txBody>
      </p:sp>
      <p:pic>
        <p:nvPicPr>
          <p:cNvPr id="10242" name="Picture 2" descr="Self attention from scratch attention scores">
            <a:extLst>
              <a:ext uri="{FF2B5EF4-FFF2-40B4-BE49-F238E27FC236}">
                <a16:creationId xmlns:a16="http://schemas.microsoft.com/office/drawing/2014/main" id="{4D729180-F9A1-3DC4-19E0-7A176B58B7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469" y="1445251"/>
            <a:ext cx="10397648" cy="4681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58796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84DF5-257B-3183-AE84-BF09D314BB0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25D85DC-3609-1222-2DB8-DD5BB6CE978B}"/>
              </a:ext>
            </a:extLst>
          </p:cNvPr>
          <p:cNvSpPr>
            <a:spLocks noGrp="1"/>
          </p:cNvSpPr>
          <p:nvPr>
            <p:ph idx="1"/>
          </p:nvPr>
        </p:nvSpPr>
        <p:spPr>
          <a:xfrm>
            <a:off x="193041" y="1381760"/>
            <a:ext cx="3535679" cy="4663230"/>
          </a:xfrm>
        </p:spPr>
        <p:txBody>
          <a:bodyPr/>
          <a:lstStyle/>
          <a:p>
            <a:r>
              <a:rPr lang="en-US" dirty="0"/>
              <a:t>Finally, the last step is to compute the context vector z(2)</a:t>
            </a:r>
          </a:p>
          <a:p>
            <a:r>
              <a:rPr lang="en-US" dirty="0"/>
              <a:t>, which is an attention-weighted version of our original query input x(2)</a:t>
            </a:r>
          </a:p>
          <a:p>
            <a:r>
              <a:rPr lang="en-US" dirty="0"/>
              <a:t>, including all the other input elements as its context via the attention weights:</a:t>
            </a:r>
            <a:endParaRPr lang="en-IN" dirty="0"/>
          </a:p>
        </p:txBody>
      </p:sp>
      <p:pic>
        <p:nvPicPr>
          <p:cNvPr id="11266" name="Picture 2" descr="Self attention from scratch context vector">
            <a:extLst>
              <a:ext uri="{FF2B5EF4-FFF2-40B4-BE49-F238E27FC236}">
                <a16:creationId xmlns:a16="http://schemas.microsoft.com/office/drawing/2014/main" id="{1349F69A-A1F1-D72B-7913-32B4427940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28720" y="1381760"/>
            <a:ext cx="7961300" cy="46632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64764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3F8517-7614-3AED-F26C-E22699CA2F5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D68F3DA-20A2-DAD3-A780-75DC609D76DE}"/>
              </a:ext>
            </a:extLst>
          </p:cNvPr>
          <p:cNvSpPr>
            <a:spLocks noGrp="1"/>
          </p:cNvSpPr>
          <p:nvPr>
            <p:ph idx="1"/>
          </p:nvPr>
        </p:nvSpPr>
        <p:spPr>
          <a:xfrm>
            <a:off x="1025842" y="1310640"/>
            <a:ext cx="10201275" cy="4815630"/>
          </a:xfrm>
        </p:spPr>
        <p:txBody>
          <a:bodyPr/>
          <a:lstStyle/>
          <a:p>
            <a:r>
              <a:rPr lang="en-US" b="1" dirty="0"/>
              <a:t>1. Encoder Self-Attention (Full bidirectional)</a:t>
            </a:r>
          </a:p>
          <a:p>
            <a:r>
              <a:rPr lang="en-US" b="1" dirty="0"/>
              <a:t>Step 1.1: Input Embeddings</a:t>
            </a:r>
            <a:r>
              <a:rPr lang="en-US" dirty="0"/>
              <a:t> (made-up but realistic)</a:t>
            </a:r>
          </a:p>
          <a:p>
            <a:r>
              <a:rPr lang="en-US" b="1" dirty="0"/>
              <a:t>Step 1.2: Compute Q, K, V</a:t>
            </a:r>
            <a:r>
              <a:rPr lang="en-US" dirty="0"/>
              <a:t> (using random weights, seed 42)</a:t>
            </a:r>
          </a:p>
          <a:p>
            <a:r>
              <a:rPr lang="en-US" dirty="0"/>
              <a:t>Q (Query):</a:t>
            </a:r>
          </a:p>
          <a:p>
            <a:r>
              <a:rPr lang="en-US" dirty="0"/>
              <a:t>text</a:t>
            </a:r>
          </a:p>
          <a:p>
            <a:r>
              <a:rPr lang="en-US" dirty="0"/>
              <a:t>[[ 0.0310, -0.0250,  0.0071,  0.1178],</a:t>
            </a:r>
          </a:p>
          <a:p>
            <a:r>
              <a:rPr lang="en-US" dirty="0"/>
              <a:t> [ 0.0334, -0.1810, -0.0226,  0.1033],</a:t>
            </a:r>
          </a:p>
          <a:p>
            <a:r>
              <a:rPr lang="en-US" dirty="0"/>
              <a:t> [-0.0367, -0.0647,  0.0694,  0.0521]]</a:t>
            </a:r>
          </a:p>
          <a:p>
            <a:endParaRPr lang="en-IN" dirty="0"/>
          </a:p>
        </p:txBody>
      </p:sp>
      <p:graphicFrame>
        <p:nvGraphicFramePr>
          <p:cNvPr id="8" name="Table 7">
            <a:extLst>
              <a:ext uri="{FF2B5EF4-FFF2-40B4-BE49-F238E27FC236}">
                <a16:creationId xmlns:a16="http://schemas.microsoft.com/office/drawing/2014/main" id="{98AD517D-8CB4-BFB2-AEBF-D0690931BE02}"/>
              </a:ext>
            </a:extLst>
          </p:cNvPr>
          <p:cNvGraphicFramePr>
            <a:graphicFrameLocks noGrp="1"/>
          </p:cNvGraphicFramePr>
          <p:nvPr>
            <p:extLst>
              <p:ext uri="{D42A27DB-BD31-4B8C-83A1-F6EECF244321}">
                <p14:modId xmlns:p14="http://schemas.microsoft.com/office/powerpoint/2010/main" val="822770732"/>
              </p:ext>
            </p:extLst>
          </p:nvPr>
        </p:nvGraphicFramePr>
        <p:xfrm>
          <a:off x="7995602" y="2970107"/>
          <a:ext cx="3678238" cy="1496696"/>
        </p:xfrm>
        <a:graphic>
          <a:graphicData uri="http://schemas.openxmlformats.org/drawingml/2006/table">
            <a:tbl>
              <a:tblPr/>
              <a:tblGrid>
                <a:gridCol w="792798">
                  <a:extLst>
                    <a:ext uri="{9D8B030D-6E8A-4147-A177-3AD203B41FA5}">
                      <a16:colId xmlns:a16="http://schemas.microsoft.com/office/drawing/2014/main" val="48950394"/>
                    </a:ext>
                  </a:extLst>
                </a:gridCol>
                <a:gridCol w="2885440">
                  <a:extLst>
                    <a:ext uri="{9D8B030D-6E8A-4147-A177-3AD203B41FA5}">
                      <a16:colId xmlns:a16="http://schemas.microsoft.com/office/drawing/2014/main" val="2182419580"/>
                    </a:ext>
                  </a:extLst>
                </a:gridCol>
              </a:tblGrid>
              <a:tr h="374174">
                <a:tc>
                  <a:txBody>
                    <a:bodyPr/>
                    <a:lstStyle/>
                    <a:p>
                      <a:pPr>
                        <a:buNone/>
                      </a:pPr>
                      <a:r>
                        <a:rPr lang="en-IN" dirty="0"/>
                        <a:t>Word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Embedding (4-dim)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9367889"/>
                  </a:ext>
                </a:extLst>
              </a:tr>
              <a:tr h="374174">
                <a:tc>
                  <a:txBody>
                    <a:bodyPr/>
                    <a:lstStyle/>
                    <a:p>
                      <a:pPr>
                        <a:buNone/>
                      </a:pPr>
                      <a:r>
                        <a:rPr lang="en-IN"/>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[1.0, 0.0, 0.5, 0.2]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4157798"/>
                  </a:ext>
                </a:extLst>
              </a:tr>
              <a:tr h="374174">
                <a:tc>
                  <a:txBody>
                    <a:bodyPr/>
                    <a:lstStyle/>
                    <a:p>
                      <a:pPr>
                        <a:buNone/>
                      </a:pPr>
                      <a:r>
                        <a:rPr lang="en-IN"/>
                        <a:t>love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[0.8, 0.6, 0.3, 0.9]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64356187"/>
                  </a:ext>
                </a:extLst>
              </a:tr>
              <a:tr h="374174">
                <a:tc>
                  <a:txBody>
                    <a:bodyPr/>
                    <a:lstStyle/>
                    <a:p>
                      <a:pPr>
                        <a:buNone/>
                      </a:pPr>
                      <a:r>
                        <a:rPr lang="en-IN"/>
                        <a:t>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[0.2, 1.0, 0.7, 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9993286"/>
                  </a:ext>
                </a:extLst>
              </a:tr>
            </a:tbl>
          </a:graphicData>
        </a:graphic>
      </p:graphicFrame>
    </p:spTree>
    <p:extLst>
      <p:ext uri="{BB962C8B-B14F-4D97-AF65-F5344CB8AC3E}">
        <p14:creationId xmlns:p14="http://schemas.microsoft.com/office/powerpoint/2010/main" val="384912475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7890A-B22D-06A8-50BE-3106D1AE98D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DECFBE9-D22C-1149-85F1-FE491E537F1E}"/>
              </a:ext>
            </a:extLst>
          </p:cNvPr>
          <p:cNvSpPr>
            <a:spLocks noGrp="1"/>
          </p:cNvSpPr>
          <p:nvPr>
            <p:ph idx="1"/>
          </p:nvPr>
        </p:nvSpPr>
        <p:spPr>
          <a:xfrm>
            <a:off x="964883" y="1452880"/>
            <a:ext cx="10262234" cy="4673390"/>
          </a:xfrm>
        </p:spPr>
        <p:txBody>
          <a:bodyPr>
            <a:normAutofit fontScale="92500" lnSpcReduction="10000"/>
          </a:bodyPr>
          <a:lstStyle/>
          <a:p>
            <a:r>
              <a:rPr lang="en-US" dirty="0"/>
              <a:t>K (Key):</a:t>
            </a:r>
          </a:p>
          <a:p>
            <a:r>
              <a:rPr lang="en-US" dirty="0"/>
              <a:t>text</a:t>
            </a:r>
          </a:p>
          <a:p>
            <a:r>
              <a:rPr lang="en-US" dirty="0"/>
              <a:t>[[-0.1405,  0.0311, -0.1604, -0.0854],</a:t>
            </a:r>
          </a:p>
          <a:p>
            <a:r>
              <a:rPr lang="en-US" dirty="0"/>
              <a:t> [-0.0635, -0.0113, -0.1573, -0.0205],</a:t>
            </a:r>
          </a:p>
          <a:p>
            <a:r>
              <a:rPr lang="en-US" dirty="0"/>
              <a:t> [ 0.0642, -0.0202, -0.1160, -0.0703]]</a:t>
            </a:r>
          </a:p>
          <a:p>
            <a:r>
              <a:rPr lang="en-US" dirty="0"/>
              <a:t>V (Value):</a:t>
            </a:r>
          </a:p>
          <a:p>
            <a:r>
              <a:rPr lang="en-US" dirty="0"/>
              <a:t>text</a:t>
            </a:r>
          </a:p>
          <a:p>
            <a:r>
              <a:rPr lang="en-US" dirty="0"/>
              <a:t>[[-0.1405,  0.0311, -0.1604, -0.0854],</a:t>
            </a:r>
          </a:p>
          <a:p>
            <a:r>
              <a:rPr lang="en-US" dirty="0"/>
              <a:t> [-0.0635, -0.0113, -0.1573, -0.0205],</a:t>
            </a:r>
          </a:p>
          <a:p>
            <a:r>
              <a:rPr lang="en-US" dirty="0"/>
              <a:t> [ 0.0642, -0.0202, -0.1160, -0.0703]]</a:t>
            </a:r>
          </a:p>
          <a:p>
            <a:endParaRPr lang="en-IN" dirty="0"/>
          </a:p>
        </p:txBody>
      </p:sp>
      <p:sp>
        <p:nvSpPr>
          <p:cNvPr id="4" name="Content Placeholder 2">
            <a:extLst>
              <a:ext uri="{FF2B5EF4-FFF2-40B4-BE49-F238E27FC236}">
                <a16:creationId xmlns:a16="http://schemas.microsoft.com/office/drawing/2014/main" id="{3DCA89D6-BFC5-ACDC-2CC3-BCE07EEF6171}"/>
              </a:ext>
            </a:extLst>
          </p:cNvPr>
          <p:cNvSpPr txBox="1">
            <a:spLocks/>
          </p:cNvSpPr>
          <p:nvPr/>
        </p:nvSpPr>
        <p:spPr>
          <a:xfrm>
            <a:off x="1168717" y="1878186"/>
            <a:ext cx="10058400" cy="4217604"/>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endParaRPr lang="en-IN"/>
          </a:p>
        </p:txBody>
      </p:sp>
    </p:spTree>
    <p:extLst>
      <p:ext uri="{BB962C8B-B14F-4D97-AF65-F5344CB8AC3E}">
        <p14:creationId xmlns:p14="http://schemas.microsoft.com/office/powerpoint/2010/main" val="44863187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AD5AE-821C-E9B1-0D54-E1B29991F6C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13D3B0D-B508-5DF3-5EB1-0F34FEA84754}"/>
              </a:ext>
            </a:extLst>
          </p:cNvPr>
          <p:cNvSpPr>
            <a:spLocks noGrp="1"/>
          </p:cNvSpPr>
          <p:nvPr>
            <p:ph idx="1"/>
          </p:nvPr>
        </p:nvSpPr>
        <p:spPr>
          <a:xfrm>
            <a:off x="802640" y="1330960"/>
            <a:ext cx="10424477" cy="4795310"/>
          </a:xfrm>
        </p:spPr>
        <p:txBody>
          <a:bodyPr>
            <a:normAutofit fontScale="85000" lnSpcReduction="20000"/>
          </a:bodyPr>
          <a:lstStyle/>
          <a:p>
            <a:pPr>
              <a:lnSpc>
                <a:spcPct val="120000"/>
              </a:lnSpc>
              <a:spcBef>
                <a:spcPts val="0"/>
              </a:spcBef>
              <a:spcAft>
                <a:spcPts val="0"/>
              </a:spcAft>
            </a:pPr>
            <a:r>
              <a:rPr lang="en-US" b="1" dirty="0"/>
              <a:t>Step 1.3: Raw Attention Scores</a:t>
            </a:r>
            <a:r>
              <a:rPr lang="en-US" dirty="0"/>
              <a:t> (Q × Kᵀ / √d)</a:t>
            </a:r>
          </a:p>
          <a:p>
            <a:pPr>
              <a:lnSpc>
                <a:spcPct val="120000"/>
              </a:lnSpc>
              <a:spcBef>
                <a:spcPts val="0"/>
              </a:spcBef>
              <a:spcAft>
                <a:spcPts val="0"/>
              </a:spcAft>
            </a:pPr>
            <a:r>
              <a:rPr lang="en-US" dirty="0"/>
              <a:t>text</a:t>
            </a:r>
          </a:p>
          <a:p>
            <a:pPr>
              <a:lnSpc>
                <a:spcPct val="120000"/>
              </a:lnSpc>
              <a:spcBef>
                <a:spcPts val="0"/>
              </a:spcBef>
              <a:spcAft>
                <a:spcPts val="0"/>
              </a:spcAft>
            </a:pPr>
            <a:r>
              <a:rPr lang="en-US" dirty="0"/>
              <a:t>[[-0.0082, -0.0026, -0.0033],</a:t>
            </a:r>
          </a:p>
          <a:p>
            <a:pPr>
              <a:lnSpc>
                <a:spcPct val="120000"/>
              </a:lnSpc>
              <a:spcBef>
                <a:spcPts val="0"/>
              </a:spcBef>
              <a:spcAft>
                <a:spcPts val="0"/>
              </a:spcAft>
            </a:pPr>
            <a:r>
              <a:rPr lang="en-US" dirty="0"/>
              <a:t> [-0.0078,  0.0007,  0.0006],</a:t>
            </a:r>
          </a:p>
          <a:p>
            <a:pPr>
              <a:lnSpc>
                <a:spcPct val="120000"/>
              </a:lnSpc>
              <a:spcBef>
                <a:spcPts val="0"/>
              </a:spcBef>
              <a:spcAft>
                <a:spcPts val="0"/>
              </a:spcAft>
            </a:pPr>
            <a:r>
              <a:rPr lang="en-US" dirty="0"/>
              <a:t> [-0.0062, -0.0045, -0.0064]]</a:t>
            </a:r>
          </a:p>
          <a:p>
            <a:pPr>
              <a:lnSpc>
                <a:spcPct val="120000"/>
              </a:lnSpc>
              <a:spcBef>
                <a:spcPts val="0"/>
              </a:spcBef>
              <a:spcAft>
                <a:spcPts val="0"/>
              </a:spcAft>
            </a:pPr>
            <a:r>
              <a:rPr lang="en-US" b="1" dirty="0"/>
              <a:t>Step 1.4: </a:t>
            </a:r>
            <a:r>
              <a:rPr lang="en-US" b="1" dirty="0" err="1"/>
              <a:t>Softmax</a:t>
            </a:r>
            <a:r>
              <a:rPr lang="en-US" b="1" dirty="0"/>
              <a:t> → Attention Weights</a:t>
            </a:r>
            <a:endParaRPr lang="en-US" dirty="0"/>
          </a:p>
          <a:p>
            <a:pPr>
              <a:lnSpc>
                <a:spcPct val="120000"/>
              </a:lnSpc>
              <a:spcBef>
                <a:spcPts val="0"/>
              </a:spcBef>
              <a:spcAft>
                <a:spcPts val="0"/>
              </a:spcAft>
            </a:pPr>
            <a:r>
              <a:rPr lang="en-US" dirty="0"/>
              <a:t>text</a:t>
            </a:r>
          </a:p>
          <a:p>
            <a:pPr>
              <a:lnSpc>
                <a:spcPct val="120000"/>
              </a:lnSpc>
              <a:spcBef>
                <a:spcPts val="0"/>
              </a:spcBef>
              <a:spcAft>
                <a:spcPts val="0"/>
              </a:spcAft>
            </a:pPr>
            <a:r>
              <a:rPr lang="en-US" dirty="0"/>
              <a:t>[[0.3322, 0.3340, 0.3338],   ← "I" attends almost equally</a:t>
            </a:r>
          </a:p>
          <a:p>
            <a:pPr>
              <a:lnSpc>
                <a:spcPct val="120000"/>
              </a:lnSpc>
              <a:spcBef>
                <a:spcPts val="0"/>
              </a:spcBef>
              <a:spcAft>
                <a:spcPts val="0"/>
              </a:spcAft>
            </a:pPr>
            <a:r>
              <a:rPr lang="en-US" dirty="0"/>
              <a:t> [0.3315, 0.3343, 0.3342],   ← "love" attends slightly more to itself</a:t>
            </a:r>
          </a:p>
          <a:p>
            <a:pPr>
              <a:lnSpc>
                <a:spcPct val="120000"/>
              </a:lnSpc>
              <a:spcBef>
                <a:spcPts val="0"/>
              </a:spcBef>
              <a:spcAft>
                <a:spcPts val="0"/>
              </a:spcAft>
            </a:pPr>
            <a:r>
              <a:rPr lang="en-US" dirty="0"/>
              <a:t> [0.3332, 0.3337, 0.3331]]   ← "AI" attends slightly more to itself</a:t>
            </a:r>
          </a:p>
          <a:p>
            <a:pPr>
              <a:lnSpc>
                <a:spcPct val="120000"/>
              </a:lnSpc>
              <a:spcBef>
                <a:spcPts val="0"/>
              </a:spcBef>
              <a:spcAft>
                <a:spcPts val="0"/>
              </a:spcAft>
            </a:pPr>
            <a:r>
              <a:rPr lang="en-US" b="1" dirty="0"/>
              <a:t>Step 1.5: Final Encoder Output</a:t>
            </a:r>
            <a:r>
              <a:rPr lang="en-US" dirty="0"/>
              <a:t> (Attention × V)</a:t>
            </a:r>
          </a:p>
          <a:p>
            <a:pPr>
              <a:lnSpc>
                <a:spcPct val="120000"/>
              </a:lnSpc>
              <a:spcBef>
                <a:spcPts val="0"/>
              </a:spcBef>
              <a:spcAft>
                <a:spcPts val="0"/>
              </a:spcAft>
            </a:pPr>
            <a:r>
              <a:rPr lang="en-US" dirty="0"/>
              <a:t>text</a:t>
            </a:r>
          </a:p>
          <a:p>
            <a:pPr>
              <a:lnSpc>
                <a:spcPct val="120000"/>
              </a:lnSpc>
              <a:spcBef>
                <a:spcPts val="0"/>
              </a:spcBef>
              <a:spcAft>
                <a:spcPts val="0"/>
              </a:spcAft>
            </a:pPr>
            <a:r>
              <a:rPr lang="en-US" dirty="0"/>
              <a:t>[[-0.0268, -0.2026, -0.0450, -0.0329],   ← new richer rep of "I"</a:t>
            </a:r>
          </a:p>
          <a:p>
            <a:pPr>
              <a:lnSpc>
                <a:spcPct val="120000"/>
              </a:lnSpc>
              <a:spcBef>
                <a:spcPts val="0"/>
              </a:spcBef>
              <a:spcAft>
                <a:spcPts val="0"/>
              </a:spcAft>
            </a:pPr>
            <a:r>
              <a:rPr lang="en-US" dirty="0"/>
              <a:t> [-0.0269, -0.2027, -0.0451, -0.0329],   ← new rep of "love"</a:t>
            </a:r>
          </a:p>
          <a:p>
            <a:pPr>
              <a:lnSpc>
                <a:spcPct val="120000"/>
              </a:lnSpc>
              <a:spcBef>
                <a:spcPts val="0"/>
              </a:spcBef>
              <a:spcAft>
                <a:spcPts val="0"/>
              </a:spcAft>
            </a:pPr>
            <a:r>
              <a:rPr lang="en-US" dirty="0"/>
              <a:t> [-0.0268, -0.2025, -0.0448, -0.0331]]   ← new rep of "AI"</a:t>
            </a:r>
          </a:p>
          <a:p>
            <a:pPr>
              <a:lnSpc>
                <a:spcPct val="120000"/>
              </a:lnSpc>
              <a:spcBef>
                <a:spcPts val="0"/>
              </a:spcBef>
              <a:spcAft>
                <a:spcPts val="0"/>
              </a:spcAft>
            </a:pPr>
            <a:endParaRPr lang="en-IN" dirty="0"/>
          </a:p>
        </p:txBody>
      </p:sp>
    </p:spTree>
    <p:extLst>
      <p:ext uri="{BB962C8B-B14F-4D97-AF65-F5344CB8AC3E}">
        <p14:creationId xmlns:p14="http://schemas.microsoft.com/office/powerpoint/2010/main" val="25465488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2C297-E559-6952-DBB9-2A3FD7FF9A54}"/>
              </a:ext>
            </a:extLst>
          </p:cNvPr>
          <p:cNvSpPr>
            <a:spLocks noGrp="1"/>
          </p:cNvSpPr>
          <p:nvPr>
            <p:ph type="title"/>
          </p:nvPr>
        </p:nvSpPr>
        <p:spPr/>
        <p:txBody>
          <a:bodyPr>
            <a:normAutofit fontScale="90000"/>
          </a:bodyPr>
          <a:lstStyle/>
          <a:p>
            <a:r>
              <a:rPr lang="en-US" dirty="0"/>
              <a:t>Working of Encoder Decoder Model</a:t>
            </a:r>
            <a:endParaRPr lang="en-IN" dirty="0"/>
          </a:p>
        </p:txBody>
      </p:sp>
      <p:sp>
        <p:nvSpPr>
          <p:cNvPr id="3" name="Content Placeholder 2">
            <a:extLst>
              <a:ext uri="{FF2B5EF4-FFF2-40B4-BE49-F238E27FC236}">
                <a16:creationId xmlns:a16="http://schemas.microsoft.com/office/drawing/2014/main" id="{CBDE62D3-1F31-D7F3-B85E-9F00A92CCA66}"/>
              </a:ext>
            </a:extLst>
          </p:cNvPr>
          <p:cNvSpPr>
            <a:spLocks noGrp="1"/>
          </p:cNvSpPr>
          <p:nvPr>
            <p:ph idx="1"/>
          </p:nvPr>
        </p:nvSpPr>
        <p:spPr>
          <a:xfrm>
            <a:off x="914400" y="1503680"/>
            <a:ext cx="10312717" cy="4622590"/>
          </a:xfrm>
        </p:spPr>
        <p:txBody>
          <a:bodyPr/>
          <a:lstStyle/>
          <a:p>
            <a:pPr fontAlgn="base"/>
            <a:r>
              <a:rPr lang="en-US" dirty="0"/>
              <a:t>The actual working of the encoder decoder model is shown in below diagram. Now we will understand it stepwise:</a:t>
            </a:r>
          </a:p>
          <a:p>
            <a:endParaRPr lang="en-IN" dirty="0"/>
          </a:p>
        </p:txBody>
      </p:sp>
      <p:pic>
        <p:nvPicPr>
          <p:cNvPr id="5" name="Picture 4">
            <a:extLst>
              <a:ext uri="{FF2B5EF4-FFF2-40B4-BE49-F238E27FC236}">
                <a16:creationId xmlns:a16="http://schemas.microsoft.com/office/drawing/2014/main" id="{CE26654E-B40C-3D90-FA9B-F71C31F7A2E0}"/>
              </a:ext>
            </a:extLst>
          </p:cNvPr>
          <p:cNvPicPr>
            <a:picLocks noChangeAspect="1"/>
          </p:cNvPicPr>
          <p:nvPr/>
        </p:nvPicPr>
        <p:blipFill>
          <a:blip r:embed="rId2"/>
          <a:stretch>
            <a:fillRect/>
          </a:stretch>
        </p:blipFill>
        <p:spPr>
          <a:xfrm>
            <a:off x="1424940" y="2330529"/>
            <a:ext cx="9232900" cy="3923586"/>
          </a:xfrm>
          <a:prstGeom prst="rect">
            <a:avLst/>
          </a:prstGeom>
        </p:spPr>
      </p:pic>
    </p:spTree>
    <p:extLst>
      <p:ext uri="{BB962C8B-B14F-4D97-AF65-F5344CB8AC3E}">
        <p14:creationId xmlns:p14="http://schemas.microsoft.com/office/powerpoint/2010/main" val="239985707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29B21-E13E-2DAB-CCC6-21B7C1FF9F4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B66BAF8-2F3E-75A4-B82B-654B4F839144}"/>
              </a:ext>
            </a:extLst>
          </p:cNvPr>
          <p:cNvSpPr>
            <a:spLocks noGrp="1"/>
          </p:cNvSpPr>
          <p:nvPr>
            <p:ph idx="1"/>
          </p:nvPr>
        </p:nvSpPr>
        <p:spPr>
          <a:xfrm>
            <a:off x="741680" y="1300480"/>
            <a:ext cx="10485437" cy="4825790"/>
          </a:xfrm>
        </p:spPr>
        <p:txBody>
          <a:bodyPr>
            <a:normAutofit fontScale="92500"/>
          </a:bodyPr>
          <a:lstStyle/>
          <a:p>
            <a:pPr fontAlgn="base"/>
            <a:r>
              <a:rPr lang="en-US" b="1" dirty="0"/>
              <a:t>Step 1: Tokenizing the Input Sentence</a:t>
            </a:r>
          </a:p>
          <a:p>
            <a:pPr fontAlgn="base"/>
            <a:r>
              <a:rPr lang="en-US" dirty="0"/>
              <a:t>The sentence "I am learning AI" is first broken into tokens: ["I", "am", "learning", "AI"].</a:t>
            </a:r>
          </a:p>
          <a:p>
            <a:pPr fontAlgn="base"/>
            <a:r>
              <a:rPr lang="en-US" dirty="0"/>
              <a:t>Each word (token) is converted into a vector that a machine can understand. This process is called embedding.</a:t>
            </a:r>
          </a:p>
          <a:p>
            <a:pPr fontAlgn="base"/>
            <a:r>
              <a:rPr lang="en-US" b="1" dirty="0"/>
              <a:t>Step 2: Encoding the Input</a:t>
            </a:r>
          </a:p>
          <a:p>
            <a:pPr fontAlgn="base"/>
            <a:r>
              <a:rPr lang="en-US" dirty="0"/>
              <a:t>The Encoder processes these embeddings using </a:t>
            </a:r>
            <a:r>
              <a:rPr lang="en-US" dirty="0">
                <a:hlinkClick r:id="rId2">
                  <a:extLst>
                    <a:ext uri="{A12FA001-AC4F-418D-AE19-62706E023703}">
                      <ahyp:hlinkClr xmlns:ahyp="http://schemas.microsoft.com/office/drawing/2018/hyperlinkcolor" val="tx"/>
                    </a:ext>
                  </a:extLst>
                </a:hlinkClick>
              </a:rPr>
              <a:t>self-attention.</a:t>
            </a:r>
            <a:endParaRPr lang="en-US" dirty="0"/>
          </a:p>
          <a:p>
            <a:pPr fontAlgn="base"/>
            <a:r>
              <a:rPr lang="en-US" dirty="0"/>
              <a:t>Self-attention helps the encoder to focus on important words. For example while encoding "learning", it understands its relation with "I" and "AI."</a:t>
            </a:r>
          </a:p>
          <a:p>
            <a:pPr fontAlgn="base"/>
            <a:r>
              <a:rPr lang="en-US" dirty="0"/>
              <a:t>After processing the encoder generates a Context Vector which captures the meaning of the entire sentence. For example in the image The arrows show how each word relates to the others during encoding. The final output from the encoder is the context representation</a:t>
            </a:r>
          </a:p>
          <a:p>
            <a:pPr fontAlgn="base"/>
            <a:endParaRPr lang="en-US" dirty="0"/>
          </a:p>
          <a:p>
            <a:endParaRPr lang="en-IN" dirty="0"/>
          </a:p>
        </p:txBody>
      </p:sp>
    </p:spTree>
    <p:extLst>
      <p:ext uri="{BB962C8B-B14F-4D97-AF65-F5344CB8AC3E}">
        <p14:creationId xmlns:p14="http://schemas.microsoft.com/office/powerpoint/2010/main" val="198455069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EB7DB8-167B-0238-5630-C31E19011A3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CA4E82C-59A5-089D-7048-A50E094DC2DD}"/>
              </a:ext>
            </a:extLst>
          </p:cNvPr>
          <p:cNvSpPr>
            <a:spLocks noGrp="1"/>
          </p:cNvSpPr>
          <p:nvPr>
            <p:ph idx="1"/>
          </p:nvPr>
        </p:nvSpPr>
        <p:spPr>
          <a:xfrm>
            <a:off x="1025842" y="1361440"/>
            <a:ext cx="10201275" cy="4764830"/>
          </a:xfrm>
        </p:spPr>
        <p:txBody>
          <a:bodyPr>
            <a:normAutofit fontScale="92500" lnSpcReduction="10000"/>
          </a:bodyPr>
          <a:lstStyle/>
          <a:p>
            <a:pPr fontAlgn="base"/>
            <a:r>
              <a:rPr lang="en-US" b="1" dirty="0"/>
              <a:t>Step 3: Passing the Context to the Decoder</a:t>
            </a:r>
          </a:p>
          <a:p>
            <a:pPr fontAlgn="base"/>
            <a:r>
              <a:rPr lang="en-US" dirty="0"/>
              <a:t>The Context Vector is passed to the Decoder as shown in image.</a:t>
            </a:r>
          </a:p>
          <a:p>
            <a:pPr fontAlgn="base"/>
            <a:r>
              <a:rPr lang="en-US" dirty="0"/>
              <a:t>It acts like a summary of the full input sentence.</a:t>
            </a:r>
          </a:p>
          <a:p>
            <a:pPr fontAlgn="base"/>
            <a:r>
              <a:rPr lang="en-US" b="1" dirty="0"/>
              <a:t>Step 4: Decoder Generates Output Step-by-Step</a:t>
            </a:r>
          </a:p>
          <a:p>
            <a:pPr fontAlgn="base"/>
            <a:r>
              <a:rPr lang="en-US" dirty="0"/>
              <a:t>The Decoder uses the context and starts creating the output one word at a time.</a:t>
            </a:r>
          </a:p>
          <a:p>
            <a:pPr fontAlgn="base"/>
            <a:r>
              <a:rPr lang="en-US" dirty="0"/>
              <a:t>First it predicts the first word then uses that to predict the second word and so on</a:t>
            </a:r>
          </a:p>
          <a:p>
            <a:pPr fontAlgn="base"/>
            <a:r>
              <a:rPr lang="en-US" b="1" dirty="0"/>
              <a:t>Step 5: Decoder Attention</a:t>
            </a:r>
          </a:p>
          <a:p>
            <a:pPr fontAlgn="base"/>
            <a:r>
              <a:rPr lang="en-US" dirty="0"/>
              <a:t>While generating each word the decoder attends to different parts of the input sentence to make better predictions.</a:t>
            </a:r>
          </a:p>
          <a:p>
            <a:pPr fontAlgn="base"/>
            <a:r>
              <a:rPr lang="en-US" dirty="0"/>
              <a:t>For example when translating "learning," it might pay more attention to the word "learning" in the input.</a:t>
            </a:r>
          </a:p>
          <a:p>
            <a:endParaRPr lang="en-IN" dirty="0"/>
          </a:p>
        </p:txBody>
      </p:sp>
    </p:spTree>
    <p:extLst>
      <p:ext uri="{BB962C8B-B14F-4D97-AF65-F5344CB8AC3E}">
        <p14:creationId xmlns:p14="http://schemas.microsoft.com/office/powerpoint/2010/main" val="382888471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2534D-DC5D-DE3F-B5D7-7C4AA393788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DB2BF7A-7D9D-7406-ADA5-454AA113238F}"/>
              </a:ext>
            </a:extLst>
          </p:cNvPr>
          <p:cNvSpPr>
            <a:spLocks noGrp="1"/>
          </p:cNvSpPr>
          <p:nvPr>
            <p:ph idx="1"/>
          </p:nvPr>
        </p:nvSpPr>
        <p:spPr/>
        <p:txBody>
          <a:bodyPr/>
          <a:lstStyle/>
          <a:p>
            <a:pPr fontAlgn="base"/>
            <a:r>
              <a:rPr lang="en-US" b="1" dirty="0"/>
              <a:t>Step 6: Producing the Final Output</a:t>
            </a:r>
          </a:p>
          <a:p>
            <a:pPr fontAlgn="base"/>
            <a:r>
              <a:rPr lang="en-US" dirty="0"/>
              <a:t>The decoder continues generating until the full translated sentence is produced.</a:t>
            </a:r>
          </a:p>
          <a:p>
            <a:pPr fontAlgn="base"/>
            <a:r>
              <a:rPr lang="en-US" dirty="0"/>
              <a:t>Each output token depends on the previous ones and the input context. You finally see the output tokens generated on the right side of the diagram completing the translation.</a:t>
            </a:r>
          </a:p>
          <a:p>
            <a:endParaRPr lang="en-IN" dirty="0"/>
          </a:p>
        </p:txBody>
      </p:sp>
    </p:spTree>
    <p:extLst>
      <p:ext uri="{BB962C8B-B14F-4D97-AF65-F5344CB8AC3E}">
        <p14:creationId xmlns:p14="http://schemas.microsoft.com/office/powerpoint/2010/main" val="342987036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E91F8B-3816-B463-52B2-998BE635B168}"/>
              </a:ext>
            </a:extLst>
          </p:cNvPr>
          <p:cNvSpPr>
            <a:spLocks noGrp="1"/>
          </p:cNvSpPr>
          <p:nvPr>
            <p:ph type="title"/>
          </p:nvPr>
        </p:nvSpPr>
        <p:spPr/>
        <p:txBody>
          <a:bodyPr>
            <a:normAutofit fontScale="90000"/>
          </a:bodyPr>
          <a:lstStyle/>
          <a:p>
            <a:r>
              <a:rPr lang="en-US" dirty="0"/>
              <a:t>Example</a:t>
            </a:r>
            <a:endParaRPr lang="en-IN" dirty="0"/>
          </a:p>
        </p:txBody>
      </p:sp>
      <p:sp>
        <p:nvSpPr>
          <p:cNvPr id="3" name="Content Placeholder 2">
            <a:extLst>
              <a:ext uri="{FF2B5EF4-FFF2-40B4-BE49-F238E27FC236}">
                <a16:creationId xmlns:a16="http://schemas.microsoft.com/office/drawing/2014/main" id="{DF4D6E63-F3E3-821C-D584-6010C816DCEE}"/>
              </a:ext>
            </a:extLst>
          </p:cNvPr>
          <p:cNvSpPr>
            <a:spLocks noGrp="1"/>
          </p:cNvSpPr>
          <p:nvPr>
            <p:ph idx="1"/>
          </p:nvPr>
        </p:nvSpPr>
        <p:spPr/>
        <p:txBody>
          <a:bodyPr>
            <a:normAutofit fontScale="92500" lnSpcReduction="20000"/>
          </a:bodyPr>
          <a:lstStyle/>
          <a:p>
            <a:r>
              <a:rPr lang="en-US" dirty="0"/>
              <a:t>Input length = 2 words</a:t>
            </a:r>
          </a:p>
          <a:p>
            <a:r>
              <a:rPr lang="en-US" dirty="0"/>
              <a:t>Hidden size = 2</a:t>
            </a:r>
          </a:p>
          <a:p>
            <a:r>
              <a:rPr lang="en-US" dirty="0"/>
              <a:t>Very small numbers (for manual calculation)</a:t>
            </a:r>
          </a:p>
          <a:p>
            <a:r>
              <a:rPr lang="en-IN" b="1" dirty="0"/>
              <a:t>Problem</a:t>
            </a:r>
          </a:p>
          <a:p>
            <a:r>
              <a:rPr lang="en-IN" dirty="0"/>
              <a:t>Input sentence: </a:t>
            </a:r>
            <a:r>
              <a:rPr lang="en-IN" b="1" dirty="0"/>
              <a:t>“Hi You”</a:t>
            </a:r>
            <a:br>
              <a:rPr lang="en-IN" dirty="0"/>
            </a:br>
            <a:r>
              <a:rPr lang="en-IN" dirty="0"/>
              <a:t>Target sentence: </a:t>
            </a:r>
            <a:r>
              <a:rPr lang="en-IN" b="1" dirty="0"/>
              <a:t>“Salut Toi”</a:t>
            </a:r>
            <a:endParaRPr lang="en-IN" dirty="0"/>
          </a:p>
          <a:p>
            <a:r>
              <a:rPr lang="en-IN" dirty="0"/>
              <a:t>We will calculate:</a:t>
            </a:r>
          </a:p>
          <a:p>
            <a:r>
              <a:rPr lang="en-IN" dirty="0"/>
              <a:t>Encoder hidden states</a:t>
            </a:r>
          </a:p>
          <a:p>
            <a:r>
              <a:rPr lang="en-IN" dirty="0"/>
              <a:t>Context vector</a:t>
            </a:r>
          </a:p>
          <a:p>
            <a:r>
              <a:rPr lang="en-IN" dirty="0"/>
              <a:t>Decoder predictions (with </a:t>
            </a:r>
            <a:r>
              <a:rPr lang="en-IN" dirty="0" err="1"/>
              <a:t>softmax</a:t>
            </a:r>
            <a:r>
              <a:rPr lang="en-IN" dirty="0"/>
              <a:t>)</a:t>
            </a:r>
          </a:p>
          <a:p>
            <a:endParaRPr lang="en-IN" dirty="0"/>
          </a:p>
        </p:txBody>
      </p:sp>
    </p:spTree>
    <p:extLst>
      <p:ext uri="{BB962C8B-B14F-4D97-AF65-F5344CB8AC3E}">
        <p14:creationId xmlns:p14="http://schemas.microsoft.com/office/powerpoint/2010/main" val="71627758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0265C-CA44-E6E5-5959-50B529CE8D3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E1B147-7CD3-E334-8BEC-7D784F404A4A}"/>
                  </a:ext>
                </a:extLst>
              </p:cNvPr>
              <p:cNvSpPr>
                <a:spLocks noGrp="1"/>
              </p:cNvSpPr>
              <p:nvPr>
                <p:ph idx="1"/>
              </p:nvPr>
            </p:nvSpPr>
            <p:spPr>
              <a:xfrm>
                <a:off x="944880" y="1402080"/>
                <a:ext cx="10282237" cy="4724190"/>
              </a:xfrm>
            </p:spPr>
            <p:txBody>
              <a:bodyPr>
                <a:normAutofit fontScale="92500" lnSpcReduction="20000"/>
              </a:bodyPr>
              <a:lstStyle/>
              <a:p>
                <a:r>
                  <a:rPr lang="en-IN" b="1" dirty="0"/>
                  <a:t>Step 1: Given Parameters</a:t>
                </a:r>
              </a:p>
              <a:p>
                <a:r>
                  <a:rPr lang="en-IN" dirty="0"/>
                  <a:t>Hidden size = 2</a:t>
                </a:r>
              </a:p>
              <a:p>
                <a:r>
                  <a:rPr lang="en-IN" dirty="0"/>
                  <a:t>Initial hidden state: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0</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e>
                          </m:mr>
                          <m:mr>
                            <m:e>
                              <m:r>
                                <a:rPr lang="ar-AE">
                                  <a:latin typeface="Cambria Math" panose="02040503050406030204" pitchFamily="18" charset="0"/>
                                </a:rPr>
                                <m:t>0</m:t>
                              </m:r>
                            </m:e>
                          </m:mr>
                        </m:m>
                      </m:e>
                    </m:d>
                  </m:oMath>
                </a14:m>
                <a:endParaRPr lang="ar-AE" dirty="0"/>
              </a:p>
              <a:p>
                <a:r>
                  <a:rPr lang="en-IN" dirty="0"/>
                  <a:t>Weight matrices:</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e>
                          </m:mr>
                        </m:m>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mr>
                        </m:m>
                      </m:e>
                    </m:d>
                  </m:oMath>
                </a14:m>
                <a:endParaRPr lang="ar-AE" dirty="0"/>
              </a:p>
              <a:p>
                <a:r>
                  <a:rPr lang="en-IN" dirty="0"/>
                  <a:t>Activation function:</a:t>
                </a:r>
              </a:p>
              <a:p>
                <a14:m>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𝑥</m:t>
                        </m:r>
                      </m:e>
                    </m:d>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B0E1B147-7CD3-E334-8BEC-7D784F404A4A}"/>
                  </a:ext>
                </a:extLst>
              </p:cNvPr>
              <p:cNvSpPr>
                <a:spLocks noGrp="1" noRot="1" noChangeAspect="1" noMove="1" noResize="1" noEditPoints="1" noAdjustHandles="1" noChangeArrowheads="1" noChangeShapeType="1" noTextEdit="1"/>
              </p:cNvSpPr>
              <p:nvPr>
                <p:ph idx="1"/>
              </p:nvPr>
            </p:nvSpPr>
            <p:spPr>
              <a:xfrm>
                <a:off x="944880" y="1402080"/>
                <a:ext cx="10282237" cy="4724190"/>
              </a:xfrm>
              <a:blipFill>
                <a:blip r:embed="rId2"/>
                <a:stretch>
                  <a:fillRect l="-1541" t="-2710"/>
                </a:stretch>
              </a:blipFill>
            </p:spPr>
            <p:txBody>
              <a:bodyPr/>
              <a:lstStyle/>
              <a:p>
                <a:r>
                  <a:rPr lang="en-IN">
                    <a:noFill/>
                  </a:rPr>
                  <a:t> </a:t>
                </a:r>
              </a:p>
            </p:txBody>
          </p:sp>
        </mc:Fallback>
      </mc:AlternateContent>
    </p:spTree>
    <p:extLst>
      <p:ext uri="{BB962C8B-B14F-4D97-AF65-F5344CB8AC3E}">
        <p14:creationId xmlns:p14="http://schemas.microsoft.com/office/powerpoint/2010/main" val="11485731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171C1-9ECD-2B23-4A7D-F9636DDD60CF}"/>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03F075-2749-BC20-F658-48A445705BF0}"/>
                  </a:ext>
                </a:extLst>
              </p:cNvPr>
              <p:cNvSpPr>
                <a:spLocks noGrp="1"/>
              </p:cNvSpPr>
              <p:nvPr>
                <p:ph idx="1"/>
              </p:nvPr>
            </p:nvSpPr>
            <p:spPr/>
            <p:txBody>
              <a:bodyPr/>
              <a:lstStyle/>
              <a:p>
                <a:r>
                  <a:rPr lang="en-IN" b="1" dirty="0"/>
                  <a:t>Step 2: Word Embeddings</a:t>
                </a:r>
              </a:p>
              <a:p>
                <a:r>
                  <a:rPr lang="en-IN" dirty="0"/>
                  <a:t>Hi →</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1</m:t>
                              </m:r>
                            </m:e>
                          </m:mr>
                          <m:mr>
                            <m:e>
                              <m:r>
                                <a:rPr lang="ar-AE">
                                  <a:latin typeface="Cambria Math" panose="02040503050406030204" pitchFamily="18" charset="0"/>
                                </a:rPr>
                                <m:t>0</m:t>
                              </m:r>
                            </m:e>
                          </m:mr>
                        </m:m>
                      </m:e>
                    </m:d>
                  </m:oMath>
                </a14:m>
                <a:endParaRPr lang="ar-AE" dirty="0"/>
              </a:p>
              <a:p>
                <a:r>
                  <a:rPr lang="en-IN" dirty="0"/>
                  <a:t>You →</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e>
                          </m:mr>
                          <m:mr>
                            <m:e>
                              <m:r>
                                <a:rPr lang="ar-AE">
                                  <a:latin typeface="Cambria Math" panose="02040503050406030204" pitchFamily="18" charset="0"/>
                                </a:rPr>
                                <m:t>1</m:t>
                              </m:r>
                            </m:e>
                          </m:mr>
                        </m:m>
                      </m:e>
                    </m:d>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3403F075-2749-BC20-F658-48A445705BF0}"/>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371530306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5DFF2-AAD8-474D-7AFA-D421B621EF85}"/>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A847A0E-51ED-B9DC-E041-EDC55C0F7271}"/>
                  </a:ext>
                </a:extLst>
              </p:cNvPr>
              <p:cNvSpPr>
                <a:spLocks noGrp="1"/>
              </p:cNvSpPr>
              <p:nvPr>
                <p:ph idx="1"/>
              </p:nvPr>
            </p:nvSpPr>
            <p:spPr>
              <a:xfrm>
                <a:off x="888841" y="1524000"/>
                <a:ext cx="3703479" cy="4592110"/>
              </a:xfrm>
            </p:spPr>
            <p:txBody>
              <a:bodyPr>
                <a:normAutofit/>
              </a:bodyPr>
              <a:lstStyle/>
              <a:p>
                <a:pPr>
                  <a:lnSpc>
                    <a:spcPct val="120000"/>
                  </a:lnSpc>
                  <a:spcBef>
                    <a:spcPts val="0"/>
                  </a:spcBef>
                </a:pPr>
                <a:r>
                  <a:rPr lang="en-IN" b="1" dirty="0"/>
                  <a:t>Encoder Time Step 1</a:t>
                </a:r>
              </a:p>
              <a:p>
                <a:pPr>
                  <a:lnSpc>
                    <a:spcPct val="120000"/>
                  </a:lnSpc>
                  <a:spcBef>
                    <a:spcPts val="0"/>
                  </a:spcBef>
                </a:pPr>
                <a:r>
                  <a:rPr lang="en-IN" dirty="0"/>
                  <a:t>Formula:</a:t>
                </a:r>
              </a:p>
              <a:p>
                <a:pPr>
                  <a:lnSpc>
                    <a:spcPct val="120000"/>
                  </a:lnSpc>
                  <a:spcBef>
                    <a:spcPts val="0"/>
                  </a:spcBef>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0</m:t>
                            </m:r>
                          </m:sub>
                        </m:sSub>
                      </m:e>
                    </m:d>
                  </m:oMath>
                </a14:m>
                <a:endParaRPr lang="ar-AE" dirty="0"/>
              </a:p>
              <a:p>
                <a:pPr>
                  <a:lnSpc>
                    <a:spcPct val="120000"/>
                  </a:lnSpc>
                  <a:spcBef>
                    <a:spcPts val="0"/>
                  </a:spcBef>
                </a:pPr>
                <a:r>
                  <a:rPr lang="en-IN" b="1" dirty="0"/>
                  <a:t>Step 1: Compute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oMath>
                </a14:m>
                <a:endParaRPr lang="ar-AE" b="1" dirty="0"/>
              </a:p>
              <a:p>
                <a:pPr>
                  <a:lnSpc>
                    <a:spcPct val="120000"/>
                  </a:lnSpc>
                  <a:spcBef>
                    <a:spcPts val="0"/>
                  </a:spcBef>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sub>
                    </m:sSub>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1</m:t>
                              </m:r>
                            </m:e>
                          </m:mr>
                          <m:mr>
                            <m:e>
                              <m:r>
                                <a:rPr lang="ar-AE">
                                  <a:latin typeface="Cambria Math" panose="02040503050406030204" pitchFamily="18" charset="0"/>
                                </a:rPr>
                                <m:t>0</m:t>
                              </m:r>
                            </m:e>
                          </m:mr>
                        </m:m>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mr>
                        </m:m>
                      </m:e>
                    </m:d>
                  </m:oMath>
                </a14:m>
                <a:endParaRPr lang="ar-AE" dirty="0"/>
              </a:p>
              <a:p>
                <a:pPr>
                  <a:lnSpc>
                    <a:spcPct val="120000"/>
                  </a:lnSpc>
                  <a:spcBef>
                    <a:spcPts val="0"/>
                  </a:spcBef>
                </a:pPr>
                <a:r>
                  <a:rPr lang="en-IN" b="1" dirty="0"/>
                  <a:t>Step 2: Compute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0</m:t>
                        </m:r>
                      </m:sub>
                    </m:sSub>
                  </m:oMath>
                </a14:m>
                <a:endParaRPr lang="ar-AE" b="1" dirty="0"/>
              </a:p>
              <a:p>
                <a:pPr>
                  <a:lnSpc>
                    <a:spcPct val="120000"/>
                  </a:lnSpc>
                  <a:spcBef>
                    <a:spcPts val="0"/>
                  </a:spcBef>
                </a:pPr>
                <a:r>
                  <a:rPr lang="en-IN" dirty="0"/>
                  <a:t>Since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0</m:t>
                        </m:r>
                      </m:sub>
                    </m:sSub>
                    <m:r>
                      <a:rPr lang="ar-AE">
                        <a:latin typeface="Cambria Math" panose="02040503050406030204" pitchFamily="18" charset="0"/>
                      </a:rPr>
                      <m:t>=</m:t>
                    </m:r>
                    <m:r>
                      <a:rPr lang="ar-AE">
                        <a:latin typeface="Cambria Math" panose="02040503050406030204" pitchFamily="18" charset="0"/>
                      </a:rPr>
                      <m:t>0</m:t>
                    </m:r>
                  </m:oMath>
                </a14:m>
                <a:r>
                  <a:rPr lang="ar-AE" dirty="0"/>
                  <a:t>:</a:t>
                </a:r>
              </a:p>
              <a:p>
                <a:pPr>
                  <a:lnSpc>
                    <a:spcPct val="120000"/>
                  </a:lnSpc>
                  <a:spcBef>
                    <a:spcPts val="0"/>
                  </a:spcBef>
                </a:pPr>
                <a14:m>
                  <m:oMath xmlns:m="http://schemas.openxmlformats.org/officeDocument/2006/math">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e>
                          </m:mr>
                          <m:mr>
                            <m:e>
                              <m:r>
                                <a:rPr lang="ar-AE">
                                  <a:latin typeface="Cambria Math" panose="02040503050406030204" pitchFamily="18" charset="0"/>
                                </a:rPr>
                                <m:t>0</m:t>
                              </m:r>
                            </m:e>
                          </m:mr>
                        </m:m>
                      </m:e>
                    </m:d>
                  </m:oMath>
                </a14:m>
                <a:endParaRPr lang="ar-AE" dirty="0"/>
              </a:p>
              <a:p>
                <a:pPr>
                  <a:lnSpc>
                    <a:spcPct val="120000"/>
                  </a:lnSpc>
                  <a:spcBef>
                    <a:spcPts val="0"/>
                  </a:spcBef>
                </a:pPr>
                <a:endParaRPr lang="en-IN" dirty="0"/>
              </a:p>
            </p:txBody>
          </p:sp>
        </mc:Choice>
        <mc:Fallback xmlns="">
          <p:sp>
            <p:nvSpPr>
              <p:cNvPr id="3" name="Content Placeholder 2">
                <a:extLst>
                  <a:ext uri="{FF2B5EF4-FFF2-40B4-BE49-F238E27FC236}">
                    <a16:creationId xmlns:a16="http://schemas.microsoft.com/office/drawing/2014/main" id="{9A847A0E-51ED-B9DC-E041-EDC55C0F7271}"/>
                  </a:ext>
                </a:extLst>
              </p:cNvPr>
              <p:cNvSpPr>
                <a:spLocks noGrp="1" noRot="1" noChangeAspect="1" noMove="1" noResize="1" noEditPoints="1" noAdjustHandles="1" noChangeArrowheads="1" noChangeShapeType="1" noTextEdit="1"/>
              </p:cNvSpPr>
              <p:nvPr>
                <p:ph idx="1"/>
              </p:nvPr>
            </p:nvSpPr>
            <p:spPr>
              <a:xfrm>
                <a:off x="888841" y="1524000"/>
                <a:ext cx="3703479" cy="4592110"/>
              </a:xfrm>
              <a:blipFill>
                <a:blip r:embed="rId2"/>
                <a:stretch>
                  <a:fillRect l="-4778" t="-1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CC05D1A-6A2F-8C98-8A03-FBACCBE42C7C}"/>
                  </a:ext>
                </a:extLst>
              </p:cNvPr>
              <p:cNvSpPr txBox="1">
                <a:spLocks/>
              </p:cNvSpPr>
              <p:nvPr/>
            </p:nvSpPr>
            <p:spPr>
              <a:xfrm>
                <a:off x="6283801" y="1524000"/>
                <a:ext cx="3703479" cy="4592110"/>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nSpc>
                    <a:spcPct val="120000"/>
                  </a:lnSpc>
                  <a:spcBef>
                    <a:spcPts val="0"/>
                  </a:spcBef>
                </a:pPr>
                <a:r>
                  <a:rPr lang="en-IN" b="1" dirty="0"/>
                  <a:t>Step 3: Add</a:t>
                </a:r>
              </a:p>
              <a:p>
                <a:pPr>
                  <a:lnSpc>
                    <a:spcPct val="120000"/>
                  </a:lnSpc>
                  <a:spcBef>
                    <a:spcPts val="0"/>
                  </a:spcBef>
                </a:pPr>
                <a14:m>
                  <m:oMath xmlns:m="http://schemas.openxmlformats.org/officeDocument/2006/math">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mr>
                        </m:m>
                      </m:e>
                    </m:d>
                  </m:oMath>
                </a14:m>
                <a:endParaRPr lang="ar-AE" dirty="0"/>
              </a:p>
              <a:p>
                <a:pPr>
                  <a:lnSpc>
                    <a:spcPct val="120000"/>
                  </a:lnSpc>
                  <a:spcBef>
                    <a:spcPts val="0"/>
                  </a:spcBef>
                </a:pPr>
                <a:r>
                  <a:rPr lang="en-IN" b="1" dirty="0"/>
                  <a:t>Step 4: Apply tanh</a:t>
                </a:r>
              </a:p>
              <a:p>
                <a:pPr>
                  <a:lnSpc>
                    <a:spcPct val="120000"/>
                  </a:lnSpc>
                  <a:spcBef>
                    <a:spcPts val="0"/>
                  </a:spcBef>
                </a:pPr>
                <a14:m>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oMath>
                </a14:m>
                <a:endParaRPr lang="ar-AE" dirty="0"/>
              </a:p>
              <a:p>
                <a:pPr>
                  <a:lnSpc>
                    <a:spcPct val="120000"/>
                  </a:lnSpc>
                  <a:spcBef>
                    <a:spcPts val="0"/>
                  </a:spcBef>
                </a:pPr>
                <a14:m>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291</m:t>
                    </m:r>
                  </m:oMath>
                </a14:m>
                <a:endParaRPr lang="ar-AE" dirty="0"/>
              </a:p>
              <a:p>
                <a:pPr>
                  <a:lnSpc>
                    <a:spcPct val="120000"/>
                  </a:lnSpc>
                  <a:spcBef>
                    <a:spcPts val="0"/>
                  </a:spcBef>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291</m:t>
                              </m:r>
                            </m:e>
                          </m:mr>
                        </m:m>
                      </m:e>
                    </m:d>
                  </m:oMath>
                </a14:m>
                <a:endParaRPr lang="ar-AE" dirty="0"/>
              </a:p>
              <a:p>
                <a:pPr>
                  <a:lnSpc>
                    <a:spcPct val="120000"/>
                  </a:lnSpc>
                  <a:spcBef>
                    <a:spcPts val="0"/>
                  </a:spcBef>
                </a:pPr>
                <a:endParaRPr lang="en-IN" dirty="0"/>
              </a:p>
            </p:txBody>
          </p:sp>
        </mc:Choice>
        <mc:Fallback xmlns="">
          <p:sp>
            <p:nvSpPr>
              <p:cNvPr id="4" name="Content Placeholder 2">
                <a:extLst>
                  <a:ext uri="{FF2B5EF4-FFF2-40B4-BE49-F238E27FC236}">
                    <a16:creationId xmlns:a16="http://schemas.microsoft.com/office/drawing/2014/main" id="{4CC05D1A-6A2F-8C98-8A03-FBACCBE42C7C}"/>
                  </a:ext>
                </a:extLst>
              </p:cNvPr>
              <p:cNvSpPr txBox="1">
                <a:spLocks noRot="1" noChangeAspect="1" noMove="1" noResize="1" noEditPoints="1" noAdjustHandles="1" noChangeArrowheads="1" noChangeShapeType="1" noTextEdit="1"/>
              </p:cNvSpPr>
              <p:nvPr/>
            </p:nvSpPr>
            <p:spPr>
              <a:xfrm>
                <a:off x="6283801" y="1524000"/>
                <a:ext cx="3703479" cy="4592110"/>
              </a:xfrm>
              <a:prstGeom prst="rect">
                <a:avLst/>
              </a:prstGeom>
              <a:blipFill>
                <a:blip r:embed="rId3"/>
                <a:stretch>
                  <a:fillRect l="-4778" t="-133"/>
                </a:stretch>
              </a:blipFill>
            </p:spPr>
            <p:txBody>
              <a:bodyPr/>
              <a:lstStyle/>
              <a:p>
                <a:r>
                  <a:rPr lang="en-IN">
                    <a:noFill/>
                  </a:rPr>
                  <a:t> </a:t>
                </a:r>
              </a:p>
            </p:txBody>
          </p:sp>
        </mc:Fallback>
      </mc:AlternateContent>
    </p:spTree>
    <p:extLst>
      <p:ext uri="{BB962C8B-B14F-4D97-AF65-F5344CB8AC3E}">
        <p14:creationId xmlns:p14="http://schemas.microsoft.com/office/powerpoint/2010/main" val="38044312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02167-3362-9D7F-1D83-C0C6B6F181A8}"/>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6A5A9BA-3A3A-011B-50E5-4FD86C30CD91}"/>
                  </a:ext>
                </a:extLst>
              </p:cNvPr>
              <p:cNvSpPr>
                <a:spLocks noGrp="1"/>
              </p:cNvSpPr>
              <p:nvPr>
                <p:ph idx="1"/>
              </p:nvPr>
            </p:nvSpPr>
            <p:spPr>
              <a:xfrm>
                <a:off x="894080" y="1299878"/>
                <a:ext cx="4196079" cy="4835950"/>
              </a:xfrm>
            </p:spPr>
            <p:txBody>
              <a:bodyPr>
                <a:normAutofit fontScale="85000" lnSpcReduction="20000"/>
              </a:bodyPr>
              <a:lstStyle/>
              <a:p>
                <a:pPr marL="0" indent="0">
                  <a:lnSpc>
                    <a:spcPct val="120000"/>
                  </a:lnSpc>
                  <a:spcBef>
                    <a:spcPts val="0"/>
                  </a:spcBef>
                  <a:spcAft>
                    <a:spcPts val="0"/>
                  </a:spcAft>
                  <a:buNone/>
                </a:pPr>
                <a:r>
                  <a:rPr lang="en-IN" b="1" dirty="0"/>
                  <a:t>Encoder Time Step 2</a:t>
                </a:r>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e>
                      </m:d>
                    </m:oMath>
                  </m:oMathPara>
                </a14:m>
                <a:endParaRPr lang="ar-AE" dirty="0"/>
              </a:p>
              <a:p>
                <a:pPr marL="0" indent="0">
                  <a:lnSpc>
                    <a:spcPct val="120000"/>
                  </a:lnSpc>
                  <a:spcBef>
                    <a:spcPts val="0"/>
                  </a:spcBef>
                  <a:spcAft>
                    <a:spcPts val="0"/>
                  </a:spcAft>
                  <a:buNone/>
                </a:pPr>
                <a:br>
                  <a:rPr lang="ar-AE" dirty="0"/>
                </a:br>
                <a:r>
                  <a:rPr lang="en-IN" b="1" dirty="0"/>
                  <a:t>Step 1: Compute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oMath>
                </a14:m>
                <a:endParaRPr lang="ar-AE" b="1" dirty="0"/>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e>
                            </m:mr>
                          </m:m>
                        </m:e>
                      </m:d>
                    </m:oMath>
                  </m:oMathPara>
                </a14:m>
                <a:endParaRPr lang="ar-AE" dirty="0"/>
              </a:p>
              <a:p>
                <a:pPr marL="0" indent="0">
                  <a:lnSpc>
                    <a:spcPct val="120000"/>
                  </a:lnSpc>
                  <a:spcBef>
                    <a:spcPts val="0"/>
                  </a:spcBef>
                  <a:spcAft>
                    <a:spcPts val="0"/>
                  </a:spcAft>
                  <a:buNone/>
                </a:pPr>
                <a:br>
                  <a:rPr lang="ar-AE" dirty="0"/>
                </a:br>
                <a:r>
                  <a:rPr lang="en-IN" b="1" dirty="0"/>
                  <a:t>Step 2: Compute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1</m:t>
                        </m:r>
                      </m:sub>
                    </m:sSub>
                  </m:oMath>
                </a14:m>
                <a:endParaRPr lang="ar-AE" b="1" dirty="0"/>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mr>
                          </m:m>
                        </m:e>
                      </m:d>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291</m:t>
                                </m:r>
                              </m:e>
                            </m:mr>
                          </m:m>
                        </m:e>
                      </m:d>
                    </m:oMath>
                  </m:oMathPara>
                </a14:m>
                <a:endParaRPr lang="ar-AE" dirty="0"/>
              </a:p>
              <a:p>
                <a:pPr marL="0" indent="0">
                  <a:lnSpc>
                    <a:spcPct val="120000"/>
                  </a:lnSpc>
                  <a:spcBef>
                    <a:spcPts val="0"/>
                  </a:spcBef>
                  <a:spcAft>
                    <a:spcPts val="0"/>
                  </a:spcAft>
                  <a:buNone/>
                </a:pPr>
                <a:r>
                  <a:rPr lang="en-IN" dirty="0"/>
                  <a:t>Multiply:</a:t>
                </a:r>
              </a:p>
              <a:p>
                <a:pPr marL="0" indent="0">
                  <a:lnSpc>
                    <a:spcPct val="120000"/>
                  </a:lnSpc>
                  <a:spcBef>
                    <a:spcPts val="0"/>
                  </a:spcBef>
                  <a:spcAft>
                    <a:spcPts val="0"/>
                  </a:spcAft>
                  <a:buNone/>
                </a:pPr>
                <a:r>
                  <a:rPr lang="en-IN" dirty="0"/>
                  <a:t>First row:</a:t>
                </a:r>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291</m:t>
                          </m:r>
                        </m:e>
                      </m:d>
                    </m:oMath>
                  </m:oMathPara>
                </a14:m>
                <a:endParaRPr lang="ar-AE" dirty="0"/>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2772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0582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3354</m:t>
                      </m:r>
                    </m:oMath>
                  </m:oMathPara>
                </a14:m>
                <a:endParaRPr lang="ar-AE" dirty="0"/>
              </a:p>
              <a:p>
                <a:pPr marL="0" indent="0">
                  <a:lnSpc>
                    <a:spcPct val="120000"/>
                  </a:lnSpc>
                  <a:spcBef>
                    <a:spcPts val="0"/>
                  </a:spcBef>
                  <a:spcAft>
                    <a:spcPts val="0"/>
                  </a:spcAft>
                  <a:buNone/>
                </a:pPr>
                <a:endParaRPr lang="en-IN" dirty="0"/>
              </a:p>
            </p:txBody>
          </p:sp>
        </mc:Choice>
        <mc:Fallback xmlns="">
          <p:sp>
            <p:nvSpPr>
              <p:cNvPr id="3" name="Content Placeholder 2">
                <a:extLst>
                  <a:ext uri="{FF2B5EF4-FFF2-40B4-BE49-F238E27FC236}">
                    <a16:creationId xmlns:a16="http://schemas.microsoft.com/office/drawing/2014/main" id="{16A5A9BA-3A3A-011B-50E5-4FD86C30CD91}"/>
                  </a:ext>
                </a:extLst>
              </p:cNvPr>
              <p:cNvSpPr>
                <a:spLocks noGrp="1" noRot="1" noChangeAspect="1" noMove="1" noResize="1" noEditPoints="1" noAdjustHandles="1" noChangeArrowheads="1" noChangeShapeType="1" noTextEdit="1"/>
              </p:cNvSpPr>
              <p:nvPr>
                <p:ph idx="1"/>
              </p:nvPr>
            </p:nvSpPr>
            <p:spPr>
              <a:xfrm>
                <a:off x="894080" y="1299878"/>
                <a:ext cx="4196079" cy="4835950"/>
              </a:xfrm>
              <a:blipFill>
                <a:blip r:embed="rId2"/>
                <a:stretch>
                  <a:fillRect l="-3779" t="-63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Content Placeholder 2">
                <a:extLst>
                  <a:ext uri="{FF2B5EF4-FFF2-40B4-BE49-F238E27FC236}">
                    <a16:creationId xmlns:a16="http://schemas.microsoft.com/office/drawing/2014/main" id="{4724D6A8-1381-5838-45EC-9904BF748F6A}"/>
                  </a:ext>
                </a:extLst>
              </p:cNvPr>
              <p:cNvSpPr txBox="1">
                <a:spLocks/>
              </p:cNvSpPr>
              <p:nvPr/>
            </p:nvSpPr>
            <p:spPr>
              <a:xfrm>
                <a:off x="6746557" y="1553066"/>
                <a:ext cx="4063683" cy="4329574"/>
              </a:xfrm>
              <a:prstGeom prst="rect">
                <a:avLst/>
              </a:prstGeom>
            </p:spPr>
            <p:txBody>
              <a:bodyPr vert="horz" lIns="0" tIns="45720" rIns="0" bIns="45720" rtlCol="0">
                <a:normAutofit fontScale="92500" lnSpcReduction="10000"/>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20000"/>
                  </a:lnSpc>
                  <a:spcBef>
                    <a:spcPts val="0"/>
                  </a:spcBef>
                  <a:spcAft>
                    <a:spcPts val="0"/>
                  </a:spcAft>
                  <a:buNone/>
                </a:pPr>
                <a:r>
                  <a:rPr lang="en-IN" dirty="0"/>
                  <a:t>Second row:</a:t>
                </a:r>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462</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291</m:t>
                          </m:r>
                        </m:e>
                      </m:d>
                    </m:oMath>
                  </m:oMathPara>
                </a14:m>
                <a:endParaRPr lang="ar-AE" dirty="0"/>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1848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2328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4176</m:t>
                      </m:r>
                    </m:oMath>
                  </m:oMathPara>
                </a14:m>
                <a:endParaRPr lang="ar-AE" dirty="0"/>
              </a:p>
              <a:p>
                <a:pPr marL="0" indent="0">
                  <a:lnSpc>
                    <a:spcPct val="120000"/>
                  </a:lnSpc>
                  <a:spcBef>
                    <a:spcPts val="0"/>
                  </a:spcBef>
                  <a:spcAft>
                    <a:spcPts val="0"/>
                  </a:spcAft>
                  <a:buNone/>
                </a:pPr>
                <a:r>
                  <a:rPr lang="en-IN" dirty="0"/>
                  <a:t>So,</a:t>
                </a:r>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3354</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4176</m:t>
                                </m:r>
                              </m:e>
                            </m:mr>
                          </m:m>
                        </m:e>
                      </m:d>
                    </m:oMath>
                  </m:oMathPara>
                </a14:m>
                <a:endParaRPr lang="ar-AE" dirty="0"/>
              </a:p>
              <a:p>
                <a:pPr marL="0" indent="0">
                  <a:lnSpc>
                    <a:spcPct val="120000"/>
                  </a:lnSpc>
                  <a:spcBef>
                    <a:spcPts val="0"/>
                  </a:spcBef>
                  <a:spcAft>
                    <a:spcPts val="0"/>
                  </a:spcAft>
                  <a:buNone/>
                </a:pPr>
                <a:br>
                  <a:rPr lang="ar-AE" dirty="0"/>
                </a:br>
                <a:endParaRPr lang="ar-AE" dirty="0"/>
              </a:p>
              <a:p>
                <a:pPr marL="0" indent="0">
                  <a:lnSpc>
                    <a:spcPct val="120000"/>
                  </a:lnSpc>
                  <a:spcBef>
                    <a:spcPts val="0"/>
                  </a:spcBef>
                  <a:spcAft>
                    <a:spcPts val="0"/>
                  </a:spcAft>
                  <a:buNone/>
                </a:pPr>
                <a:r>
                  <a:rPr lang="en-IN" b="1" dirty="0"/>
                  <a:t>Step 3: Add</a:t>
                </a:r>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7</m:t>
                                </m:r>
                              </m:e>
                            </m:mr>
                          </m:m>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3354</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4176</m:t>
                                </m:r>
                              </m:e>
                            </m:mr>
                          </m:m>
                        </m:e>
                      </m:d>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4354</m:t>
                                </m:r>
                              </m:e>
                            </m:mr>
                            <m:m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1176</m:t>
                                </m:r>
                              </m:e>
                            </m:mr>
                          </m:m>
                        </m:e>
                      </m:d>
                    </m:oMath>
                  </m:oMathPara>
                </a14:m>
                <a:endParaRPr lang="ar-AE" dirty="0"/>
              </a:p>
              <a:p>
                <a:pPr>
                  <a:lnSpc>
                    <a:spcPct val="120000"/>
                  </a:lnSpc>
                  <a:spcBef>
                    <a:spcPts val="0"/>
                  </a:spcBef>
                  <a:spcAft>
                    <a:spcPts val="0"/>
                  </a:spcAft>
                </a:pPr>
                <a:endParaRPr lang="en-IN" dirty="0"/>
              </a:p>
            </p:txBody>
          </p:sp>
        </mc:Choice>
        <mc:Fallback xmlns="">
          <p:sp>
            <p:nvSpPr>
              <p:cNvPr id="4" name="Content Placeholder 2">
                <a:extLst>
                  <a:ext uri="{FF2B5EF4-FFF2-40B4-BE49-F238E27FC236}">
                    <a16:creationId xmlns:a16="http://schemas.microsoft.com/office/drawing/2014/main" id="{4724D6A8-1381-5838-45EC-9904BF748F6A}"/>
                  </a:ext>
                </a:extLst>
              </p:cNvPr>
              <p:cNvSpPr txBox="1">
                <a:spLocks noRot="1" noChangeAspect="1" noMove="1" noResize="1" noEditPoints="1" noAdjustHandles="1" noChangeArrowheads="1" noChangeShapeType="1" noTextEdit="1"/>
              </p:cNvSpPr>
              <p:nvPr/>
            </p:nvSpPr>
            <p:spPr>
              <a:xfrm>
                <a:off x="6746557" y="1553066"/>
                <a:ext cx="4063683" cy="4329574"/>
              </a:xfrm>
              <a:prstGeom prst="rect">
                <a:avLst/>
              </a:prstGeom>
              <a:blipFill>
                <a:blip r:embed="rId3"/>
                <a:stretch>
                  <a:fillRect l="-4204" t="-704"/>
                </a:stretch>
              </a:blipFill>
            </p:spPr>
            <p:txBody>
              <a:bodyPr/>
              <a:lstStyle/>
              <a:p>
                <a:r>
                  <a:rPr lang="en-IN">
                    <a:noFill/>
                  </a:rPr>
                  <a:t> </a:t>
                </a:r>
              </a:p>
            </p:txBody>
          </p:sp>
        </mc:Fallback>
      </mc:AlternateContent>
    </p:spTree>
    <p:extLst>
      <p:ext uri="{BB962C8B-B14F-4D97-AF65-F5344CB8AC3E}">
        <p14:creationId xmlns:p14="http://schemas.microsoft.com/office/powerpoint/2010/main" val="412746161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69931-A2A3-8BD2-68F8-972C0889A5C3}"/>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512A60-E2A5-13D8-8BF5-D9951C7E414A}"/>
                  </a:ext>
                </a:extLst>
              </p:cNvPr>
              <p:cNvSpPr>
                <a:spLocks noGrp="1"/>
              </p:cNvSpPr>
              <p:nvPr>
                <p:ph idx="1"/>
              </p:nvPr>
            </p:nvSpPr>
            <p:spPr>
              <a:xfrm>
                <a:off x="1168717" y="1473200"/>
                <a:ext cx="10058400" cy="4653070"/>
              </a:xfrm>
            </p:spPr>
            <p:txBody>
              <a:bodyPr>
                <a:normAutofit fontScale="92500" lnSpcReduction="20000"/>
              </a:bodyPr>
              <a:lstStyle/>
              <a:p>
                <a:r>
                  <a:rPr lang="en-IN" b="1" dirty="0"/>
                  <a:t>Step 4: Apply tanh</a:t>
                </a:r>
              </a:p>
              <a:p>
                <a14:m>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4354</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410</m:t>
                    </m:r>
                  </m:oMath>
                </a14:m>
                <a:endParaRPr lang="ar-AE" dirty="0"/>
              </a:p>
              <a:p>
                <a14:m>
                  <m:oMath xmlns:m="http://schemas.openxmlformats.org/officeDocument/2006/math">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1176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806</m:t>
                    </m:r>
                  </m:oMath>
                </a14:m>
                <a:endParaRPr lang="ar-AE" dirty="0"/>
              </a:p>
              <a:p>
                <a:r>
                  <a:rPr lang="en-IN" dirty="0"/>
                  <a:t>Final encoder hidden state: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410</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806</m:t>
                              </m:r>
                            </m:e>
                          </m:mr>
                        </m:m>
                      </m:e>
                    </m:d>
                  </m:oMath>
                </a14:m>
                <a:endParaRPr lang="ar-AE" dirty="0"/>
              </a:p>
              <a:p>
                <a:br>
                  <a:rPr lang="ar-AE" dirty="0"/>
                </a:br>
                <a:endParaRPr lang="ar-AE" dirty="0"/>
              </a:p>
              <a:p>
                <a:r>
                  <a:rPr lang="en-IN" b="1" dirty="0"/>
                  <a:t> Context Vector</a:t>
                </a:r>
              </a:p>
              <a:p>
                <a14:m>
                  <m:oMath xmlns:m="http://schemas.openxmlformats.org/officeDocument/2006/math">
                    <m:r>
                      <a:rPr lang="en-IN" i="1">
                        <a:latin typeface="Cambria Math" panose="02040503050406030204" pitchFamily="18" charset="0"/>
                      </a:rPr>
                      <m:t>𝑐</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h</m:t>
                        </m:r>
                      </m:e>
                      <m:sub>
                        <m:r>
                          <a:rPr lang="ar-AE">
                            <a:latin typeface="Cambria Math" panose="02040503050406030204" pitchFamily="18" charset="0"/>
                          </a:rPr>
                          <m:t>2</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410</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806</m:t>
                              </m:r>
                            </m:e>
                          </m:mr>
                        </m:m>
                      </m:e>
                    </m:d>
                  </m:oMath>
                </a14:m>
                <a:endParaRPr lang="ar-AE" dirty="0"/>
              </a:p>
              <a:p>
                <a:r>
                  <a:rPr lang="en-IN" dirty="0"/>
                  <a:t>This is passed to decoder.</a:t>
                </a:r>
              </a:p>
              <a:p>
                <a:endParaRPr lang="en-IN" dirty="0"/>
              </a:p>
            </p:txBody>
          </p:sp>
        </mc:Choice>
        <mc:Fallback xmlns="">
          <p:sp>
            <p:nvSpPr>
              <p:cNvPr id="3" name="Content Placeholder 2">
                <a:extLst>
                  <a:ext uri="{FF2B5EF4-FFF2-40B4-BE49-F238E27FC236}">
                    <a16:creationId xmlns:a16="http://schemas.microsoft.com/office/drawing/2014/main" id="{CF512A60-E2A5-13D8-8BF5-D9951C7E414A}"/>
                  </a:ext>
                </a:extLst>
              </p:cNvPr>
              <p:cNvSpPr>
                <a:spLocks noGrp="1" noRot="1" noChangeAspect="1" noMove="1" noResize="1" noEditPoints="1" noAdjustHandles="1" noChangeArrowheads="1" noChangeShapeType="1" noTextEdit="1"/>
              </p:cNvSpPr>
              <p:nvPr>
                <p:ph idx="1"/>
              </p:nvPr>
            </p:nvSpPr>
            <p:spPr>
              <a:xfrm>
                <a:off x="1168717" y="1473200"/>
                <a:ext cx="10058400" cy="4653070"/>
              </a:xfrm>
              <a:blipFill>
                <a:blip r:embed="rId2"/>
                <a:stretch>
                  <a:fillRect l="-1636" t="-2752" b="-393"/>
                </a:stretch>
              </a:blipFill>
            </p:spPr>
            <p:txBody>
              <a:bodyPr/>
              <a:lstStyle/>
              <a:p>
                <a:r>
                  <a:rPr lang="en-IN">
                    <a:noFill/>
                  </a:rPr>
                  <a:t> </a:t>
                </a:r>
              </a:p>
            </p:txBody>
          </p:sp>
        </mc:Fallback>
      </mc:AlternateContent>
    </p:spTree>
    <p:extLst>
      <p:ext uri="{BB962C8B-B14F-4D97-AF65-F5344CB8AC3E}">
        <p14:creationId xmlns:p14="http://schemas.microsoft.com/office/powerpoint/2010/main" val="66072554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F1BD0B-FE82-6431-F8DF-DEB2C8282E1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530E96-CDF3-A174-B5E6-20ADF504D2BB}"/>
                  </a:ext>
                </a:extLst>
              </p:cNvPr>
              <p:cNvSpPr>
                <a:spLocks noGrp="1"/>
              </p:cNvSpPr>
              <p:nvPr>
                <p:ph idx="1"/>
              </p:nvPr>
            </p:nvSpPr>
            <p:spPr>
              <a:xfrm>
                <a:off x="853440" y="1300480"/>
                <a:ext cx="10373677" cy="4825790"/>
              </a:xfrm>
            </p:spPr>
            <p:txBody>
              <a:bodyPr>
                <a:normAutofit/>
              </a:bodyPr>
              <a:lstStyle/>
              <a:p>
                <a:r>
                  <a:rPr lang="en-IN" b="1" dirty="0"/>
                  <a:t>PART 2: DECODER CALCULATION</a:t>
                </a:r>
              </a:p>
              <a:p>
                <a:r>
                  <a:rPr lang="en-IN" dirty="0"/>
                  <a:t>Initial decoder state:</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a:latin typeface="Cambria Math" panose="02040503050406030204" pitchFamily="18" charset="0"/>
                          </a:rPr>
                          <m:t>0</m:t>
                        </m:r>
                      </m:sub>
                    </m:sSub>
                    <m:r>
                      <a:rPr lang="ar-AE">
                        <a:latin typeface="Cambria Math" panose="02040503050406030204" pitchFamily="18" charset="0"/>
                      </a:rPr>
                      <m:t>=</m:t>
                    </m:r>
                    <m:r>
                      <a:rPr lang="ar-AE" i="1">
                        <a:latin typeface="Cambria Math" panose="02040503050406030204" pitchFamily="18" charset="0"/>
                      </a:rPr>
                      <m:t>𝑐</m:t>
                    </m:r>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410</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806</m:t>
                              </m:r>
                            </m:e>
                          </m:mr>
                        </m:m>
                      </m:e>
                    </m:d>
                  </m:oMath>
                </a14:m>
                <a:endParaRPr lang="ar-AE" dirty="0"/>
              </a:p>
              <a:p>
                <a:br>
                  <a:rPr lang="ar-AE" dirty="0"/>
                </a:br>
                <a:endParaRPr lang="ar-AE" dirty="0"/>
              </a:p>
              <a:p>
                <a:r>
                  <a:rPr lang="en-IN" dirty="0"/>
                  <a:t>Assume output weight matrix:</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m:t>
                        </m:r>
                      </m:sub>
                    </m:sSub>
                    <m:r>
                      <a:rPr lang="ar-AE">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2"/>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mr>
                        </m:m>
                      </m:e>
                    </m:d>
                  </m:oMath>
                </a14:m>
                <a:endParaRPr lang="ar-AE" dirty="0"/>
              </a:p>
              <a:p>
                <a:r>
                  <a:rPr lang="ar-AE" dirty="0"/>
                  <a:t>(3</a:t>
                </a:r>
                <a:r>
                  <a:rPr lang="en-US" dirty="0"/>
                  <a:t> </a:t>
                </a:r>
                <a:r>
                  <a:rPr lang="en-IN" dirty="0"/>
                  <a:t>output words</a:t>
                </a:r>
              </a:p>
              <a:p>
                <a:endParaRPr lang="en-IN" dirty="0"/>
              </a:p>
            </p:txBody>
          </p:sp>
        </mc:Choice>
        <mc:Fallback xmlns="">
          <p:sp>
            <p:nvSpPr>
              <p:cNvPr id="3" name="Content Placeholder 2">
                <a:extLst>
                  <a:ext uri="{FF2B5EF4-FFF2-40B4-BE49-F238E27FC236}">
                    <a16:creationId xmlns:a16="http://schemas.microsoft.com/office/drawing/2014/main" id="{B9530E96-CDF3-A174-B5E6-20ADF504D2BB}"/>
                  </a:ext>
                </a:extLst>
              </p:cNvPr>
              <p:cNvSpPr>
                <a:spLocks noGrp="1" noRot="1" noChangeAspect="1" noMove="1" noResize="1" noEditPoints="1" noAdjustHandles="1" noChangeArrowheads="1" noChangeShapeType="1" noTextEdit="1"/>
              </p:cNvSpPr>
              <p:nvPr>
                <p:ph idx="1"/>
              </p:nvPr>
            </p:nvSpPr>
            <p:spPr>
              <a:xfrm>
                <a:off x="853440" y="1300480"/>
                <a:ext cx="10373677" cy="4825790"/>
              </a:xfrm>
              <a:blipFill>
                <a:blip r:embed="rId2"/>
                <a:stretch>
                  <a:fillRect l="-1645" t="-1768"/>
                </a:stretch>
              </a:blipFill>
            </p:spPr>
            <p:txBody>
              <a:bodyPr/>
              <a:lstStyle/>
              <a:p>
                <a:r>
                  <a:rPr lang="en-IN">
                    <a:noFill/>
                  </a:rPr>
                  <a:t> </a:t>
                </a:r>
              </a:p>
            </p:txBody>
          </p:sp>
        </mc:Fallback>
      </mc:AlternateContent>
    </p:spTree>
    <p:extLst>
      <p:ext uri="{BB962C8B-B14F-4D97-AF65-F5344CB8AC3E}">
        <p14:creationId xmlns:p14="http://schemas.microsoft.com/office/powerpoint/2010/main" val="272571342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584FEF-135E-8C50-86BD-5E323920F40A}"/>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1FF20D-4F5A-13FA-B656-606D71596600}"/>
                  </a:ext>
                </a:extLst>
              </p:cNvPr>
              <p:cNvSpPr>
                <a:spLocks noGrp="1"/>
              </p:cNvSpPr>
              <p:nvPr>
                <p:ph idx="1"/>
              </p:nvPr>
            </p:nvSpPr>
            <p:spPr>
              <a:xfrm>
                <a:off x="1025842" y="1442720"/>
                <a:ext cx="10201275" cy="4683550"/>
              </a:xfrm>
            </p:spPr>
            <p:txBody>
              <a:bodyPr>
                <a:normAutofit fontScale="85000" lnSpcReduction="10000"/>
              </a:bodyPr>
              <a:lstStyle/>
              <a:p>
                <a:pPr>
                  <a:lnSpc>
                    <a:spcPct val="120000"/>
                  </a:lnSpc>
                  <a:spcBef>
                    <a:spcPts val="0"/>
                  </a:spcBef>
                  <a:spcAft>
                    <a:spcPts val="0"/>
                  </a:spcAft>
                </a:pPr>
                <a:r>
                  <a:rPr lang="en-IN" b="1" dirty="0"/>
                  <a:t>Decoder Output Calculation</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𝑜</m:t>
                        </m:r>
                      </m:sub>
                    </m:sSub>
                    <m:sSub>
                      <m:sSubPr>
                        <m:ctrlPr>
                          <a:rPr lang="ar-AE" i="1">
                            <a:latin typeface="Cambria Math" panose="02040503050406030204" pitchFamily="18" charset="0"/>
                          </a:rPr>
                        </m:ctrlPr>
                      </m:sSubPr>
                      <m:e>
                        <m:r>
                          <a:rPr lang="ar-AE" i="1">
                            <a:latin typeface="Cambria Math" panose="02040503050406030204" pitchFamily="18" charset="0"/>
                          </a:rPr>
                          <m:t>𝑠</m:t>
                        </m:r>
                      </m:e>
                      <m:sub>
                        <m:r>
                          <a:rPr lang="ar-AE">
                            <a:latin typeface="Cambria Math" panose="02040503050406030204" pitchFamily="18" charset="0"/>
                          </a:rPr>
                          <m:t>0</m:t>
                        </m:r>
                      </m:sub>
                    </m:sSub>
                  </m:oMath>
                </a14:m>
                <a:endParaRPr lang="ar-AE" dirty="0"/>
              </a:p>
              <a:p>
                <a:pPr>
                  <a:lnSpc>
                    <a:spcPct val="120000"/>
                  </a:lnSpc>
                  <a:spcBef>
                    <a:spcPts val="0"/>
                  </a:spcBef>
                  <a:spcAft>
                    <a:spcPts val="0"/>
                  </a:spcAft>
                </a:pPr>
                <a:r>
                  <a:rPr lang="en-IN" dirty="0"/>
                  <a:t>Multiply:</a:t>
                </a:r>
              </a:p>
              <a:p>
                <a:pPr>
                  <a:lnSpc>
                    <a:spcPct val="120000"/>
                  </a:lnSpc>
                  <a:spcBef>
                    <a:spcPts val="0"/>
                  </a:spcBef>
                  <a:spcAft>
                    <a:spcPts val="0"/>
                  </a:spcAft>
                </a:pPr>
                <a:r>
                  <a:rPr lang="en-IN" dirty="0"/>
                  <a:t>Row 1:</a:t>
                </a:r>
              </a:p>
              <a:p>
                <a:pPr>
                  <a:lnSpc>
                    <a:spcPct val="120000"/>
                  </a:lnSpc>
                  <a:spcBef>
                    <a:spcPts val="0"/>
                  </a:spcBef>
                  <a:spcAft>
                    <a:spcPts val="0"/>
                  </a:spcAft>
                </a:pPr>
                <a14:m>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410</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6</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806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082</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4836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5656</m:t>
                    </m:r>
                  </m:oMath>
                </a14:m>
                <a:endParaRPr lang="ar-AE" dirty="0"/>
              </a:p>
              <a:p>
                <a:pPr>
                  <a:lnSpc>
                    <a:spcPct val="120000"/>
                  </a:lnSpc>
                  <a:spcBef>
                    <a:spcPts val="0"/>
                  </a:spcBef>
                  <a:spcAft>
                    <a:spcPts val="0"/>
                  </a:spcAft>
                </a:pPr>
                <a:r>
                  <a:rPr lang="en-IN" dirty="0"/>
                  <a:t>Row 2:</a:t>
                </a:r>
              </a:p>
              <a:p>
                <a:pPr>
                  <a:lnSpc>
                    <a:spcPct val="120000"/>
                  </a:lnSpc>
                  <a:spcBef>
                    <a:spcPts val="0"/>
                  </a:spcBef>
                  <a:spcAft>
                    <a:spcPts val="0"/>
                  </a:spcAft>
                </a:pPr>
                <a14:m>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410</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806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205</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0806</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2856</m:t>
                    </m:r>
                  </m:oMath>
                </a14:m>
                <a:endParaRPr lang="ar-AE" dirty="0"/>
              </a:p>
              <a:p>
                <a:pPr>
                  <a:lnSpc>
                    <a:spcPct val="120000"/>
                  </a:lnSpc>
                  <a:spcBef>
                    <a:spcPts val="0"/>
                  </a:spcBef>
                  <a:spcAft>
                    <a:spcPts val="0"/>
                  </a:spcAft>
                </a:pPr>
                <a:r>
                  <a:rPr lang="en-IN" dirty="0"/>
                  <a:t>Row 3:</a:t>
                </a:r>
              </a:p>
              <a:p>
                <a:pPr>
                  <a:lnSpc>
                    <a:spcPct val="120000"/>
                  </a:lnSpc>
                  <a:spcBef>
                    <a:spcPts val="0"/>
                  </a:spcBef>
                  <a:spcAft>
                    <a:spcPts val="0"/>
                  </a:spcAft>
                </a:pPr>
                <a14:m>
                  <m:oMath xmlns:m="http://schemas.openxmlformats.org/officeDocument/2006/math">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410</m:t>
                        </m:r>
                      </m:e>
                    </m:d>
                    <m:r>
                      <a:rPr lang="ar-AE">
                        <a:latin typeface="Cambria Math" panose="02040503050406030204" pitchFamily="18" charset="0"/>
                      </a:rPr>
                      <m:t>+</m:t>
                    </m:r>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m:t>
                        </m:r>
                      </m:e>
                    </m:d>
                    <m:d>
                      <m:dPr>
                        <m:ctrlPr>
                          <a:rPr lang="ar-AE" i="1">
                            <a:latin typeface="Cambria Math" panose="02040503050406030204" pitchFamily="18" charset="0"/>
                          </a:rPr>
                        </m:ctrlPr>
                      </m:dP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806</m:t>
                        </m:r>
                      </m:e>
                    </m:d>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164</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2418</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4058</m:t>
                    </m:r>
                  </m:oMath>
                </a14:m>
                <a:endParaRPr lang="ar-AE" dirty="0"/>
              </a:p>
              <a:p>
                <a:pPr>
                  <a:lnSpc>
                    <a:spcPct val="120000"/>
                  </a:lnSpc>
                  <a:spcBef>
                    <a:spcPts val="0"/>
                  </a:spcBef>
                  <a:spcAft>
                    <a:spcPts val="0"/>
                  </a:spcAft>
                </a:pPr>
                <a:r>
                  <a:rPr lang="en-IN" dirty="0"/>
                  <a:t>So logits:</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begChr m:val="["/>
                        <m:endChr m:val="]"/>
                        <m:ctrlPr>
                          <a:rPr lang="ar-AE" i="1">
                            <a:latin typeface="Cambria Math" panose="02040503050406030204" pitchFamily="18" charset="0"/>
                          </a:rPr>
                        </m:ctrlPr>
                      </m:dPr>
                      <m:e>
                        <m:m>
                          <m:mPr>
                            <m:plcHide m:val="on"/>
                            <m:mcs>
                              <m:mc>
                                <m:mcPr>
                                  <m:count m:val="1"/>
                                  <m:mcJc m:val="center"/>
                                </m:mcPr>
                              </m:mc>
                            </m:mcs>
                            <m:ctrlPr>
                              <a:rPr lang="ar-AE" i="1">
                                <a:latin typeface="Cambria Math" panose="02040503050406030204" pitchFamily="18" charset="0"/>
                              </a:rPr>
                            </m:ctrlPr>
                          </m:mP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5656</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2856</m:t>
                              </m:r>
                            </m:e>
                          </m:mr>
                          <m:mr>
                            <m:e>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4058</m:t>
                              </m:r>
                            </m:e>
                          </m:mr>
                        </m:m>
                      </m:e>
                    </m:d>
                  </m:oMath>
                </a14:m>
                <a:endParaRPr lang="ar-AE" dirty="0"/>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191FF20D-4F5A-13FA-B656-606D71596600}"/>
                  </a:ext>
                </a:extLst>
              </p:cNvPr>
              <p:cNvSpPr>
                <a:spLocks noGrp="1" noRot="1" noChangeAspect="1" noMove="1" noResize="1" noEditPoints="1" noAdjustHandles="1" noChangeArrowheads="1" noChangeShapeType="1" noTextEdit="1"/>
              </p:cNvSpPr>
              <p:nvPr>
                <p:ph idx="1"/>
              </p:nvPr>
            </p:nvSpPr>
            <p:spPr>
              <a:xfrm>
                <a:off x="1025842" y="1442720"/>
                <a:ext cx="10201275" cy="4683550"/>
              </a:xfrm>
              <a:blipFill>
                <a:blip r:embed="rId2"/>
                <a:stretch>
                  <a:fillRect l="-1434" t="-521"/>
                </a:stretch>
              </a:blipFill>
            </p:spPr>
            <p:txBody>
              <a:bodyPr/>
              <a:lstStyle/>
              <a:p>
                <a:r>
                  <a:rPr lang="en-IN">
                    <a:noFill/>
                  </a:rPr>
                  <a:t> </a:t>
                </a:r>
              </a:p>
            </p:txBody>
          </p:sp>
        </mc:Fallback>
      </mc:AlternateContent>
    </p:spTree>
    <p:extLst>
      <p:ext uri="{BB962C8B-B14F-4D97-AF65-F5344CB8AC3E}">
        <p14:creationId xmlns:p14="http://schemas.microsoft.com/office/powerpoint/2010/main" val="77489520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BFDD8D-CA2F-5C88-82EB-BD3ECB5E7ACB}"/>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5D5161-3396-6ADE-4FA8-E482A98EA10B}"/>
                  </a:ext>
                </a:extLst>
              </p:cNvPr>
              <p:cNvSpPr>
                <a:spLocks noGrp="1"/>
              </p:cNvSpPr>
              <p:nvPr>
                <p:ph idx="1"/>
              </p:nvPr>
            </p:nvSpPr>
            <p:spPr>
              <a:xfrm>
                <a:off x="1117283" y="1442720"/>
                <a:ext cx="4033838" cy="4683550"/>
              </a:xfrm>
            </p:spPr>
            <p:txBody>
              <a:bodyPr>
                <a:normAutofit/>
              </a:bodyPr>
              <a:lstStyle/>
              <a:p>
                <a:pPr marL="0" indent="0">
                  <a:lnSpc>
                    <a:spcPct val="120000"/>
                  </a:lnSpc>
                  <a:spcBef>
                    <a:spcPts val="0"/>
                  </a:spcBef>
                  <a:spcAft>
                    <a:spcPts val="0"/>
                  </a:spcAft>
                  <a:buNone/>
                </a:pPr>
                <a:r>
                  <a:rPr lang="en-IN" b="1" dirty="0"/>
                  <a:t>Softmax</a:t>
                </a:r>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5656</m:t>
                          </m:r>
                        </m:sup>
                      </m:sSup>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760</m:t>
                      </m:r>
                    </m:oMath>
                  </m:oMathPara>
                </a14:m>
                <a:endParaRPr lang="ar-AE" dirty="0"/>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2856</m:t>
                          </m:r>
                        </m:sup>
                      </m:sSup>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330</m:t>
                      </m:r>
                    </m:oMath>
                  </m:oMathPara>
                </a14:m>
                <a:endParaRPr lang="ar-AE" dirty="0"/>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𝑒</m:t>
                          </m:r>
                        </m:e>
                        <m:sup>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4058</m:t>
                          </m:r>
                        </m:sup>
                      </m:sSup>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500</m:t>
                      </m:r>
                    </m:oMath>
                  </m:oMathPara>
                </a14:m>
                <a:endParaRPr lang="ar-AE" dirty="0"/>
              </a:p>
              <a:p>
                <a:pPr marL="0" indent="0">
                  <a:lnSpc>
                    <a:spcPct val="120000"/>
                  </a:lnSpc>
                  <a:spcBef>
                    <a:spcPts val="0"/>
                  </a:spcBef>
                  <a:spcAft>
                    <a:spcPts val="0"/>
                  </a:spcAft>
                  <a:buNone/>
                </a:pPr>
                <a:r>
                  <a:rPr lang="en-IN" dirty="0"/>
                  <a:t>Sum: </a:t>
                </a:r>
                <a14:m>
                  <m:oMath xmlns:m="http://schemas.openxmlformats.org/officeDocument/2006/math">
                    <m:r>
                      <a:rPr lang="en-US" b="0" i="0" smtClean="0">
                        <a:latin typeface="Cambria Math" panose="02040503050406030204" pitchFamily="18" charset="0"/>
                      </a:rPr>
                      <m:t> </m:t>
                    </m:r>
                    <m:r>
                      <a:rPr lang="en-IN">
                        <a:latin typeface="Cambria Math" panose="02040503050406030204" pitchFamily="18" charset="0"/>
                      </a:rPr>
                      <m:t>=</m:t>
                    </m:r>
                    <m:r>
                      <a:rPr lang="en-IN">
                        <a:latin typeface="Cambria Math" panose="02040503050406030204" pitchFamily="18" charset="0"/>
                      </a:rPr>
                      <m:t>4</m:t>
                    </m:r>
                    <m:r>
                      <a:rPr lang="en-IN">
                        <a:latin typeface="Cambria Math" panose="02040503050406030204" pitchFamily="18" charset="0"/>
                      </a:rPr>
                      <m:t>.</m:t>
                    </m:r>
                    <m:r>
                      <a:rPr lang="en-IN">
                        <a:latin typeface="Cambria Math" panose="02040503050406030204" pitchFamily="18" charset="0"/>
                      </a:rPr>
                      <m:t>590</m:t>
                    </m:r>
                  </m:oMath>
                </a14:m>
                <a:endParaRPr lang="en-IN" dirty="0"/>
              </a:p>
              <a:p>
                <a:pPr marL="0" indent="0">
                  <a:lnSpc>
                    <a:spcPct val="120000"/>
                  </a:lnSpc>
                  <a:spcBef>
                    <a:spcPts val="0"/>
                  </a:spcBef>
                  <a:spcAft>
                    <a:spcPts val="0"/>
                  </a:spcAft>
                  <a:buNone/>
                </a:pPr>
                <a:r>
                  <a:rPr lang="en-IN" dirty="0"/>
                  <a:t>Probabilities:</a:t>
                </a:r>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𝑃</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1</m:t>
                      </m:r>
                      <m:r>
                        <a:rPr lang="ar-AE">
                          <a:latin typeface="Cambria Math" panose="02040503050406030204" pitchFamily="18" charset="0"/>
                        </a:rPr>
                        <m:t>.</m:t>
                      </m:r>
                      <m:r>
                        <a:rPr lang="ar-AE">
                          <a:latin typeface="Cambria Math" panose="02040503050406030204" pitchFamily="18" charset="0"/>
                        </a:rPr>
                        <m:t>760</m:t>
                      </m:r>
                      <m:r>
                        <a:rPr lang="ar-AE">
                          <a:latin typeface="Cambria Math" panose="02040503050406030204" pitchFamily="18" charset="0"/>
                        </a:rPr>
                        <m:t>/</m:t>
                      </m:r>
                      <m:r>
                        <a:rPr lang="ar-AE">
                          <a:latin typeface="Cambria Math" panose="02040503050406030204" pitchFamily="18" charset="0"/>
                        </a:rPr>
                        <m:t>4</m:t>
                      </m:r>
                      <m:r>
                        <a:rPr lang="ar-AE">
                          <a:latin typeface="Cambria Math" panose="02040503050406030204" pitchFamily="18" charset="0"/>
                        </a:rPr>
                        <m:t>.</m:t>
                      </m:r>
                      <m:r>
                        <a:rPr lang="ar-AE">
                          <a:latin typeface="Cambria Math" panose="02040503050406030204" pitchFamily="18" charset="0"/>
                        </a:rPr>
                        <m:t>590</m:t>
                      </m:r>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383</m:t>
                      </m:r>
                    </m:oMath>
                  </m:oMathPara>
                </a14:m>
                <a:endParaRPr lang="ar-AE" dirty="0"/>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𝑃</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290</m:t>
                      </m:r>
                    </m:oMath>
                  </m:oMathPara>
                </a14:m>
                <a:endParaRPr lang="ar-AE" dirty="0"/>
              </a:p>
              <a:p>
                <a:pPr marL="0" indent="0">
                  <a:lnSpc>
                    <a:spcPct val="120000"/>
                  </a:lnSpc>
                  <a:spcBef>
                    <a:spcPts val="0"/>
                  </a:spcBef>
                  <a:spcAft>
                    <a:spcPts val="0"/>
                  </a:spcAft>
                  <a:buNone/>
                </a:pPr>
                <a14:m>
                  <m:oMathPara xmlns:m="http://schemas.openxmlformats.org/officeDocument/2006/math">
                    <m:oMathParaPr>
                      <m:jc m:val="centerGroup"/>
                    </m:oMathParaPr>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𝑃</m:t>
                          </m:r>
                        </m:e>
                        <m:sub>
                          <m:r>
                            <a:rPr lang="ar-AE">
                              <a:latin typeface="Cambria Math" panose="02040503050406030204" pitchFamily="18" charset="0"/>
                            </a:rPr>
                            <m:t>3</m:t>
                          </m:r>
                        </m:sub>
                      </m:sSub>
                      <m:r>
                        <a:rPr lang="ar-AE">
                          <a:latin typeface="Cambria Math" panose="02040503050406030204" pitchFamily="18" charset="0"/>
                        </a:rPr>
                        <m:t>=</m:t>
                      </m:r>
                      <m:r>
                        <a:rPr lang="ar-AE">
                          <a:latin typeface="Cambria Math" panose="02040503050406030204" pitchFamily="18" charset="0"/>
                        </a:rPr>
                        <m:t>0</m:t>
                      </m:r>
                      <m:r>
                        <a:rPr lang="ar-AE">
                          <a:latin typeface="Cambria Math" panose="02040503050406030204" pitchFamily="18" charset="0"/>
                        </a:rPr>
                        <m:t>.</m:t>
                      </m:r>
                      <m:r>
                        <a:rPr lang="ar-AE">
                          <a:latin typeface="Cambria Math" panose="02040503050406030204" pitchFamily="18" charset="0"/>
                        </a:rPr>
                        <m:t>327</m:t>
                      </m:r>
                    </m:oMath>
                  </m:oMathPara>
                </a14:m>
                <a:endParaRPr lang="ar-AE" dirty="0"/>
              </a:p>
              <a:p>
                <a:pPr marL="0" indent="0">
                  <a:lnSpc>
                    <a:spcPct val="120000"/>
                  </a:lnSpc>
                  <a:spcBef>
                    <a:spcPts val="0"/>
                  </a:spcBef>
                  <a:spcAft>
                    <a:spcPts val="0"/>
                  </a:spcAft>
                  <a:buNone/>
                </a:pPr>
                <a:endParaRPr lang="en-IN" dirty="0"/>
              </a:p>
            </p:txBody>
          </p:sp>
        </mc:Choice>
        <mc:Fallback xmlns="">
          <p:sp>
            <p:nvSpPr>
              <p:cNvPr id="3" name="Content Placeholder 2">
                <a:extLst>
                  <a:ext uri="{FF2B5EF4-FFF2-40B4-BE49-F238E27FC236}">
                    <a16:creationId xmlns:a16="http://schemas.microsoft.com/office/drawing/2014/main" id="{335D5161-3396-6ADE-4FA8-E482A98EA10B}"/>
                  </a:ext>
                </a:extLst>
              </p:cNvPr>
              <p:cNvSpPr>
                <a:spLocks noGrp="1" noRot="1" noChangeAspect="1" noMove="1" noResize="1" noEditPoints="1" noAdjustHandles="1" noChangeArrowheads="1" noChangeShapeType="1" noTextEdit="1"/>
              </p:cNvSpPr>
              <p:nvPr>
                <p:ph idx="1"/>
              </p:nvPr>
            </p:nvSpPr>
            <p:spPr>
              <a:xfrm>
                <a:off x="1117283" y="1442720"/>
                <a:ext cx="4033838" cy="4683550"/>
              </a:xfrm>
              <a:blipFill>
                <a:blip r:embed="rId2"/>
                <a:stretch>
                  <a:fillRect l="-4532" t="-130"/>
                </a:stretch>
              </a:blipFill>
            </p:spPr>
            <p:txBody>
              <a:bodyPr/>
              <a:lstStyle/>
              <a:p>
                <a:r>
                  <a:rPr lang="en-IN">
                    <a:noFill/>
                  </a:rPr>
                  <a:t> </a:t>
                </a:r>
              </a:p>
            </p:txBody>
          </p:sp>
        </mc:Fallback>
      </mc:AlternateContent>
      <p:sp>
        <p:nvSpPr>
          <p:cNvPr id="4" name="Content Placeholder 2">
            <a:extLst>
              <a:ext uri="{FF2B5EF4-FFF2-40B4-BE49-F238E27FC236}">
                <a16:creationId xmlns:a16="http://schemas.microsoft.com/office/drawing/2014/main" id="{885105FE-14FD-B665-E96A-24467172512E}"/>
              </a:ext>
            </a:extLst>
          </p:cNvPr>
          <p:cNvSpPr txBox="1">
            <a:spLocks/>
          </p:cNvSpPr>
          <p:nvPr/>
        </p:nvSpPr>
        <p:spPr>
          <a:xfrm>
            <a:off x="6634163" y="1442720"/>
            <a:ext cx="4033838" cy="2448560"/>
          </a:xfrm>
          <a:prstGeom prst="rect">
            <a:avLst/>
          </a:prstGeom>
        </p:spPr>
        <p:txBody>
          <a:bodyPr vert="horz" lIns="0" tIns="45720" rIns="0" bIns="45720" rtlCol="0">
            <a:normAutofit/>
          </a:bodyPr>
          <a:lstStyle>
            <a:lvl1pPr marL="361950" indent="-36195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400" kern="1200">
                <a:solidFill>
                  <a:schemeClr val="tx1"/>
                </a:solidFill>
                <a:latin typeface="+mn-lt"/>
                <a:ea typeface="+mn-ea"/>
                <a:cs typeface="+mn-cs"/>
              </a:defRPr>
            </a:lvl1pPr>
            <a:lvl2pPr marL="542925" indent="-3429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2pPr>
            <a:lvl3pPr marL="714375" indent="-330200" algn="l" defTabSz="914400" rtl="0" eaLnBrk="1" latinLnBrk="0" hangingPunct="1">
              <a:lnSpc>
                <a:spcPct val="90000"/>
              </a:lnSpc>
              <a:spcBef>
                <a:spcPts val="200"/>
              </a:spcBef>
              <a:spcAft>
                <a:spcPts val="400"/>
              </a:spcAft>
              <a:buClr>
                <a:schemeClr val="accent1"/>
              </a:buClr>
              <a:buFont typeface="Arial" panose="020B0604020202020204" pitchFamily="34" charset="0"/>
              <a:buChar char="•"/>
              <a:tabLst>
                <a:tab pos="714375" algn="l"/>
              </a:tabLst>
              <a:defRPr sz="2400" kern="1200">
                <a:solidFill>
                  <a:schemeClr val="tx1"/>
                </a:solidFill>
                <a:latin typeface="+mn-lt"/>
                <a:ea typeface="+mn-ea"/>
                <a:cs typeface="+mn-cs"/>
              </a:defRPr>
            </a:lvl3pPr>
            <a:lvl4pPr marL="895350" indent="-2667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4pPr>
            <a:lvl5pPr marL="1162050" indent="-352425"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2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lnSpc>
                <a:spcPct val="120000"/>
              </a:lnSpc>
              <a:spcBef>
                <a:spcPts val="0"/>
              </a:spcBef>
              <a:spcAft>
                <a:spcPts val="0"/>
              </a:spcAft>
              <a:buNone/>
            </a:pPr>
            <a:endParaRPr lang="ar-AE" dirty="0"/>
          </a:p>
          <a:p>
            <a:pPr marL="0" indent="0">
              <a:lnSpc>
                <a:spcPct val="120000"/>
              </a:lnSpc>
              <a:spcBef>
                <a:spcPts val="0"/>
              </a:spcBef>
              <a:spcAft>
                <a:spcPts val="0"/>
              </a:spcAft>
              <a:buNone/>
            </a:pPr>
            <a:r>
              <a:rPr lang="en-IN" b="1" dirty="0"/>
              <a:t> Final Prediction</a:t>
            </a:r>
          </a:p>
          <a:p>
            <a:pPr marL="0" indent="0">
              <a:lnSpc>
                <a:spcPct val="120000"/>
              </a:lnSpc>
              <a:spcBef>
                <a:spcPts val="0"/>
              </a:spcBef>
              <a:spcAft>
                <a:spcPts val="0"/>
              </a:spcAft>
              <a:buNone/>
            </a:pPr>
            <a:r>
              <a:rPr lang="en-IN" dirty="0"/>
              <a:t>Highest probability = </a:t>
            </a:r>
            <a:r>
              <a:rPr lang="en-IN" b="1" dirty="0"/>
              <a:t>Word 1</a:t>
            </a:r>
            <a:endParaRPr lang="en-IN" dirty="0"/>
          </a:p>
          <a:p>
            <a:pPr marL="0" indent="0">
              <a:lnSpc>
                <a:spcPct val="120000"/>
              </a:lnSpc>
              <a:spcBef>
                <a:spcPts val="0"/>
              </a:spcBef>
              <a:spcAft>
                <a:spcPts val="0"/>
              </a:spcAft>
              <a:buNone/>
            </a:pPr>
            <a:r>
              <a:rPr lang="en-IN" dirty="0"/>
              <a:t>Decoder predicts first word.</a:t>
            </a:r>
          </a:p>
          <a:p>
            <a:pPr marL="0" indent="0">
              <a:lnSpc>
                <a:spcPct val="120000"/>
              </a:lnSpc>
              <a:spcBef>
                <a:spcPts val="0"/>
              </a:spcBef>
              <a:spcAft>
                <a:spcPts val="0"/>
              </a:spcAft>
              <a:buNone/>
            </a:pPr>
            <a:endParaRPr lang="en-IN" dirty="0"/>
          </a:p>
        </p:txBody>
      </p:sp>
    </p:spTree>
    <p:extLst>
      <p:ext uri="{BB962C8B-B14F-4D97-AF65-F5344CB8AC3E}">
        <p14:creationId xmlns:p14="http://schemas.microsoft.com/office/powerpoint/2010/main" val="31306881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8AE801-A7A7-4976-3D1D-121232F4C9B1}"/>
              </a:ext>
            </a:extLst>
          </p:cNvPr>
          <p:cNvSpPr>
            <a:spLocks noGrp="1"/>
          </p:cNvSpPr>
          <p:nvPr>
            <p:ph type="title"/>
          </p:nvPr>
        </p:nvSpPr>
        <p:spPr/>
        <p:txBody>
          <a:bodyPr>
            <a:normAutofit fontScale="90000"/>
          </a:bodyPr>
          <a:lstStyle/>
          <a:p>
            <a:r>
              <a:rPr lang="en-US" dirty="0"/>
              <a:t>Encoder-Decoder Model</a:t>
            </a:r>
            <a:endParaRPr lang="en-IN" dirty="0"/>
          </a:p>
        </p:txBody>
      </p:sp>
      <p:sp>
        <p:nvSpPr>
          <p:cNvPr id="3" name="Content Placeholder 2">
            <a:extLst>
              <a:ext uri="{FF2B5EF4-FFF2-40B4-BE49-F238E27FC236}">
                <a16:creationId xmlns:a16="http://schemas.microsoft.com/office/drawing/2014/main" id="{A2140DB8-A2CC-95FC-4EBB-72E341A6F3CD}"/>
              </a:ext>
            </a:extLst>
          </p:cNvPr>
          <p:cNvSpPr>
            <a:spLocks noGrp="1"/>
          </p:cNvSpPr>
          <p:nvPr>
            <p:ph idx="1"/>
          </p:nvPr>
        </p:nvSpPr>
        <p:spPr/>
        <p:txBody>
          <a:bodyPr>
            <a:normAutofit/>
          </a:bodyPr>
          <a:lstStyle/>
          <a:p>
            <a:r>
              <a:rPr lang="en-US" dirty="0"/>
              <a:t>There are three main blocks in the encoder-decoder model,</a:t>
            </a:r>
          </a:p>
          <a:p>
            <a:r>
              <a:rPr lang="en-US" dirty="0"/>
              <a:t>Encoder</a:t>
            </a:r>
          </a:p>
          <a:p>
            <a:r>
              <a:rPr lang="en-US" dirty="0"/>
              <a:t>Hidden Vector</a:t>
            </a:r>
          </a:p>
          <a:p>
            <a:r>
              <a:rPr lang="en-US" dirty="0"/>
              <a:t>Decoder</a:t>
            </a:r>
          </a:p>
          <a:p>
            <a:r>
              <a:rPr lang="en-US" dirty="0"/>
              <a:t>The Encoder will convert the input sequence into a single-dimensional vector (hidden vector). The decoder will convert the hidden vector into the output sequence.</a:t>
            </a:r>
          </a:p>
          <a:p>
            <a:r>
              <a:rPr lang="en-US" i="1" dirty="0"/>
              <a:t>Encoder-Decoder models are jointly trained to maximize the conditional probabilities of the target sequence given the input sequence.</a:t>
            </a:r>
          </a:p>
          <a:p>
            <a:endParaRPr lang="en-IN" dirty="0"/>
          </a:p>
        </p:txBody>
      </p:sp>
    </p:spTree>
    <p:extLst>
      <p:ext uri="{BB962C8B-B14F-4D97-AF65-F5344CB8AC3E}">
        <p14:creationId xmlns:p14="http://schemas.microsoft.com/office/powerpoint/2010/main" val="186373828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7ACD0-F18B-0DDA-77A4-020AE37964A0}"/>
              </a:ext>
            </a:extLst>
          </p:cNvPr>
          <p:cNvSpPr>
            <a:spLocks noGrp="1"/>
          </p:cNvSpPr>
          <p:nvPr>
            <p:ph type="title"/>
          </p:nvPr>
        </p:nvSpPr>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7F6441FB-78A9-504A-1CF5-34EF050C23F5}"/>
              </a:ext>
            </a:extLst>
          </p:cNvPr>
          <p:cNvSpPr>
            <a:spLocks noGrp="1"/>
          </p:cNvSpPr>
          <p:nvPr>
            <p:ph idx="1"/>
          </p:nvPr>
        </p:nvSpPr>
        <p:spPr>
          <a:xfrm>
            <a:off x="538480" y="1625600"/>
            <a:ext cx="10688637" cy="4500670"/>
          </a:xfrm>
        </p:spPr>
        <p:txBody>
          <a:bodyPr/>
          <a:lstStyle/>
          <a:p>
            <a:r>
              <a:rPr lang="en-US" b="1" dirty="0"/>
              <a:t>How the Sequence to Sequence Model works?</a:t>
            </a:r>
          </a:p>
          <a:p>
            <a:r>
              <a:rPr lang="en-US" dirty="0"/>
              <a:t>In order to fully understand the model’s underlying logic, we will go over the below illustration:</a:t>
            </a:r>
          </a:p>
          <a:p>
            <a:endParaRPr lang="en-IN" dirty="0"/>
          </a:p>
        </p:txBody>
      </p:sp>
      <p:pic>
        <p:nvPicPr>
          <p:cNvPr id="26626" name="Picture 2">
            <a:extLst>
              <a:ext uri="{FF2B5EF4-FFF2-40B4-BE49-F238E27FC236}">
                <a16:creationId xmlns:a16="http://schemas.microsoft.com/office/drawing/2014/main" id="{B9C4FD51-4264-B282-CD42-EE44AD4B61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3682" y="2776417"/>
            <a:ext cx="5994718" cy="2807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858366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692FE-1BC0-BDA5-0DFB-B2BED33EF22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D11DC2B-568F-C23F-3766-6F3B3CC318E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787FBF24-A3C7-92FA-604E-64129C9C5CE6}"/>
              </a:ext>
            </a:extLst>
          </p:cNvPr>
          <p:cNvPicPr>
            <a:picLocks noChangeAspect="1"/>
          </p:cNvPicPr>
          <p:nvPr/>
        </p:nvPicPr>
        <p:blipFill>
          <a:blip r:embed="rId2"/>
          <a:stretch>
            <a:fillRect/>
          </a:stretch>
        </p:blipFill>
        <p:spPr>
          <a:xfrm>
            <a:off x="964883" y="370001"/>
            <a:ext cx="10485437" cy="5897131"/>
          </a:xfrm>
          <a:prstGeom prst="rect">
            <a:avLst/>
          </a:prstGeom>
        </p:spPr>
      </p:pic>
    </p:spTree>
    <p:extLst>
      <p:ext uri="{BB962C8B-B14F-4D97-AF65-F5344CB8AC3E}">
        <p14:creationId xmlns:p14="http://schemas.microsoft.com/office/powerpoint/2010/main" val="13626407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93987-C179-BADC-0359-9DEE96301B1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D2F9DFE-9B22-4165-BC10-B5E00D1A7114}"/>
              </a:ext>
            </a:extLst>
          </p:cNvPr>
          <p:cNvSpPr>
            <a:spLocks noGrp="1"/>
          </p:cNvSpPr>
          <p:nvPr>
            <p:ph idx="1"/>
          </p:nvPr>
        </p:nvSpPr>
        <p:spPr/>
        <p:txBody>
          <a:bodyPr/>
          <a:lstStyle/>
          <a:p>
            <a:endParaRPr lang="en-IN"/>
          </a:p>
        </p:txBody>
      </p:sp>
      <p:pic>
        <p:nvPicPr>
          <p:cNvPr id="28674" name="Picture 2">
            <a:extLst>
              <a:ext uri="{FF2B5EF4-FFF2-40B4-BE49-F238E27FC236}">
                <a16:creationId xmlns:a16="http://schemas.microsoft.com/office/drawing/2014/main" id="{587E2308-33C1-F6D5-C8DA-A310D325B7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4253" y="1287602"/>
            <a:ext cx="6483667" cy="48386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616123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C977B-F124-D918-76F8-73D271E5727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00EB356-FBB1-3B44-3623-1449D5817F1D}"/>
              </a:ext>
            </a:extLst>
          </p:cNvPr>
          <p:cNvSpPr>
            <a:spLocks noGrp="1"/>
          </p:cNvSpPr>
          <p:nvPr>
            <p:ph idx="1"/>
          </p:nvPr>
        </p:nvSpPr>
        <p:spPr>
          <a:xfrm>
            <a:off x="1168717" y="1373966"/>
            <a:ext cx="10201275" cy="4632750"/>
          </a:xfrm>
        </p:spPr>
        <p:txBody>
          <a:bodyPr/>
          <a:lstStyle/>
          <a:p>
            <a:r>
              <a:rPr lang="en-US" b="1" dirty="0"/>
              <a:t>The Seq2Seq Architecture: An Encoder-Decoder Framework</a:t>
            </a:r>
          </a:p>
          <a:p>
            <a:r>
              <a:rPr lang="en-US" dirty="0"/>
              <a:t>A Seq2Seq model is composed of two main components, both of which are typically RNNs (usually more advanced versions like </a:t>
            </a:r>
            <a:r>
              <a:rPr lang="en-US" b="1" dirty="0"/>
              <a:t>LSTM</a:t>
            </a:r>
            <a:r>
              <a:rPr lang="en-US" dirty="0"/>
              <a:t> or </a:t>
            </a:r>
            <a:r>
              <a:rPr lang="en-US" b="1" dirty="0"/>
              <a:t>GRU</a:t>
            </a:r>
            <a:r>
              <a:rPr lang="en-US" dirty="0"/>
              <a:t>).</a:t>
            </a:r>
          </a:p>
        </p:txBody>
      </p:sp>
      <p:pic>
        <p:nvPicPr>
          <p:cNvPr id="29698" name="Picture 2">
            <a:extLst>
              <a:ext uri="{FF2B5EF4-FFF2-40B4-BE49-F238E27FC236}">
                <a16:creationId xmlns:a16="http://schemas.microsoft.com/office/drawing/2014/main" id="{36E0B258-F30A-337D-E48E-3FC3B5C2AF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8729" y="2653165"/>
            <a:ext cx="6330632" cy="34366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761903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A7871-3BAF-1D37-A3FA-32E8208C19E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6174863-E484-6F95-7AB3-65AF2D86EC1B}"/>
              </a:ext>
            </a:extLst>
          </p:cNvPr>
          <p:cNvSpPr>
            <a:spLocks noGrp="1"/>
          </p:cNvSpPr>
          <p:nvPr>
            <p:ph idx="1"/>
          </p:nvPr>
        </p:nvSpPr>
        <p:spPr>
          <a:xfrm>
            <a:off x="792480" y="1351280"/>
            <a:ext cx="10810874" cy="4551680"/>
          </a:xfrm>
        </p:spPr>
        <p:txBody>
          <a:bodyPr/>
          <a:lstStyle/>
          <a:p>
            <a:r>
              <a:rPr lang="en-US" b="1" dirty="0"/>
              <a:t>The Encoder:</a:t>
            </a:r>
            <a:r>
              <a:rPr lang="en-US" dirty="0"/>
              <a:t> Its job is to process the entire input sequence, one item at a time (e.g., one word).</a:t>
            </a:r>
          </a:p>
          <a:p>
            <a:r>
              <a:rPr lang="en-US" dirty="0"/>
              <a:t> It doesn’t produce an output at each step. Instead, it aims to compress all the information from the input sequence into a single, dense vector representation. </a:t>
            </a:r>
          </a:p>
          <a:p>
            <a:r>
              <a:rPr lang="en-US" dirty="0"/>
              <a:t>This vector is called the </a:t>
            </a:r>
            <a:r>
              <a:rPr lang="en-US" b="1" dirty="0"/>
              <a:t>context vector</a:t>
            </a:r>
            <a:r>
              <a:rPr lang="en-US" dirty="0"/>
              <a:t> or, more poetically, the </a:t>
            </a:r>
            <a:r>
              <a:rPr lang="en-US" b="1" dirty="0"/>
              <a:t>“thought vector.”</a:t>
            </a:r>
            <a:r>
              <a:rPr lang="en-US" dirty="0"/>
              <a:t> It is the final hidden state of the encoder RNN.</a:t>
            </a:r>
          </a:p>
          <a:p>
            <a:r>
              <a:rPr lang="en-US" b="1" dirty="0"/>
              <a:t>The Decoder:</a:t>
            </a:r>
            <a:r>
              <a:rPr lang="en-US" dirty="0"/>
              <a:t> Its job is to take the context vector from the encoder and generate the output sequence, one item at a time.</a:t>
            </a:r>
          </a:p>
          <a:p>
            <a:r>
              <a:rPr lang="en-US" dirty="0"/>
              <a:t> It uses the context vector as its initial hidden state, giving it the “thought” or “summary” of the entire input.</a:t>
            </a:r>
            <a:endParaRPr lang="en-IN" dirty="0"/>
          </a:p>
        </p:txBody>
      </p:sp>
    </p:spTree>
    <p:extLst>
      <p:ext uri="{BB962C8B-B14F-4D97-AF65-F5344CB8AC3E}">
        <p14:creationId xmlns:p14="http://schemas.microsoft.com/office/powerpoint/2010/main" val="204705086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E9E1D-C97C-4829-412F-7E98AFE15972}"/>
              </a:ext>
            </a:extLst>
          </p:cNvPr>
          <p:cNvSpPr>
            <a:spLocks noGrp="1"/>
          </p:cNvSpPr>
          <p:nvPr>
            <p:ph type="title"/>
          </p:nvPr>
        </p:nvSpPr>
        <p:spPr>
          <a:xfrm>
            <a:off x="1025842" y="370001"/>
            <a:ext cx="10769918" cy="677258"/>
          </a:xfrm>
        </p:spPr>
        <p:txBody>
          <a:bodyPr>
            <a:noAutofit/>
          </a:bodyPr>
          <a:lstStyle/>
          <a:p>
            <a:r>
              <a:rPr lang="en-US" sz="4000" dirty="0"/>
              <a:t> A Step-by-Step Walkthrough: Machine Translation</a:t>
            </a:r>
            <a:endParaRPr lang="en-IN" sz="4000" dirty="0"/>
          </a:p>
        </p:txBody>
      </p:sp>
      <p:pic>
        <p:nvPicPr>
          <p:cNvPr id="1026" name="Picture 2">
            <a:extLst>
              <a:ext uri="{FF2B5EF4-FFF2-40B4-BE49-F238E27FC236}">
                <a16:creationId xmlns:a16="http://schemas.microsoft.com/office/drawing/2014/main" id="{1558B0A3-65BB-D926-999C-3CC4828B224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13920" y="1938655"/>
            <a:ext cx="9367360" cy="4217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384454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2C04C-4B43-051B-2F99-5DF047A4B80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47D3233-528B-78FA-C0AB-FB7B7C54F3A0}"/>
              </a:ext>
            </a:extLst>
          </p:cNvPr>
          <p:cNvSpPr>
            <a:spLocks noGrp="1"/>
          </p:cNvSpPr>
          <p:nvPr>
            <p:ph idx="1"/>
          </p:nvPr>
        </p:nvSpPr>
        <p:spPr>
          <a:xfrm>
            <a:off x="894080" y="1402080"/>
            <a:ext cx="10333037" cy="4724190"/>
          </a:xfrm>
        </p:spPr>
        <p:txBody>
          <a:bodyPr>
            <a:normAutofit lnSpcReduction="10000"/>
          </a:bodyPr>
          <a:lstStyle/>
          <a:p>
            <a:r>
              <a:rPr lang="en-US" b="1" dirty="0"/>
              <a:t>Encoder Phase:</a:t>
            </a:r>
            <a:endParaRPr lang="en-US" dirty="0"/>
          </a:p>
          <a:p>
            <a:r>
              <a:rPr lang="en-US" dirty="0"/>
              <a:t>The word “The” is fed into the encoder RNN. The RNN produces a hidden state h1.</a:t>
            </a:r>
          </a:p>
          <a:p>
            <a:r>
              <a:rPr lang="en-US" dirty="0"/>
              <a:t>The word “weather” is fed into the encoder, along with the previous hidden state h1. The RNN produces a new hidden state h2.</a:t>
            </a:r>
          </a:p>
          <a:p>
            <a:r>
              <a:rPr lang="en-US" dirty="0"/>
              <a:t>The word “is” is fed into the encoder, along with h2. The RNN produces the final hidden state h3.</a:t>
            </a:r>
          </a:p>
          <a:p>
            <a:r>
              <a:rPr lang="en-US" dirty="0"/>
              <a:t>The word “nice” is fed into the encoder, along with h3. The RNN produces the final hidden state h4.</a:t>
            </a:r>
          </a:p>
          <a:p>
            <a:r>
              <a:rPr lang="en-US" dirty="0"/>
              <a:t>The encoder’s job is done. It discards all intermediate outputs and passes its final state, h4 (the </a:t>
            </a:r>
            <a:r>
              <a:rPr lang="en-US" b="1" dirty="0"/>
              <a:t>context vector</a:t>
            </a:r>
            <a:r>
              <a:rPr lang="en-US" dirty="0"/>
              <a:t>), to the decoder. This vector h4 is now expected to contain the meaning of “The weather is nice”.</a:t>
            </a:r>
          </a:p>
          <a:p>
            <a:endParaRPr lang="en-IN" dirty="0"/>
          </a:p>
        </p:txBody>
      </p:sp>
    </p:spTree>
    <p:extLst>
      <p:ext uri="{BB962C8B-B14F-4D97-AF65-F5344CB8AC3E}">
        <p14:creationId xmlns:p14="http://schemas.microsoft.com/office/powerpoint/2010/main" val="96904381"/>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AFE3C-9586-65BB-31DD-355A4F10874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B6E02A1-EEC8-FFD2-9965-A2399F2D7C13}"/>
              </a:ext>
            </a:extLst>
          </p:cNvPr>
          <p:cNvSpPr>
            <a:spLocks noGrp="1"/>
          </p:cNvSpPr>
          <p:nvPr>
            <p:ph idx="1"/>
          </p:nvPr>
        </p:nvSpPr>
        <p:spPr>
          <a:xfrm>
            <a:off x="883920" y="1483360"/>
            <a:ext cx="10343197" cy="4642910"/>
          </a:xfrm>
        </p:spPr>
        <p:txBody>
          <a:bodyPr>
            <a:normAutofit lnSpcReduction="10000"/>
          </a:bodyPr>
          <a:lstStyle/>
          <a:p>
            <a:r>
              <a:rPr lang="en-US" b="1" dirty="0"/>
              <a:t>Decoder Phase:</a:t>
            </a:r>
            <a:endParaRPr lang="en-US" dirty="0"/>
          </a:p>
          <a:p>
            <a:r>
              <a:rPr lang="en-US" dirty="0"/>
              <a:t>The decoder is initialized with the encoder’s context vector h4 as its hidden state.</a:t>
            </a:r>
          </a:p>
          <a:p>
            <a:r>
              <a:rPr lang="en-US" dirty="0"/>
              <a:t>To start the generation process, we feed a special [START] token (or [GO]) into the decoder.</a:t>
            </a:r>
          </a:p>
          <a:p>
            <a:r>
              <a:rPr lang="en-US" dirty="0"/>
              <a:t>The decoder, using its hidden state (h4) and the [START] token, predicts the first word of the output. Ideally, it predicts “Il” and produces a new hidden state h5.</a:t>
            </a:r>
          </a:p>
          <a:p>
            <a:r>
              <a:rPr lang="en-US" dirty="0"/>
              <a:t>For the next step, it takes the word it just predicted (“Il”) and the previous hidden state (h5) as input. It then predicts the next word, “fait”, and produces a new state h6.</a:t>
            </a:r>
          </a:p>
          <a:p>
            <a:r>
              <a:rPr lang="en-US" dirty="0"/>
              <a:t>This process continues until the decoder predicts a special [END] token (or [EOS]), which signals that the translation is complete.</a:t>
            </a:r>
            <a:endParaRPr lang="en-IN" dirty="0"/>
          </a:p>
        </p:txBody>
      </p:sp>
    </p:spTree>
    <p:extLst>
      <p:ext uri="{BB962C8B-B14F-4D97-AF65-F5344CB8AC3E}">
        <p14:creationId xmlns:p14="http://schemas.microsoft.com/office/powerpoint/2010/main" val="340013685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8C849-358C-3F6A-E3F4-9CD41B2CE0B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E923339-79A4-D546-B317-8430CCA703FA}"/>
              </a:ext>
            </a:extLst>
          </p:cNvPr>
          <p:cNvSpPr>
            <a:spLocks noGrp="1"/>
          </p:cNvSpPr>
          <p:nvPr>
            <p:ph idx="1"/>
          </p:nvPr>
        </p:nvSpPr>
        <p:spPr>
          <a:xfrm>
            <a:off x="71120" y="1601453"/>
            <a:ext cx="5100320" cy="4443748"/>
          </a:xfrm>
        </p:spPr>
        <p:txBody>
          <a:bodyPr>
            <a:normAutofit lnSpcReduction="10000"/>
          </a:bodyPr>
          <a:lstStyle/>
          <a:p>
            <a:r>
              <a:rPr lang="en-US" b="1" dirty="0"/>
              <a:t>The Information Bottleneck and the “Attention” Solution</a:t>
            </a:r>
          </a:p>
          <a:p>
            <a:r>
              <a:rPr lang="en-US" dirty="0"/>
              <a:t>The basic Seq2Seq model has a significant weakness: it has to cram the entire meaning of a long input sequence into a single, fixed-size context vector. </a:t>
            </a:r>
          </a:p>
          <a:p>
            <a:r>
              <a:rPr lang="en-US" dirty="0"/>
              <a:t>This is a huge </a:t>
            </a:r>
            <a:r>
              <a:rPr lang="en-US" b="1" dirty="0"/>
              <a:t>information bottleneck</a:t>
            </a:r>
            <a:r>
              <a:rPr lang="en-US" dirty="0"/>
              <a:t>.</a:t>
            </a:r>
          </a:p>
          <a:p>
            <a:r>
              <a:rPr lang="en-US" dirty="0"/>
              <a:t> Imagine trying to summarize the entire </a:t>
            </a:r>
            <a:r>
              <a:rPr lang="en-US" i="1" dirty="0"/>
              <a:t>Lord of the Rings</a:t>
            </a:r>
            <a:r>
              <a:rPr lang="en-US" dirty="0"/>
              <a:t> trilogy in one short sentence — you’d lose a lot of detail.</a:t>
            </a:r>
          </a:p>
          <a:p>
            <a:endParaRPr lang="en-IN" dirty="0"/>
          </a:p>
        </p:txBody>
      </p:sp>
      <p:pic>
        <p:nvPicPr>
          <p:cNvPr id="2050" name="Picture 2">
            <a:extLst>
              <a:ext uri="{FF2B5EF4-FFF2-40B4-BE49-F238E27FC236}">
                <a16:creationId xmlns:a16="http://schemas.microsoft.com/office/drawing/2014/main" id="{9B7C7B06-013C-39E3-170F-CD17C823A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71440" y="1601453"/>
            <a:ext cx="7020560" cy="4443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694621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D1E6-732E-5B15-FA8D-E22F4D7FA106}"/>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D79F465-611B-BA92-0C7C-A3EDF7EAB422}"/>
              </a:ext>
            </a:extLst>
          </p:cNvPr>
          <p:cNvSpPr>
            <a:spLocks noGrp="1"/>
          </p:cNvSpPr>
          <p:nvPr>
            <p:ph idx="1"/>
          </p:nvPr>
        </p:nvSpPr>
        <p:spPr/>
        <p:txBody>
          <a:bodyPr>
            <a:normAutofit/>
          </a:bodyPr>
          <a:lstStyle/>
          <a:p>
            <a:r>
              <a:rPr lang="en-US" dirty="0"/>
              <a:t>This is where the </a:t>
            </a:r>
            <a:r>
              <a:rPr lang="en-US" b="1" dirty="0"/>
              <a:t>Attention Mechanism</a:t>
            </a:r>
            <a:r>
              <a:rPr lang="en-US" dirty="0"/>
              <a:t> comes in. It was a revolutionary improvement to Seq2Seq models.</a:t>
            </a:r>
          </a:p>
          <a:p>
            <a:r>
              <a:rPr lang="en-US" b="1" dirty="0"/>
              <a:t>Intuition: </a:t>
            </a:r>
            <a:r>
              <a:rPr lang="en-US" dirty="0"/>
              <a:t>A human translator doesn’t just read the whole sentence once and then start translating from memory. As they write each translated word, they often look back (“pay attention to”) specific words in the original sentence that are most relevant to the word they are currently writing.</a:t>
            </a:r>
          </a:p>
          <a:p>
            <a:r>
              <a:rPr lang="en-US" dirty="0"/>
              <a:t>Attention was introduced in the paper Neural Machine Translation by Jointly Learning to Align and Translate to address the fixed representation problem.</a:t>
            </a:r>
          </a:p>
          <a:p>
            <a:r>
              <a:rPr lang="en-US" dirty="0"/>
              <a:t>Attention: At different steps, let a model “focus” on different parts of the input.</a:t>
            </a:r>
            <a:endParaRPr lang="en-IN" dirty="0"/>
          </a:p>
        </p:txBody>
      </p:sp>
    </p:spTree>
    <p:extLst>
      <p:ext uri="{BB962C8B-B14F-4D97-AF65-F5344CB8AC3E}">
        <p14:creationId xmlns:p14="http://schemas.microsoft.com/office/powerpoint/2010/main" val="1378559949"/>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9378D-829E-6D5B-0AD0-2539A50B947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CAAD860-8053-BFFA-E685-30BB9A8F8069}"/>
              </a:ext>
            </a:extLst>
          </p:cNvPr>
          <p:cNvSpPr>
            <a:spLocks noGrp="1"/>
          </p:cNvSpPr>
          <p:nvPr>
            <p:ph idx="1"/>
          </p:nvPr>
        </p:nvSpPr>
        <p:spPr/>
        <p:txBody>
          <a:bodyPr/>
          <a:lstStyle/>
          <a:p>
            <a:endParaRPr lang="en-IN"/>
          </a:p>
        </p:txBody>
      </p:sp>
      <p:pic>
        <p:nvPicPr>
          <p:cNvPr id="3074" name="Picture 2">
            <a:extLst>
              <a:ext uri="{FF2B5EF4-FFF2-40B4-BE49-F238E27FC236}">
                <a16:creationId xmlns:a16="http://schemas.microsoft.com/office/drawing/2014/main" id="{7B0312F3-B32B-E7A4-65B6-C80DB45315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5842" y="232121"/>
            <a:ext cx="10240962" cy="606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2682485"/>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B0718-BDFC-4163-C328-7FF9C2CE97B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4C3F84D-7057-B46E-0D1C-95F4C3E1225B}"/>
              </a:ext>
            </a:extLst>
          </p:cNvPr>
          <p:cNvSpPr>
            <a:spLocks noGrp="1"/>
          </p:cNvSpPr>
          <p:nvPr>
            <p:ph idx="1"/>
          </p:nvPr>
        </p:nvSpPr>
        <p:spPr>
          <a:xfrm>
            <a:off x="833120" y="1483360"/>
            <a:ext cx="10962640" cy="4642910"/>
          </a:xfrm>
        </p:spPr>
        <p:txBody>
          <a:bodyPr>
            <a:normAutofit fontScale="85000" lnSpcReduction="20000"/>
          </a:bodyPr>
          <a:lstStyle/>
          <a:p>
            <a:r>
              <a:rPr lang="en-US" dirty="0"/>
              <a:t>The encoder works as before, but instead of just providing its </a:t>
            </a:r>
            <a:r>
              <a:rPr lang="en-US" i="1" dirty="0"/>
              <a:t>final</a:t>
            </a:r>
            <a:r>
              <a:rPr lang="en-US" dirty="0"/>
              <a:t> hidden state, it provides </a:t>
            </a:r>
            <a:r>
              <a:rPr lang="en-US" b="1" dirty="0"/>
              <a:t>all</a:t>
            </a:r>
            <a:r>
              <a:rPr lang="en-US" dirty="0"/>
              <a:t> of its hidden states (h1, h2, h3, etc.) to the decoder.</a:t>
            </a:r>
          </a:p>
          <a:p>
            <a:r>
              <a:rPr lang="en-US" dirty="0"/>
              <a:t>At each step of the decoding process, the decoder performs an extra calculation:</a:t>
            </a:r>
          </a:p>
          <a:p>
            <a:r>
              <a:rPr lang="en-US" dirty="0"/>
              <a:t>It looks at its own current hidden state and compares it to </a:t>
            </a:r>
            <a:r>
              <a:rPr lang="en-US" i="1" dirty="0"/>
              <a:t>all</a:t>
            </a:r>
            <a:r>
              <a:rPr lang="en-US" dirty="0"/>
              <a:t> the encoder’s hidden states.</a:t>
            </a:r>
          </a:p>
          <a:p>
            <a:r>
              <a:rPr lang="en-US" dirty="0"/>
              <a:t>It generates a set of “attention scores” that measure how relevant each input word is to the current output word being generated.</a:t>
            </a:r>
          </a:p>
          <a:p>
            <a:r>
              <a:rPr lang="en-US" dirty="0"/>
              <a:t>These scores are converted into weights (using </a:t>
            </a:r>
            <a:r>
              <a:rPr lang="en-US" dirty="0" err="1"/>
              <a:t>softmax</a:t>
            </a:r>
            <a:r>
              <a:rPr lang="en-US" dirty="0"/>
              <a:t>).</a:t>
            </a:r>
          </a:p>
          <a:p>
            <a:r>
              <a:rPr lang="en-US" dirty="0"/>
              <a:t>The decoder then computes a new, </a:t>
            </a:r>
            <a:r>
              <a:rPr lang="en-US" i="1" dirty="0"/>
              <a:t>weighted</a:t>
            </a:r>
            <a:r>
              <a:rPr lang="en-US" dirty="0"/>
              <a:t> context vector that is a combination of all the encoder hidden states, weighted by the attention scores.</a:t>
            </a:r>
          </a:p>
          <a:p>
            <a:r>
              <a:rPr lang="en-US" dirty="0"/>
              <a:t>This means that if the decoder is about to generate the word “fait”, the attention mechanism might give high weights to the encoder states corresponding to “the” and “weather”, allowing it to focus on the relevant parts of the input.</a:t>
            </a:r>
          </a:p>
          <a:p>
            <a:r>
              <a:rPr lang="en-US" b="1" dirty="0"/>
              <a:t>This solves the bottleneck problem and allows the model to handle very long sequences effectively.</a:t>
            </a:r>
            <a:r>
              <a:rPr lang="en-US" dirty="0"/>
              <a:t> This attention concept was so powerful that it became the foundation for the Transformer architecture.</a:t>
            </a:r>
          </a:p>
          <a:p>
            <a:endParaRPr lang="en-IN" dirty="0"/>
          </a:p>
        </p:txBody>
      </p:sp>
    </p:spTree>
    <p:extLst>
      <p:ext uri="{BB962C8B-B14F-4D97-AF65-F5344CB8AC3E}">
        <p14:creationId xmlns:p14="http://schemas.microsoft.com/office/powerpoint/2010/main" val="1405675949"/>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F7435-817F-B903-F3B9-FE678AFF9E8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80FC7A7-C845-0C95-1FDD-19FC2B3122BF}"/>
              </a:ext>
            </a:extLst>
          </p:cNvPr>
          <p:cNvSpPr>
            <a:spLocks noGrp="1"/>
          </p:cNvSpPr>
          <p:nvPr>
            <p:ph idx="1"/>
          </p:nvPr>
        </p:nvSpPr>
        <p:spPr>
          <a:xfrm>
            <a:off x="1025842" y="1452880"/>
            <a:ext cx="10201275" cy="4673390"/>
          </a:xfrm>
        </p:spPr>
        <p:txBody>
          <a:bodyPr>
            <a:normAutofit lnSpcReduction="10000"/>
          </a:bodyPr>
          <a:lstStyle/>
          <a:p>
            <a:pPr algn="just"/>
            <a:r>
              <a:rPr lang="en-US" b="1" dirty="0"/>
              <a:t>Training vs. Inference: A Crucial Distinction</a:t>
            </a:r>
          </a:p>
          <a:p>
            <a:pPr algn="just"/>
            <a:r>
              <a:rPr lang="en-US" dirty="0"/>
              <a:t>There’s a key difference in how a Seq2Seq model operates during training and when it’s actually used for inference.</a:t>
            </a:r>
          </a:p>
          <a:p>
            <a:pPr algn="just"/>
            <a:r>
              <a:rPr lang="en-US" b="1" dirty="0"/>
              <a:t>Training (Teacher Forcing):</a:t>
            </a:r>
            <a:r>
              <a:rPr lang="en-US" dirty="0"/>
              <a:t> During training, to make the process stable and fast, we use a technique called </a:t>
            </a:r>
            <a:r>
              <a:rPr lang="en-US" b="1" dirty="0"/>
              <a:t>teacher forcing</a:t>
            </a:r>
            <a:r>
              <a:rPr lang="en-US" dirty="0"/>
              <a:t>. When generating the output sequence, instead of feeding the decoder’s </a:t>
            </a:r>
            <a:r>
              <a:rPr lang="en-US" i="1" dirty="0"/>
              <a:t>own</a:t>
            </a:r>
            <a:r>
              <a:rPr lang="en-US" dirty="0"/>
              <a:t> prediction from the previous step, we feed it the </a:t>
            </a:r>
            <a:r>
              <a:rPr lang="en-US" b="1" dirty="0"/>
              <a:t>correct</a:t>
            </a:r>
            <a:r>
              <a:rPr lang="en-US" dirty="0"/>
              <a:t> word from the target sequence. This prevents errors from accumulating and helps the model learn the sequence patterns more quickly.</a:t>
            </a:r>
          </a:p>
          <a:p>
            <a:pPr algn="just"/>
            <a:r>
              <a:rPr lang="en-US" b="1" dirty="0"/>
              <a:t>Inference (Autoregressive Generation):</a:t>
            </a:r>
            <a:r>
              <a:rPr lang="en-US" dirty="0"/>
              <a:t> During inference, we don’t have the target sequence. Here, we must work autoregressively. We feed the [START] token, generate a word, then feed </a:t>
            </a:r>
            <a:r>
              <a:rPr lang="en-US" i="1" dirty="0"/>
              <a:t>that generated word</a:t>
            </a:r>
            <a:r>
              <a:rPr lang="en-US" dirty="0"/>
              <a:t> back into the decoder to generate the next word, and so on, until an [END] token is produced.</a:t>
            </a:r>
          </a:p>
          <a:p>
            <a:pPr algn="just"/>
            <a:endParaRPr lang="en-IN" dirty="0"/>
          </a:p>
        </p:txBody>
      </p:sp>
    </p:spTree>
    <p:extLst>
      <p:ext uri="{BB962C8B-B14F-4D97-AF65-F5344CB8AC3E}">
        <p14:creationId xmlns:p14="http://schemas.microsoft.com/office/powerpoint/2010/main" val="932030426"/>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B9093-EA69-2807-F224-E64E50EB259E}"/>
              </a:ext>
            </a:extLst>
          </p:cNvPr>
          <p:cNvSpPr>
            <a:spLocks noGrp="1"/>
          </p:cNvSpPr>
          <p:nvPr>
            <p:ph type="title"/>
          </p:nvPr>
        </p:nvSpPr>
        <p:spPr/>
        <p:txBody>
          <a:bodyPr>
            <a:normAutofit fontScale="90000"/>
          </a:bodyPr>
          <a:lstStyle/>
          <a:p>
            <a:r>
              <a:rPr lang="en-US" dirty="0"/>
              <a:t>Deep Recurrent Networks (Deep RNNs)</a:t>
            </a:r>
            <a:endParaRPr lang="en-IN" dirty="0"/>
          </a:p>
        </p:txBody>
      </p:sp>
      <p:sp>
        <p:nvSpPr>
          <p:cNvPr id="3" name="Content Placeholder 2">
            <a:extLst>
              <a:ext uri="{FF2B5EF4-FFF2-40B4-BE49-F238E27FC236}">
                <a16:creationId xmlns:a16="http://schemas.microsoft.com/office/drawing/2014/main" id="{01FBEE2C-6CD6-4D8E-60B1-8625FEC6E07F}"/>
              </a:ext>
            </a:extLst>
          </p:cNvPr>
          <p:cNvSpPr>
            <a:spLocks noGrp="1"/>
          </p:cNvSpPr>
          <p:nvPr>
            <p:ph idx="1"/>
          </p:nvPr>
        </p:nvSpPr>
        <p:spPr>
          <a:xfrm>
            <a:off x="650240" y="1412240"/>
            <a:ext cx="11043920" cy="4785360"/>
          </a:xfrm>
        </p:spPr>
        <p:txBody>
          <a:bodyPr/>
          <a:lstStyle/>
          <a:p>
            <a:pPr algn="just"/>
            <a:r>
              <a:rPr lang="en-US" dirty="0"/>
              <a:t>Deep Recurrent Neural Networks (Deep RNNs) are an extension of standard Recurrent Neural Networks (RNNs), designed to process sequential data by incorporating recurrent connections that allow the network to maintain a "memory" of previous inputs. </a:t>
            </a:r>
          </a:p>
          <a:p>
            <a:pPr algn="just"/>
            <a:r>
              <a:rPr lang="en-US" dirty="0"/>
              <a:t>The "deep" aspect refers to stacking multiple recurrent layers, enabling the model to learn more complex, hierarchical representations from sequences.</a:t>
            </a:r>
          </a:p>
          <a:p>
            <a:pPr algn="just"/>
            <a:r>
              <a:rPr lang="en-US" dirty="0"/>
              <a:t> This is particularly useful for tasks where data has temporal dependencies, such as language modeling, speech recognition, or time-series prediction.</a:t>
            </a:r>
          </a:p>
          <a:p>
            <a:pPr algn="just"/>
            <a:r>
              <a:rPr lang="en-US" dirty="0"/>
              <a:t>RNNs were first introduced in the 1980s, but deep variants gained prominence in the 2010s with advancements in training techniques and hardware. </a:t>
            </a:r>
          </a:p>
          <a:p>
            <a:pPr algn="just"/>
            <a:r>
              <a:rPr lang="en-US" dirty="0"/>
              <a:t>They form the backbone of many sequence-based models before the rise of transformers (like BERT, which you mentioned earlier).</a:t>
            </a:r>
          </a:p>
          <a:p>
            <a:endParaRPr lang="en-IN" dirty="0"/>
          </a:p>
        </p:txBody>
      </p:sp>
    </p:spTree>
    <p:extLst>
      <p:ext uri="{BB962C8B-B14F-4D97-AF65-F5344CB8AC3E}">
        <p14:creationId xmlns:p14="http://schemas.microsoft.com/office/powerpoint/2010/main" val="53520777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A93A1-88BD-0095-8CA8-F85D462F2837}"/>
              </a:ext>
            </a:extLst>
          </p:cNvPr>
          <p:cNvSpPr>
            <a:spLocks noGrp="1"/>
          </p:cNvSpPr>
          <p:nvPr>
            <p:ph type="title"/>
          </p:nvPr>
        </p:nvSpPr>
        <p:spPr/>
        <p:txBody>
          <a:bodyPr>
            <a:normAutofit fontScale="90000"/>
          </a:bodyPr>
          <a:lstStyle/>
          <a:p>
            <a:r>
              <a:rPr lang="en-IN" dirty="0"/>
              <a:t>Core Architecture of Deep RNNs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CD253B-F767-CC19-0B99-DEEE213E019B}"/>
                  </a:ext>
                </a:extLst>
              </p:cNvPr>
              <p:cNvSpPr>
                <a:spLocks noGrp="1"/>
              </p:cNvSpPr>
              <p:nvPr>
                <p:ph idx="1"/>
              </p:nvPr>
            </p:nvSpPr>
            <p:spPr>
              <a:xfrm>
                <a:off x="619760" y="1412240"/>
                <a:ext cx="11033760" cy="4714030"/>
              </a:xfrm>
            </p:spPr>
            <p:txBody>
              <a:bodyPr>
                <a:normAutofit fontScale="92500" lnSpcReduction="20000"/>
              </a:bodyPr>
              <a:lstStyle/>
              <a:p>
                <a:r>
                  <a:rPr lang="en-IN" dirty="0">
                    <a:effectLst/>
                  </a:rPr>
                  <a:t>At its simplest, a single-layer RNN processes a sequence of inputs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𝑇</m:t>
                        </m:r>
                      </m:sub>
                    </m:sSub>
                  </m:oMath>
                </a14:m>
                <a:r>
                  <a:rPr lang="en-IN" dirty="0">
                    <a:effectLst/>
                  </a:rPr>
                  <a:t>to produce outputs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𝑇</m:t>
                        </m:r>
                      </m:sub>
                    </m:sSub>
                  </m:oMath>
                </a14:m>
                <a:r>
                  <a:rPr lang="ar-AE" dirty="0">
                    <a:effectLst/>
                  </a:rPr>
                  <a:t>(</a:t>
                </a:r>
                <a:r>
                  <a:rPr lang="en-IN" dirty="0">
                    <a:effectLst/>
                  </a:rPr>
                  <a:t>or sometimes just a final output). The hidden state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oMath>
                </a14:m>
                <a:r>
                  <a:rPr lang="en-IN" dirty="0">
                    <a:effectLst/>
                  </a:rPr>
                  <a:t>at time step </a:t>
                </a:r>
                <a14:m>
                  <m:oMath xmlns:m="http://schemas.openxmlformats.org/officeDocument/2006/math">
                    <m:r>
                      <a:rPr lang="en-IN" i="1">
                        <a:latin typeface="Cambria Math" panose="02040503050406030204" pitchFamily="18" charset="0"/>
                      </a:rPr>
                      <m:t>𝑡</m:t>
                    </m:r>
                  </m:oMath>
                </a14:m>
                <a:r>
                  <a:rPr lang="en-IN" dirty="0">
                    <a:effectLst/>
                  </a:rPr>
                  <a:t>is updated as:</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r>
                              <a:rPr lang="ar-AE" i="1">
                                <a:latin typeface="Cambria Math" panose="02040503050406030204" pitchFamily="18" charset="0"/>
                              </a:rPr>
                              <m:t>h</m:t>
                            </m:r>
                          </m:sub>
                        </m:sSub>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hh</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h</m:t>
                            </m:r>
                          </m:sub>
                        </m:sSub>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r>
                          <a:rPr lang="ar-AE" i="1">
                            <a:latin typeface="Cambria Math" panose="02040503050406030204" pitchFamily="18" charset="0"/>
                          </a:rPr>
                          <m:t>𝑦</m:t>
                        </m:r>
                      </m:sub>
                    </m:sSub>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𝑦</m:t>
                        </m:r>
                      </m:sub>
                    </m:sSub>
                  </m:oMath>
                </a14:m>
                <a:endParaRPr lang="ar-AE" dirty="0"/>
              </a:p>
              <a:p>
                <a:r>
                  <a:rPr lang="en-IN" dirty="0">
                    <a:effectLst/>
                  </a:rPr>
                  <a:t>Here,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𝑥</m:t>
                        </m:r>
                        <m:r>
                          <a:rPr lang="ar-AE" i="1">
                            <a:latin typeface="Cambria Math" panose="02040503050406030204" pitchFamily="18" charset="0"/>
                          </a:rPr>
                          <m:t>h</m:t>
                        </m:r>
                      </m:sub>
                    </m:sSub>
                  </m:oMath>
                </a14:m>
                <a:r>
                  <a:rPr lang="ar-AE" dirty="0">
                    <a:effectLst/>
                  </a:rPr>
                  <a:t>,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hh</m:t>
                        </m:r>
                      </m:sub>
                    </m:sSub>
                  </m:oMath>
                </a14:m>
                <a:r>
                  <a:rPr lang="ar-AE" dirty="0">
                    <a:effectLst/>
                  </a:rPr>
                  <a:t>, </a:t>
                </a:r>
                <a:r>
                  <a:rPr lang="en-IN" dirty="0">
                    <a:effectLst/>
                  </a:rPr>
                  <a:t>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𝑊</m:t>
                        </m:r>
                      </m:e>
                      <m:sub>
                        <m:r>
                          <a:rPr lang="ar-AE" i="1">
                            <a:latin typeface="Cambria Math" panose="02040503050406030204" pitchFamily="18" charset="0"/>
                          </a:rPr>
                          <m:t>h</m:t>
                        </m:r>
                        <m:r>
                          <a:rPr lang="ar-AE" i="1">
                            <a:latin typeface="Cambria Math" panose="02040503050406030204" pitchFamily="18" charset="0"/>
                          </a:rPr>
                          <m:t>𝑦</m:t>
                        </m:r>
                      </m:sub>
                    </m:sSub>
                  </m:oMath>
                </a14:m>
                <a:r>
                  <a:rPr lang="en-IN" dirty="0">
                    <a:effectLst/>
                  </a:rPr>
                  <a:t>are weight matrices,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h</m:t>
                        </m:r>
                      </m:sub>
                    </m:sSub>
                  </m:oMath>
                </a14:m>
                <a:r>
                  <a:rPr lang="en-IN" dirty="0">
                    <a:effectLst/>
                  </a:rPr>
                  <a:t>and </a:t>
                </a: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𝑏</m:t>
                        </m:r>
                      </m:e>
                      <m:sub>
                        <m:r>
                          <a:rPr lang="ar-AE" i="1">
                            <a:latin typeface="Cambria Math" panose="02040503050406030204" pitchFamily="18" charset="0"/>
                          </a:rPr>
                          <m:t>𝑦</m:t>
                        </m:r>
                      </m:sub>
                    </m:sSub>
                  </m:oMath>
                </a14:m>
                <a:r>
                  <a:rPr lang="en-IN" dirty="0">
                    <a:effectLst/>
                  </a:rPr>
                  <a:t>are biases, and </a:t>
                </a:r>
                <a14:m>
                  <m:oMath xmlns:m="http://schemas.openxmlformats.org/officeDocument/2006/math">
                    <m:func>
                      <m:funcPr>
                        <m:ctrlPr>
                          <a:rPr lang="ar-AE" i="1">
                            <a:latin typeface="Cambria Math" panose="02040503050406030204" pitchFamily="18" charset="0"/>
                          </a:rPr>
                        </m:ctrlPr>
                      </m:funcPr>
                      <m:fName>
                        <m:r>
                          <m:rPr>
                            <m:sty m:val="p"/>
                          </m:rPr>
                          <a:rPr lang="en-IN">
                            <a:latin typeface="Cambria Math" panose="02040503050406030204" pitchFamily="18" charset="0"/>
                          </a:rPr>
                          <m:t>tanh</m:t>
                        </m:r>
                      </m:fName>
                      <m:e/>
                    </m:func>
                  </m:oMath>
                </a14:m>
                <a:r>
                  <a:rPr lang="en-IN" dirty="0">
                    <a:effectLst/>
                  </a:rPr>
                  <a:t>is a non-linear activation function.</a:t>
                </a:r>
              </a:p>
              <a:p>
                <a:r>
                  <a:rPr lang="en-IN" dirty="0">
                    <a:effectLst/>
                  </a:rPr>
                  <a:t>In </a:t>
                </a:r>
                <a:r>
                  <a:rPr lang="en-IN" b="1" dirty="0">
                    <a:effectLst/>
                  </a:rPr>
                  <a:t>Deep RNNs</a:t>
                </a:r>
                <a:r>
                  <a:rPr lang="en-IN" dirty="0">
                    <a:effectLst/>
                  </a:rPr>
                  <a:t>, we stack multiple such layers. The output of one recurrent layer becomes the input to the next. For a network with </a:t>
                </a:r>
                <a14:m>
                  <m:oMath xmlns:m="http://schemas.openxmlformats.org/officeDocument/2006/math">
                    <m:r>
                      <a:rPr lang="en-IN" i="1">
                        <a:latin typeface="Cambria Math" panose="02040503050406030204" pitchFamily="18" charset="0"/>
                      </a:rPr>
                      <m:t>𝐿</m:t>
                    </m:r>
                  </m:oMath>
                </a14:m>
                <a:r>
                  <a:rPr lang="en-IN" dirty="0">
                    <a:effectLst/>
                  </a:rPr>
                  <a:t>layers, the update for layer </a:t>
                </a:r>
                <a14:m>
                  <m:oMath xmlns:m="http://schemas.openxmlformats.org/officeDocument/2006/math">
                    <m:r>
                      <a:rPr lang="en-IN" i="1">
                        <a:latin typeface="Cambria Math" panose="02040503050406030204" pitchFamily="18" charset="0"/>
                      </a:rPr>
                      <m:t>𝑙</m:t>
                    </m:r>
                  </m:oMath>
                </a14:m>
                <a:r>
                  <a:rPr lang="en-IN" dirty="0">
                    <a:effectLst/>
                  </a:rPr>
                  <a:t>at time </a:t>
                </a:r>
                <a14:m>
                  <m:oMath xmlns:m="http://schemas.openxmlformats.org/officeDocument/2006/math">
                    <m:r>
                      <a:rPr lang="en-IN" i="1">
                        <a:latin typeface="Cambria Math" panose="02040503050406030204" pitchFamily="18" charset="0"/>
                      </a:rPr>
                      <m:t>𝑡</m:t>
                    </m:r>
                  </m:oMath>
                </a14:m>
                <a:r>
                  <a:rPr lang="en-IN" dirty="0">
                    <a:effectLst/>
                  </a:rPr>
                  <a:t>is:</a:t>
                </a:r>
              </a:p>
              <a:p>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d>
                          <m:dPr>
                            <m:ctrlPr>
                              <a:rPr lang="ar-AE" i="1">
                                <a:latin typeface="Cambria Math" panose="02040503050406030204" pitchFamily="18" charset="0"/>
                              </a:rPr>
                            </m:ctrlPr>
                          </m:dPr>
                          <m:e>
                            <m:r>
                              <a:rPr lang="ar-AE" i="1">
                                <a:latin typeface="Cambria Math" panose="02040503050406030204" pitchFamily="18" charset="0"/>
                              </a:rPr>
                              <m:t>𝑙</m:t>
                            </m:r>
                          </m:e>
                        </m:d>
                      </m:sup>
                    </m:sSubSup>
                    <m:r>
                      <a:rPr lang="ar-AE">
                        <a:latin typeface="Cambria Math" panose="02040503050406030204" pitchFamily="18" charset="0"/>
                      </a:rPr>
                      <m:t>=</m:t>
                    </m:r>
                    <m:r>
                      <m:rPr>
                        <m:sty m:val="p"/>
                      </m:rPr>
                      <a:rPr lang="en-IN">
                        <a:latin typeface="Cambria Math" panose="02040503050406030204" pitchFamily="18" charset="0"/>
                      </a:rPr>
                      <m:t>tanh</m:t>
                    </m:r>
                    <m:r>
                      <a:rPr lang="en-IN">
                        <a:latin typeface="Cambria Math" panose="02040503050406030204" pitchFamily="18" charset="0"/>
                      </a:rPr>
                      <m:t>⁡</m:t>
                    </m:r>
                    <m:d>
                      <m:dPr>
                        <m:ctrlPr>
                          <a:rPr lang="ar-AE" i="1">
                            <a:latin typeface="Cambria Math" panose="02040503050406030204" pitchFamily="18" charset="0"/>
                          </a:rPr>
                        </m:ctrlPr>
                      </m:dPr>
                      <m:e>
                        <m:sSubSup>
                          <m:sSubSupPr>
                            <m:ctrlPr>
                              <a:rPr lang="ar-AE" i="1">
                                <a:latin typeface="Cambria Math" panose="02040503050406030204" pitchFamily="18" charset="0"/>
                              </a:rPr>
                            </m:ctrlPr>
                          </m:sSubSupPr>
                          <m:e>
                            <m:r>
                              <a:rPr lang="ar-AE" i="1">
                                <a:latin typeface="Cambria Math" panose="02040503050406030204" pitchFamily="18" charset="0"/>
                              </a:rPr>
                              <m:t>𝑊</m:t>
                            </m:r>
                          </m:e>
                          <m:sub>
                            <m:r>
                              <a:rPr lang="ar-AE" i="1">
                                <a:latin typeface="Cambria Math" panose="02040503050406030204" pitchFamily="18" charset="0"/>
                              </a:rPr>
                              <m:t>𝑥</m:t>
                            </m:r>
                            <m:r>
                              <a:rPr lang="ar-AE" i="1">
                                <a:latin typeface="Cambria Math" panose="02040503050406030204" pitchFamily="18" charset="0"/>
                              </a:rPr>
                              <m:t>h</m:t>
                            </m:r>
                          </m:sub>
                          <m:sup>
                            <m:d>
                              <m:dPr>
                                <m:ctrlPr>
                                  <a:rPr lang="ar-AE" i="1">
                                    <a:latin typeface="Cambria Math" panose="02040503050406030204" pitchFamily="18" charset="0"/>
                                  </a:rPr>
                                </m:ctrlPr>
                              </m:dPr>
                              <m:e>
                                <m:r>
                                  <a:rPr lang="ar-AE" i="1">
                                    <a:latin typeface="Cambria Math" panose="02040503050406030204" pitchFamily="18" charset="0"/>
                                  </a:rPr>
                                  <m:t>𝑙</m:t>
                                </m:r>
                              </m:e>
                            </m:d>
                          </m:sup>
                        </m:sSubSup>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d>
                              <m:dPr>
                                <m:ctrlPr>
                                  <a:rPr lang="ar-AE" i="1">
                                    <a:latin typeface="Cambria Math" panose="02040503050406030204" pitchFamily="18" charset="0"/>
                                  </a:rPr>
                                </m:ctrlPr>
                              </m:dPr>
                              <m:e>
                                <m:r>
                                  <a:rPr lang="ar-AE" i="1">
                                    <a:latin typeface="Cambria Math" panose="02040503050406030204" pitchFamily="18" charset="0"/>
                                  </a:rPr>
                                  <m:t>𝑙</m:t>
                                </m:r>
                                <m:r>
                                  <a:rPr lang="ar-AE">
                                    <a:latin typeface="Cambria Math" panose="02040503050406030204" pitchFamily="18" charset="0"/>
                                  </a:rPr>
                                  <m:t>−</m:t>
                                </m:r>
                                <m:r>
                                  <a:rPr lang="ar-AE">
                                    <a:latin typeface="Cambria Math" panose="02040503050406030204" pitchFamily="18" charset="0"/>
                                  </a:rPr>
                                  <m:t>1</m:t>
                                </m:r>
                              </m:e>
                            </m:d>
                          </m:sup>
                        </m:sSubSup>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𝑊</m:t>
                            </m:r>
                          </m:e>
                          <m:sub>
                            <m:r>
                              <a:rPr lang="ar-AE" i="1">
                                <a:latin typeface="Cambria Math" panose="02040503050406030204" pitchFamily="18" charset="0"/>
                              </a:rPr>
                              <m:t>hh</m:t>
                            </m:r>
                          </m:sub>
                          <m:sup>
                            <m:d>
                              <m:dPr>
                                <m:ctrlPr>
                                  <a:rPr lang="ar-AE" i="1">
                                    <a:latin typeface="Cambria Math" panose="02040503050406030204" pitchFamily="18" charset="0"/>
                                  </a:rPr>
                                </m:ctrlPr>
                              </m:dPr>
                              <m:e>
                                <m:r>
                                  <a:rPr lang="ar-AE" i="1">
                                    <a:latin typeface="Cambria Math" panose="02040503050406030204" pitchFamily="18" charset="0"/>
                                  </a:rPr>
                                  <m:t>𝑙</m:t>
                                </m:r>
                              </m:e>
                            </m:d>
                          </m:sup>
                        </m:sSubSup>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up>
                            <m:d>
                              <m:dPr>
                                <m:ctrlPr>
                                  <a:rPr lang="ar-AE" i="1">
                                    <a:latin typeface="Cambria Math" panose="02040503050406030204" pitchFamily="18" charset="0"/>
                                  </a:rPr>
                                </m:ctrlPr>
                              </m:dPr>
                              <m:e>
                                <m:r>
                                  <a:rPr lang="ar-AE" i="1">
                                    <a:latin typeface="Cambria Math" panose="02040503050406030204" pitchFamily="18" charset="0"/>
                                  </a:rPr>
                                  <m:t>𝑙</m:t>
                                </m:r>
                              </m:e>
                            </m:d>
                          </m:sup>
                        </m:sSubSup>
                        <m:r>
                          <a:rPr lang="ar-AE">
                            <a:latin typeface="Cambria Math" panose="02040503050406030204" pitchFamily="18" charset="0"/>
                          </a:rPr>
                          <m:t>+</m:t>
                        </m:r>
                        <m:sSubSup>
                          <m:sSubSupPr>
                            <m:ctrlPr>
                              <a:rPr lang="ar-AE" i="1">
                                <a:latin typeface="Cambria Math" panose="02040503050406030204" pitchFamily="18" charset="0"/>
                              </a:rPr>
                            </m:ctrlPr>
                          </m:sSubSupPr>
                          <m:e>
                            <m:r>
                              <a:rPr lang="ar-AE" i="1">
                                <a:latin typeface="Cambria Math" panose="02040503050406030204" pitchFamily="18" charset="0"/>
                              </a:rPr>
                              <m:t>𝑏</m:t>
                            </m:r>
                          </m:e>
                          <m:sub>
                            <m:r>
                              <a:rPr lang="ar-AE" i="1">
                                <a:latin typeface="Cambria Math" panose="02040503050406030204" pitchFamily="18" charset="0"/>
                              </a:rPr>
                              <m:t>h</m:t>
                            </m:r>
                          </m:sub>
                          <m:sup>
                            <m:d>
                              <m:dPr>
                                <m:ctrlPr>
                                  <a:rPr lang="ar-AE" i="1">
                                    <a:latin typeface="Cambria Math" panose="02040503050406030204" pitchFamily="18" charset="0"/>
                                  </a:rPr>
                                </m:ctrlPr>
                              </m:dPr>
                              <m:e>
                                <m:r>
                                  <a:rPr lang="ar-AE" i="1">
                                    <a:latin typeface="Cambria Math" panose="02040503050406030204" pitchFamily="18" charset="0"/>
                                  </a:rPr>
                                  <m:t>𝑙</m:t>
                                </m:r>
                              </m:e>
                            </m:d>
                          </m:sup>
                        </m:sSubSup>
                      </m:e>
                    </m:d>
                  </m:oMath>
                </a14:m>
                <a:endParaRPr lang="ar-AE" dirty="0"/>
              </a:p>
              <a:p>
                <a:r>
                  <a:rPr lang="en-IN" dirty="0">
                    <a:effectLst/>
                  </a:rPr>
                  <a:t>Where </a:t>
                </a:r>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d>
                          <m:dPr>
                            <m:ctrlPr>
                              <a:rPr lang="ar-AE" i="1">
                                <a:latin typeface="Cambria Math" panose="02040503050406030204" pitchFamily="18" charset="0"/>
                              </a:rPr>
                            </m:ctrlPr>
                          </m:dPr>
                          <m:e>
                            <m:r>
                              <a:rPr lang="ar-AE">
                                <a:latin typeface="Cambria Math" panose="02040503050406030204" pitchFamily="18" charset="0"/>
                              </a:rPr>
                              <m:t>0</m:t>
                            </m:r>
                          </m:e>
                        </m:d>
                      </m:sup>
                    </m:sSubSup>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oMath>
                </a14:m>
                <a:r>
                  <a:rPr lang="ar-AE" dirty="0">
                    <a:effectLst/>
                  </a:rPr>
                  <a:t>(</a:t>
                </a:r>
                <a:r>
                  <a:rPr lang="en-IN" dirty="0">
                    <a:effectLst/>
                  </a:rPr>
                  <a:t>the input). This stacking allows lower layers to capture low-level features (e.g., phonemes in speech) and higher layers to learn abstract patterns (e.g., sentences or melodies).</a:t>
                </a:r>
              </a:p>
              <a:p>
                <a:endParaRPr lang="en-IN" dirty="0"/>
              </a:p>
            </p:txBody>
          </p:sp>
        </mc:Choice>
        <mc:Fallback xmlns="">
          <p:sp>
            <p:nvSpPr>
              <p:cNvPr id="3" name="Content Placeholder 2">
                <a:extLst>
                  <a:ext uri="{FF2B5EF4-FFF2-40B4-BE49-F238E27FC236}">
                    <a16:creationId xmlns:a16="http://schemas.microsoft.com/office/drawing/2014/main" id="{BACD253B-F767-CC19-0B99-DEEE213E019B}"/>
                  </a:ext>
                </a:extLst>
              </p:cNvPr>
              <p:cNvSpPr>
                <a:spLocks noGrp="1" noRot="1" noChangeAspect="1" noMove="1" noResize="1" noEditPoints="1" noAdjustHandles="1" noChangeArrowheads="1" noChangeShapeType="1" noTextEdit="1"/>
              </p:cNvSpPr>
              <p:nvPr>
                <p:ph idx="1"/>
              </p:nvPr>
            </p:nvSpPr>
            <p:spPr>
              <a:xfrm>
                <a:off x="619760" y="1412240"/>
                <a:ext cx="11033760" cy="4714030"/>
              </a:xfrm>
              <a:blipFill>
                <a:blip r:embed="rId2"/>
                <a:stretch>
                  <a:fillRect l="-1492" t="-2717" r="-1713" b="-1682"/>
                </a:stretch>
              </a:blipFill>
            </p:spPr>
            <p:txBody>
              <a:bodyPr/>
              <a:lstStyle/>
              <a:p>
                <a:r>
                  <a:rPr lang="en-IN">
                    <a:noFill/>
                  </a:rPr>
                  <a:t> </a:t>
                </a:r>
              </a:p>
            </p:txBody>
          </p:sp>
        </mc:Fallback>
      </mc:AlternateContent>
    </p:spTree>
    <p:extLst>
      <p:ext uri="{BB962C8B-B14F-4D97-AF65-F5344CB8AC3E}">
        <p14:creationId xmlns:p14="http://schemas.microsoft.com/office/powerpoint/2010/main" val="337630526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4D16A-D1C4-37DA-C272-8A304AD074CA}"/>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781E909-FC48-C208-7606-9986551F15C7}"/>
                  </a:ext>
                </a:extLst>
              </p:cNvPr>
              <p:cNvSpPr>
                <a:spLocks noGrp="1"/>
              </p:cNvSpPr>
              <p:nvPr>
                <p:ph idx="1"/>
              </p:nvPr>
            </p:nvSpPr>
            <p:spPr/>
            <p:txBody>
              <a:bodyPr/>
              <a:lstStyle/>
              <a:p>
                <a:r>
                  <a:rPr lang="en-IN" b="1" dirty="0"/>
                  <a:t>Unidirectional vs. Bidirectional</a:t>
                </a:r>
                <a:r>
                  <a:rPr lang="en-IN" dirty="0"/>
                  <a:t>: In unidirectional Deep RNNs, information flows only forward in time. Bidirectional versions (Bi-RNNs) add a backward pass, processing the sequence in reverse to capture future context as well:</a:t>
                </a:r>
              </a:p>
              <a:p>
                <a14:m>
                  <m:oMath xmlns:m="http://schemas.openxmlformats.org/officeDocument/2006/math">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e>
                    </m:acc>
                    <m:r>
                      <a:rPr lang="ar-AE">
                        <a:latin typeface="Cambria Math" panose="02040503050406030204" pitchFamily="18" charset="0"/>
                      </a:rPr>
                      <m:t>=</m:t>
                    </m:r>
                    <m:r>
                      <a:rPr lang="ar-AE" i="1">
                        <a:latin typeface="Cambria Math" panose="02040503050406030204" pitchFamily="18" charset="0"/>
                      </a:rPr>
                      <m:t>𝑓</m:t>
                    </m:r>
                    <m:d>
                      <m:dPr>
                        <m:ctrlPr>
                          <a:rPr lang="ar-AE" i="1">
                            <a:latin typeface="Cambria Math" panose="02040503050406030204" pitchFamily="18" charset="0"/>
                          </a:rPr>
                        </m:ctrlPr>
                      </m:dPr>
                      <m:e>
                        <m:acc>
                          <m:accPr>
                            <m:chr m:val="⃗"/>
                            <m:ctrlPr>
                              <a:rPr lang="ar-AE" i="1">
                                <a:latin typeface="Cambria Math" panose="02040503050406030204" pitchFamily="18" charset="0"/>
                              </a:rPr>
                            </m:ctrlPr>
                          </m:accPr>
                          <m:e>
                            <m:r>
                              <a:rPr lang="ar-AE" i="1">
                                <a:latin typeface="Cambria Math" panose="02040503050406030204" pitchFamily="18" charset="0"/>
                              </a:rPr>
                              <m:t>𝑊</m:t>
                            </m:r>
                          </m:e>
                        </m:acc>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𝑉</m:t>
                            </m:r>
                          </m:e>
                        </m:acc>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acc>
                      </m:e>
                    </m:d>
                  </m:oMath>
                </a14:m>
                <a:endParaRPr lang="ar-AE" dirty="0"/>
              </a:p>
              <a:p>
                <a14:m>
                  <m:oMath xmlns:m="http://schemas.openxmlformats.org/officeDocument/2006/math">
                    <m:groupChr>
                      <m:groupChrPr>
                        <m:chr m:val="←"/>
                        <m:pos m:val="top"/>
                        <m:vertJc m:val="bot"/>
                        <m:ctrlPr>
                          <a:rPr lang="ar-AE" i="1">
                            <a:latin typeface="Cambria Math" panose="02040503050406030204" pitchFamily="18" charset="0"/>
                          </a:rPr>
                        </m:ctrlPr>
                      </m:groupChr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e>
                    </m:groupChr>
                    <m:r>
                      <a:rPr lang="ar-AE">
                        <a:latin typeface="Cambria Math" panose="02040503050406030204" pitchFamily="18" charset="0"/>
                      </a:rPr>
                      <m:t>=</m:t>
                    </m:r>
                    <m:r>
                      <a:rPr lang="ar-AE" i="1">
                        <a:latin typeface="Cambria Math" panose="02040503050406030204" pitchFamily="18" charset="0"/>
                      </a:rPr>
                      <m:t>𝑓</m:t>
                    </m:r>
                    <m:d>
                      <m:dPr>
                        <m:ctrlPr>
                          <a:rPr lang="ar-AE" i="1">
                            <a:latin typeface="Cambria Math" panose="02040503050406030204" pitchFamily="18" charset="0"/>
                          </a:rPr>
                        </m:ctrlPr>
                      </m:dPr>
                      <m:e>
                        <m:groupChr>
                          <m:groupChrPr>
                            <m:chr m:val="←"/>
                            <m:pos m:val="top"/>
                            <m:vertJc m:val="bot"/>
                            <m:ctrlPr>
                              <a:rPr lang="ar-AE" i="1">
                                <a:latin typeface="Cambria Math" panose="02040503050406030204" pitchFamily="18" charset="0"/>
                              </a:rPr>
                            </m:ctrlPr>
                          </m:groupChrPr>
                          <m:e>
                            <m:r>
                              <a:rPr lang="ar-AE" i="1">
                                <a:latin typeface="Cambria Math" panose="02040503050406030204" pitchFamily="18" charset="0"/>
                              </a:rPr>
                              <m:t>𝑊</m:t>
                            </m:r>
                          </m:e>
                        </m:groupCh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groupChr>
                          <m:groupChrPr>
                            <m:chr m:val="←"/>
                            <m:pos m:val="top"/>
                            <m:vertJc m:val="bot"/>
                            <m:ctrlPr>
                              <a:rPr lang="ar-AE" i="1">
                                <a:latin typeface="Cambria Math" panose="02040503050406030204" pitchFamily="18" charset="0"/>
                              </a:rPr>
                            </m:ctrlPr>
                          </m:groupChrPr>
                          <m:e>
                            <m:r>
                              <a:rPr lang="ar-AE" i="1">
                                <a:latin typeface="Cambria Math" panose="02040503050406030204" pitchFamily="18" charset="0"/>
                              </a:rPr>
                              <m:t>𝑉</m:t>
                            </m:r>
                          </m:e>
                        </m:groupChr>
                        <m:groupChr>
                          <m:groupChrPr>
                            <m:chr m:val="←"/>
                            <m:pos m:val="top"/>
                            <m:vertJc m:val="bot"/>
                            <m:ctrlPr>
                              <a:rPr lang="ar-AE" i="1">
                                <a:latin typeface="Cambria Math" panose="02040503050406030204" pitchFamily="18" charset="0"/>
                              </a:rPr>
                            </m:ctrlPr>
                          </m:groupChr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Sub>
                          </m:e>
                        </m:groupChr>
                      </m:e>
                    </m:d>
                  </m:oMath>
                </a14:m>
                <a:endParaRPr lang="ar-AE" dirty="0"/>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r>
                      <a:rPr lang="ar-AE">
                        <a:latin typeface="Cambria Math" panose="02040503050406030204" pitchFamily="18" charset="0"/>
                      </a:rPr>
                      <m:t>=</m:t>
                    </m:r>
                    <m:d>
                      <m:dPr>
                        <m:begChr m:val="["/>
                        <m:endChr m:val="]"/>
                        <m:sepChr m:val=";"/>
                        <m:ctrlPr>
                          <a:rPr lang="ar-AE" i="1">
                            <a:latin typeface="Cambria Math" panose="02040503050406030204" pitchFamily="18" charset="0"/>
                          </a:rPr>
                        </m:ctrlPr>
                      </m:dPr>
                      <m:e>
                        <m:acc>
                          <m:accPr>
                            <m:chr m:val="⃗"/>
                            <m:ctrlPr>
                              <a:rPr lang="ar-AE" i="1">
                                <a:latin typeface="Cambria Math" panose="02040503050406030204" pitchFamily="18" charset="0"/>
                              </a:rPr>
                            </m:ctrlPr>
                          </m:acc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e>
                        </m:acc>
                      </m:e>
                      <m:e>
                        <m:groupChr>
                          <m:groupChrPr>
                            <m:chr m:val="←"/>
                            <m:pos m:val="top"/>
                            <m:vertJc m:val="bot"/>
                            <m:ctrlPr>
                              <a:rPr lang="ar-AE" i="1">
                                <a:latin typeface="Cambria Math" panose="02040503050406030204" pitchFamily="18" charset="0"/>
                              </a:rPr>
                            </m:ctrlPr>
                          </m:groupChrPr>
                          <m:e>
                            <m:sSub>
                              <m:sSubPr>
                                <m:ctrlPr>
                                  <a:rPr lang="ar-AE" i="1">
                                    <a:latin typeface="Cambria Math" panose="02040503050406030204" pitchFamily="18" charset="0"/>
                                  </a:rPr>
                                </m:ctrlPr>
                              </m:sSubPr>
                              <m:e>
                                <m:r>
                                  <a:rPr lang="ar-AE" i="1">
                                    <a:latin typeface="Cambria Math" panose="02040503050406030204" pitchFamily="18" charset="0"/>
                                  </a:rPr>
                                  <m:t>h</m:t>
                                </m:r>
                              </m:e>
                              <m:sub>
                                <m:r>
                                  <a:rPr lang="ar-AE" i="1">
                                    <a:latin typeface="Cambria Math" panose="02040503050406030204" pitchFamily="18" charset="0"/>
                                  </a:rPr>
                                  <m:t>𝑡</m:t>
                                </m:r>
                              </m:sub>
                            </m:sSub>
                          </m:e>
                        </m:groupChr>
                      </m:e>
                    </m:d>
                  </m:oMath>
                </a14:m>
                <a:endParaRPr lang="ar-AE" dirty="0"/>
              </a:p>
              <a:p>
                <a:r>
                  <a:rPr lang="en-IN" dirty="0"/>
                  <a:t>Deep Bi-RNNs stack these bidirectional layers, enhancing context understanding in tasks like named entity recognition.</a:t>
                </a:r>
              </a:p>
              <a:p>
                <a:endParaRPr lang="en-IN" dirty="0"/>
              </a:p>
            </p:txBody>
          </p:sp>
        </mc:Choice>
        <mc:Fallback xmlns="">
          <p:sp>
            <p:nvSpPr>
              <p:cNvPr id="3" name="Content Placeholder 2">
                <a:extLst>
                  <a:ext uri="{FF2B5EF4-FFF2-40B4-BE49-F238E27FC236}">
                    <a16:creationId xmlns:a16="http://schemas.microsoft.com/office/drawing/2014/main" id="{4781E909-FC48-C208-7606-9986551F15C7}"/>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332279392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4FB23-2246-4DDE-A9C5-8B6685B03BE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BA58915-3771-BDF8-8E1D-BF98B3B2CE9D}"/>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C85614B5-B32C-8E49-8B82-34C7F5976B66}"/>
              </a:ext>
            </a:extLst>
          </p:cNvPr>
          <p:cNvPicPr>
            <a:picLocks noChangeAspect="1"/>
          </p:cNvPicPr>
          <p:nvPr/>
        </p:nvPicPr>
        <p:blipFill>
          <a:blip r:embed="rId2"/>
          <a:stretch>
            <a:fillRect/>
          </a:stretch>
        </p:blipFill>
        <p:spPr>
          <a:xfrm>
            <a:off x="2529840" y="370001"/>
            <a:ext cx="7040880" cy="5430882"/>
          </a:xfrm>
          <a:prstGeom prst="rect">
            <a:avLst/>
          </a:prstGeom>
        </p:spPr>
      </p:pic>
    </p:spTree>
    <p:extLst>
      <p:ext uri="{BB962C8B-B14F-4D97-AF65-F5344CB8AC3E}">
        <p14:creationId xmlns:p14="http://schemas.microsoft.com/office/powerpoint/2010/main" val="172148526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A1D6F-A34D-C8ED-1C5D-4A7CDDCB2972}"/>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19178C-2476-63E0-CA54-9E6A162DE1CE}"/>
                  </a:ext>
                </a:extLst>
              </p:cNvPr>
              <p:cNvSpPr>
                <a:spLocks noGrp="1"/>
              </p:cNvSpPr>
              <p:nvPr>
                <p:ph idx="1"/>
              </p:nvPr>
            </p:nvSpPr>
            <p:spPr>
              <a:xfrm>
                <a:off x="1025842" y="1412240"/>
                <a:ext cx="10201275" cy="4714030"/>
              </a:xfrm>
            </p:spPr>
            <p:txBody>
              <a:bodyPr>
                <a:normAutofit fontScale="85000" lnSpcReduction="20000"/>
              </a:bodyPr>
              <a:lstStyle/>
              <a:p>
                <a:r>
                  <a:rPr lang="en-IN" b="1" dirty="0"/>
                  <a:t>Layer-wise computation</a:t>
                </a:r>
              </a:p>
              <a:p>
                <a:r>
                  <a:rPr lang="en-IN" dirty="0"/>
                  <a:t>For time step </a:t>
                </a:r>
                <a14:m>
                  <m:oMath xmlns:m="http://schemas.openxmlformats.org/officeDocument/2006/math">
                    <m:r>
                      <a:rPr lang="en-IN" i="1">
                        <a:latin typeface="Cambria Math" panose="02040503050406030204" pitchFamily="18" charset="0"/>
                      </a:rPr>
                      <m:t>𝑡</m:t>
                    </m:r>
                  </m:oMath>
                </a14:m>
                <a:r>
                  <a:rPr lang="en-IN" dirty="0"/>
                  <a:t>:</a:t>
                </a:r>
              </a:p>
              <a:p>
                <a:r>
                  <a:rPr lang="en-IN" b="1" dirty="0"/>
                  <a:t>Layer 1:</a:t>
                </a:r>
              </a:p>
              <a:p>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d>
                          <m:dPr>
                            <m:ctrlPr>
                              <a:rPr lang="ar-AE" i="1">
                                <a:latin typeface="Cambria Math" panose="02040503050406030204" pitchFamily="18" charset="0"/>
                              </a:rPr>
                            </m:ctrlPr>
                          </m:dPr>
                          <m:e>
                            <m:r>
                              <a:rPr lang="ar-AE">
                                <a:latin typeface="Cambria Math" panose="02040503050406030204" pitchFamily="18" charset="0"/>
                              </a:rPr>
                              <m:t>1</m:t>
                            </m:r>
                          </m:e>
                        </m:d>
                      </m:sup>
                    </m:sSubSup>
                    <m:r>
                      <a:rPr lang="ar-AE">
                        <a:latin typeface="Cambria Math" panose="02040503050406030204" pitchFamily="18" charset="0"/>
                      </a:rPr>
                      <m:t>=</m:t>
                    </m:r>
                    <m:r>
                      <a:rPr lang="ar-AE" i="1">
                        <a:latin typeface="Cambria Math" panose="02040503050406030204" pitchFamily="18" charset="0"/>
                      </a:rPr>
                      <m:t>𝑓</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𝑊</m:t>
                            </m:r>
                          </m:e>
                          <m:sup>
                            <m:d>
                              <m:dPr>
                                <m:ctrlPr>
                                  <a:rPr lang="ar-AE" i="1">
                                    <a:latin typeface="Cambria Math" panose="02040503050406030204" pitchFamily="18" charset="0"/>
                                  </a:rPr>
                                </m:ctrlPr>
                              </m:dPr>
                              <m:e>
                                <m:r>
                                  <a:rPr lang="ar-AE">
                                    <a:latin typeface="Cambria Math" panose="02040503050406030204" pitchFamily="18" charset="0"/>
                                  </a:rPr>
                                  <m:t>1</m:t>
                                </m:r>
                              </m:e>
                            </m:d>
                          </m:sup>
                        </m:sSup>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𝑡</m:t>
                            </m:r>
                          </m:sub>
                        </m:sSub>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𝑈</m:t>
                            </m:r>
                          </m:e>
                          <m:sup>
                            <m:d>
                              <m:dPr>
                                <m:ctrlPr>
                                  <a:rPr lang="ar-AE" i="1">
                                    <a:latin typeface="Cambria Math" panose="02040503050406030204" pitchFamily="18" charset="0"/>
                                  </a:rPr>
                                </m:ctrlPr>
                              </m:dPr>
                              <m:e>
                                <m:r>
                                  <a:rPr lang="ar-AE">
                                    <a:latin typeface="Cambria Math" panose="02040503050406030204" pitchFamily="18" charset="0"/>
                                  </a:rPr>
                                  <m:t>1</m:t>
                                </m:r>
                              </m:e>
                            </m:d>
                          </m:sup>
                        </m:sSup>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up>
                            <m:d>
                              <m:dPr>
                                <m:ctrlPr>
                                  <a:rPr lang="ar-AE" i="1">
                                    <a:latin typeface="Cambria Math" panose="02040503050406030204" pitchFamily="18" charset="0"/>
                                  </a:rPr>
                                </m:ctrlPr>
                              </m:dPr>
                              <m:e>
                                <m:r>
                                  <a:rPr lang="ar-AE">
                                    <a:latin typeface="Cambria Math" panose="02040503050406030204" pitchFamily="18" charset="0"/>
                                  </a:rPr>
                                  <m:t>1</m:t>
                                </m:r>
                              </m:e>
                            </m:d>
                          </m:sup>
                        </m:sSubSup>
                      </m:e>
                    </m:d>
                  </m:oMath>
                </a14:m>
                <a:endParaRPr lang="ar-AE" dirty="0"/>
              </a:p>
              <a:p>
                <a:r>
                  <a:rPr lang="en-IN" b="1" dirty="0"/>
                  <a:t>Layer 2:</a:t>
                </a:r>
              </a:p>
              <a:p>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d>
                          <m:dPr>
                            <m:ctrlPr>
                              <a:rPr lang="ar-AE" i="1">
                                <a:latin typeface="Cambria Math" panose="02040503050406030204" pitchFamily="18" charset="0"/>
                              </a:rPr>
                            </m:ctrlPr>
                          </m:dPr>
                          <m:e>
                            <m:r>
                              <a:rPr lang="ar-AE">
                                <a:latin typeface="Cambria Math" panose="02040503050406030204" pitchFamily="18" charset="0"/>
                              </a:rPr>
                              <m:t>2</m:t>
                            </m:r>
                          </m:e>
                        </m:d>
                      </m:sup>
                    </m:sSubSup>
                    <m:r>
                      <a:rPr lang="ar-AE">
                        <a:latin typeface="Cambria Math" panose="02040503050406030204" pitchFamily="18" charset="0"/>
                      </a:rPr>
                      <m:t>=</m:t>
                    </m:r>
                    <m:r>
                      <a:rPr lang="ar-AE" i="1">
                        <a:latin typeface="Cambria Math" panose="02040503050406030204" pitchFamily="18" charset="0"/>
                      </a:rPr>
                      <m:t>𝑓</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𝑊</m:t>
                            </m:r>
                          </m:e>
                          <m:sup>
                            <m:d>
                              <m:dPr>
                                <m:ctrlPr>
                                  <a:rPr lang="ar-AE" i="1">
                                    <a:latin typeface="Cambria Math" panose="02040503050406030204" pitchFamily="18" charset="0"/>
                                  </a:rPr>
                                </m:ctrlPr>
                              </m:dPr>
                              <m:e>
                                <m:r>
                                  <a:rPr lang="ar-AE">
                                    <a:latin typeface="Cambria Math" panose="02040503050406030204" pitchFamily="18" charset="0"/>
                                  </a:rPr>
                                  <m:t>2</m:t>
                                </m:r>
                              </m:e>
                            </m:d>
                          </m:sup>
                        </m:sSup>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d>
                              <m:dPr>
                                <m:ctrlPr>
                                  <a:rPr lang="ar-AE" i="1">
                                    <a:latin typeface="Cambria Math" panose="02040503050406030204" pitchFamily="18" charset="0"/>
                                  </a:rPr>
                                </m:ctrlPr>
                              </m:dPr>
                              <m:e>
                                <m:r>
                                  <a:rPr lang="ar-AE">
                                    <a:latin typeface="Cambria Math" panose="02040503050406030204" pitchFamily="18" charset="0"/>
                                  </a:rPr>
                                  <m:t>1</m:t>
                                </m:r>
                              </m:e>
                            </m:d>
                          </m:sup>
                        </m:sSubSup>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𝑈</m:t>
                            </m:r>
                          </m:e>
                          <m:sup>
                            <m:d>
                              <m:dPr>
                                <m:ctrlPr>
                                  <a:rPr lang="ar-AE" i="1">
                                    <a:latin typeface="Cambria Math" panose="02040503050406030204" pitchFamily="18" charset="0"/>
                                  </a:rPr>
                                </m:ctrlPr>
                              </m:dPr>
                              <m:e>
                                <m:r>
                                  <a:rPr lang="ar-AE">
                                    <a:latin typeface="Cambria Math" panose="02040503050406030204" pitchFamily="18" charset="0"/>
                                  </a:rPr>
                                  <m:t>2</m:t>
                                </m:r>
                              </m:e>
                            </m:d>
                          </m:sup>
                        </m:sSup>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up>
                            <m:d>
                              <m:dPr>
                                <m:ctrlPr>
                                  <a:rPr lang="ar-AE" i="1">
                                    <a:latin typeface="Cambria Math" panose="02040503050406030204" pitchFamily="18" charset="0"/>
                                  </a:rPr>
                                </m:ctrlPr>
                              </m:dPr>
                              <m:e>
                                <m:r>
                                  <a:rPr lang="ar-AE">
                                    <a:latin typeface="Cambria Math" panose="02040503050406030204" pitchFamily="18" charset="0"/>
                                  </a:rPr>
                                  <m:t>2</m:t>
                                </m:r>
                              </m:e>
                            </m:d>
                          </m:sup>
                        </m:sSubSup>
                      </m:e>
                    </m:d>
                  </m:oMath>
                </a14:m>
                <a:endParaRPr lang="ar-AE" dirty="0"/>
              </a:p>
              <a:p>
                <a:r>
                  <a:rPr lang="en-IN" b="1" dirty="0"/>
                  <a:t>Layer L:</a:t>
                </a:r>
              </a:p>
              <a:p>
                <a14:m>
                  <m:oMath xmlns:m="http://schemas.openxmlformats.org/officeDocument/2006/math">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d>
                          <m:dPr>
                            <m:ctrlPr>
                              <a:rPr lang="ar-AE" i="1">
                                <a:latin typeface="Cambria Math" panose="02040503050406030204" pitchFamily="18" charset="0"/>
                              </a:rPr>
                            </m:ctrlPr>
                          </m:dPr>
                          <m:e>
                            <m:r>
                              <a:rPr lang="ar-AE" i="1">
                                <a:latin typeface="Cambria Math" panose="02040503050406030204" pitchFamily="18" charset="0"/>
                              </a:rPr>
                              <m:t>𝐿</m:t>
                            </m:r>
                          </m:e>
                        </m:d>
                      </m:sup>
                    </m:sSubSup>
                    <m:r>
                      <a:rPr lang="ar-AE">
                        <a:latin typeface="Cambria Math" panose="02040503050406030204" pitchFamily="18" charset="0"/>
                      </a:rPr>
                      <m:t>=</m:t>
                    </m:r>
                    <m:r>
                      <a:rPr lang="ar-AE" i="1">
                        <a:latin typeface="Cambria Math" panose="02040503050406030204" pitchFamily="18" charset="0"/>
                      </a:rPr>
                      <m:t>𝑓</m:t>
                    </m:r>
                    <m:d>
                      <m:dPr>
                        <m:ctrlPr>
                          <a:rPr lang="ar-AE" i="1">
                            <a:latin typeface="Cambria Math" panose="02040503050406030204" pitchFamily="18" charset="0"/>
                          </a:rPr>
                        </m:ctrlPr>
                      </m:dPr>
                      <m:e>
                        <m:sSup>
                          <m:sSupPr>
                            <m:ctrlPr>
                              <a:rPr lang="ar-AE" i="1">
                                <a:latin typeface="Cambria Math" panose="02040503050406030204" pitchFamily="18" charset="0"/>
                              </a:rPr>
                            </m:ctrlPr>
                          </m:sSupPr>
                          <m:e>
                            <m:r>
                              <a:rPr lang="ar-AE" i="1">
                                <a:latin typeface="Cambria Math" panose="02040503050406030204" pitchFamily="18" charset="0"/>
                              </a:rPr>
                              <m:t>𝑊</m:t>
                            </m:r>
                          </m:e>
                          <m:sup>
                            <m:d>
                              <m:dPr>
                                <m:ctrlPr>
                                  <a:rPr lang="ar-AE" i="1">
                                    <a:latin typeface="Cambria Math" panose="02040503050406030204" pitchFamily="18" charset="0"/>
                                  </a:rPr>
                                </m:ctrlPr>
                              </m:dPr>
                              <m:e>
                                <m:r>
                                  <a:rPr lang="ar-AE" i="1">
                                    <a:latin typeface="Cambria Math" panose="02040503050406030204" pitchFamily="18" charset="0"/>
                                  </a:rPr>
                                  <m:t>𝐿</m:t>
                                </m:r>
                              </m:e>
                            </m:d>
                          </m:sup>
                        </m:sSup>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d>
                              <m:dPr>
                                <m:ctrlPr>
                                  <a:rPr lang="ar-AE" i="1">
                                    <a:latin typeface="Cambria Math" panose="02040503050406030204" pitchFamily="18" charset="0"/>
                                  </a:rPr>
                                </m:ctrlPr>
                              </m:dPr>
                              <m:e>
                                <m:r>
                                  <a:rPr lang="ar-AE" i="1">
                                    <a:latin typeface="Cambria Math" panose="02040503050406030204" pitchFamily="18" charset="0"/>
                                  </a:rPr>
                                  <m:t>𝐿</m:t>
                                </m:r>
                                <m:r>
                                  <a:rPr lang="ar-AE">
                                    <a:latin typeface="Cambria Math" panose="02040503050406030204" pitchFamily="18" charset="0"/>
                                  </a:rPr>
                                  <m:t>−</m:t>
                                </m:r>
                                <m:r>
                                  <a:rPr lang="ar-AE">
                                    <a:latin typeface="Cambria Math" panose="02040503050406030204" pitchFamily="18" charset="0"/>
                                  </a:rPr>
                                  <m:t>1</m:t>
                                </m:r>
                              </m:e>
                            </m:d>
                          </m:sup>
                        </m:sSubSup>
                        <m:r>
                          <a:rPr lang="ar-AE">
                            <a:latin typeface="Cambria Math" panose="02040503050406030204" pitchFamily="18" charset="0"/>
                          </a:rPr>
                          <m:t>+</m:t>
                        </m:r>
                        <m:sSup>
                          <m:sSupPr>
                            <m:ctrlPr>
                              <a:rPr lang="ar-AE" i="1">
                                <a:latin typeface="Cambria Math" panose="02040503050406030204" pitchFamily="18" charset="0"/>
                              </a:rPr>
                            </m:ctrlPr>
                          </m:sSupPr>
                          <m:e>
                            <m:r>
                              <a:rPr lang="ar-AE" i="1">
                                <a:latin typeface="Cambria Math" panose="02040503050406030204" pitchFamily="18" charset="0"/>
                              </a:rPr>
                              <m:t>𝑈</m:t>
                            </m:r>
                          </m:e>
                          <m:sup>
                            <m:d>
                              <m:dPr>
                                <m:ctrlPr>
                                  <a:rPr lang="ar-AE" i="1">
                                    <a:latin typeface="Cambria Math" panose="02040503050406030204" pitchFamily="18" charset="0"/>
                                  </a:rPr>
                                </m:ctrlPr>
                              </m:dPr>
                              <m:e>
                                <m:r>
                                  <a:rPr lang="ar-AE" i="1">
                                    <a:latin typeface="Cambria Math" panose="02040503050406030204" pitchFamily="18" charset="0"/>
                                  </a:rPr>
                                  <m:t>𝐿</m:t>
                                </m:r>
                              </m:e>
                            </m:d>
                          </m:sup>
                        </m:sSup>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r>
                              <a:rPr lang="ar-AE">
                                <a:latin typeface="Cambria Math" panose="02040503050406030204" pitchFamily="18" charset="0"/>
                              </a:rPr>
                              <m:t>−</m:t>
                            </m:r>
                            <m:r>
                              <a:rPr lang="ar-AE">
                                <a:latin typeface="Cambria Math" panose="02040503050406030204" pitchFamily="18" charset="0"/>
                              </a:rPr>
                              <m:t>1</m:t>
                            </m:r>
                          </m:sub>
                          <m:sup>
                            <m:d>
                              <m:dPr>
                                <m:ctrlPr>
                                  <a:rPr lang="ar-AE" i="1">
                                    <a:latin typeface="Cambria Math" panose="02040503050406030204" pitchFamily="18" charset="0"/>
                                  </a:rPr>
                                </m:ctrlPr>
                              </m:dPr>
                              <m:e>
                                <m:r>
                                  <a:rPr lang="ar-AE" i="1">
                                    <a:latin typeface="Cambria Math" panose="02040503050406030204" pitchFamily="18" charset="0"/>
                                  </a:rPr>
                                  <m:t>𝐿</m:t>
                                </m:r>
                              </m:e>
                            </m:d>
                          </m:sup>
                        </m:sSubSup>
                      </m:e>
                    </m:d>
                  </m:oMath>
                </a14:m>
                <a:endParaRPr lang="ar-AE" dirty="0"/>
              </a:p>
              <a:p>
                <a:r>
                  <a:rPr lang="en-IN" dirty="0"/>
                  <a:t>Output:</a:t>
                </a:r>
              </a:p>
              <a:p>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𝑦</m:t>
                        </m:r>
                      </m:e>
                      <m:sub>
                        <m:r>
                          <a:rPr lang="ar-AE" i="1">
                            <a:latin typeface="Cambria Math" panose="02040503050406030204" pitchFamily="18" charset="0"/>
                          </a:rPr>
                          <m:t>𝑡</m:t>
                        </m:r>
                      </m:sub>
                    </m:sSub>
                    <m:r>
                      <a:rPr lang="ar-AE">
                        <a:latin typeface="Cambria Math" panose="02040503050406030204" pitchFamily="18" charset="0"/>
                      </a:rPr>
                      <m:t>=</m:t>
                    </m:r>
                    <m:r>
                      <a:rPr lang="ar-AE" i="1">
                        <a:latin typeface="Cambria Math" panose="02040503050406030204" pitchFamily="18" charset="0"/>
                      </a:rPr>
                      <m:t>𝑔</m:t>
                    </m:r>
                    <m:d>
                      <m:dPr>
                        <m:ctrlPr>
                          <a:rPr lang="ar-AE" i="1">
                            <a:latin typeface="Cambria Math" panose="02040503050406030204" pitchFamily="18" charset="0"/>
                          </a:rPr>
                        </m:ctrlPr>
                      </m:dPr>
                      <m:e>
                        <m:r>
                          <a:rPr lang="ar-AE" i="1">
                            <a:latin typeface="Cambria Math" panose="02040503050406030204" pitchFamily="18" charset="0"/>
                          </a:rPr>
                          <m:t>𝑉</m:t>
                        </m:r>
                        <m:sSubSup>
                          <m:sSubSupPr>
                            <m:ctrlPr>
                              <a:rPr lang="ar-AE" i="1">
                                <a:latin typeface="Cambria Math" panose="02040503050406030204" pitchFamily="18" charset="0"/>
                              </a:rPr>
                            </m:ctrlPr>
                          </m:sSubSupPr>
                          <m:e>
                            <m:r>
                              <a:rPr lang="ar-AE" i="1">
                                <a:latin typeface="Cambria Math" panose="02040503050406030204" pitchFamily="18" charset="0"/>
                              </a:rPr>
                              <m:t>h</m:t>
                            </m:r>
                          </m:e>
                          <m:sub>
                            <m:r>
                              <a:rPr lang="ar-AE" i="1">
                                <a:latin typeface="Cambria Math" panose="02040503050406030204" pitchFamily="18" charset="0"/>
                              </a:rPr>
                              <m:t>𝑡</m:t>
                            </m:r>
                          </m:sub>
                          <m:sup>
                            <m:d>
                              <m:dPr>
                                <m:ctrlPr>
                                  <a:rPr lang="ar-AE" i="1">
                                    <a:latin typeface="Cambria Math" panose="02040503050406030204" pitchFamily="18" charset="0"/>
                                  </a:rPr>
                                </m:ctrlPr>
                              </m:dPr>
                              <m:e>
                                <m:r>
                                  <a:rPr lang="ar-AE" i="1">
                                    <a:latin typeface="Cambria Math" panose="02040503050406030204" pitchFamily="18" charset="0"/>
                                  </a:rPr>
                                  <m:t>𝐿</m:t>
                                </m:r>
                              </m:e>
                            </m:d>
                          </m:sup>
                        </m:sSubSup>
                      </m:e>
                    </m:d>
                  </m:oMath>
                </a14:m>
                <a:endParaRPr lang="ar-AE" dirty="0"/>
              </a:p>
              <a:p>
                <a:endParaRPr lang="en-IN" dirty="0"/>
              </a:p>
            </p:txBody>
          </p:sp>
        </mc:Choice>
        <mc:Fallback xmlns="">
          <p:sp>
            <p:nvSpPr>
              <p:cNvPr id="3" name="Content Placeholder 2">
                <a:extLst>
                  <a:ext uri="{FF2B5EF4-FFF2-40B4-BE49-F238E27FC236}">
                    <a16:creationId xmlns:a16="http://schemas.microsoft.com/office/drawing/2014/main" id="{6F19178C-2476-63E0-CA54-9E6A162DE1CE}"/>
                  </a:ext>
                </a:extLst>
              </p:cNvPr>
              <p:cNvSpPr>
                <a:spLocks noGrp="1" noRot="1" noChangeAspect="1" noMove="1" noResize="1" noEditPoints="1" noAdjustHandles="1" noChangeArrowheads="1" noChangeShapeType="1" noTextEdit="1"/>
              </p:cNvSpPr>
              <p:nvPr>
                <p:ph idx="1"/>
              </p:nvPr>
            </p:nvSpPr>
            <p:spPr>
              <a:xfrm>
                <a:off x="1025842" y="1412240"/>
                <a:ext cx="10201275" cy="4714030"/>
              </a:xfrm>
              <a:blipFill>
                <a:blip r:embed="rId2"/>
                <a:stretch>
                  <a:fillRect l="-1434" t="-2458"/>
                </a:stretch>
              </a:blipFill>
            </p:spPr>
            <p:txBody>
              <a:bodyPr/>
              <a:lstStyle/>
              <a:p>
                <a:r>
                  <a:rPr lang="en-IN">
                    <a:noFill/>
                  </a:rPr>
                  <a:t> </a:t>
                </a:r>
              </a:p>
            </p:txBody>
          </p:sp>
        </mc:Fallback>
      </mc:AlternateContent>
    </p:spTree>
    <p:extLst>
      <p:ext uri="{BB962C8B-B14F-4D97-AF65-F5344CB8AC3E}">
        <p14:creationId xmlns:p14="http://schemas.microsoft.com/office/powerpoint/2010/main" val="203718963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FA33E-9E11-DC32-D97F-A94D3AB459A9}"/>
              </a:ext>
            </a:extLst>
          </p:cNvPr>
          <p:cNvSpPr>
            <a:spLocks noGrp="1"/>
          </p:cNvSpPr>
          <p:nvPr>
            <p:ph type="title"/>
          </p:nvPr>
        </p:nvSpPr>
        <p:spPr/>
        <p:txBody>
          <a:bodyPr>
            <a:normAutofit fontScale="90000"/>
          </a:bodyPr>
          <a:lstStyle/>
          <a:p>
            <a:r>
              <a:rPr lang="en-IN" dirty="0"/>
              <a:t>Autoencoders</a:t>
            </a:r>
          </a:p>
        </p:txBody>
      </p:sp>
      <p:sp>
        <p:nvSpPr>
          <p:cNvPr id="3" name="Content Placeholder 2">
            <a:extLst>
              <a:ext uri="{FF2B5EF4-FFF2-40B4-BE49-F238E27FC236}">
                <a16:creationId xmlns:a16="http://schemas.microsoft.com/office/drawing/2014/main" id="{7B0A396B-2659-3CE7-1D4D-473C771AC540}"/>
              </a:ext>
            </a:extLst>
          </p:cNvPr>
          <p:cNvSpPr>
            <a:spLocks noGrp="1"/>
          </p:cNvSpPr>
          <p:nvPr>
            <p:ph idx="1"/>
          </p:nvPr>
        </p:nvSpPr>
        <p:spPr>
          <a:xfrm>
            <a:off x="914400" y="1493520"/>
            <a:ext cx="10312717" cy="4632750"/>
          </a:xfrm>
        </p:spPr>
        <p:txBody>
          <a:bodyPr/>
          <a:lstStyle/>
          <a:p>
            <a:pPr fontAlgn="base"/>
            <a:r>
              <a:rPr lang="en-US" dirty="0"/>
              <a:t>Autoencoders are a special type of neural networks that learn to compress data into a compact form and then reconstruct it to closely match the original input. They consist of an:</a:t>
            </a:r>
          </a:p>
          <a:p>
            <a:pPr fontAlgn="base"/>
            <a:r>
              <a:rPr lang="en-US" dirty="0"/>
              <a:t>Encoder that captures important features by reducing dimensionality.</a:t>
            </a:r>
          </a:p>
          <a:p>
            <a:pPr fontAlgn="base"/>
            <a:r>
              <a:rPr lang="en-US" dirty="0"/>
              <a:t>Decoder that rebuilds the data from this compressed representation.</a:t>
            </a:r>
          </a:p>
          <a:p>
            <a:pPr fontAlgn="base"/>
            <a:r>
              <a:rPr lang="en-US" dirty="0"/>
              <a:t>The model trains by minimizing reconstruction error using loss functions like </a:t>
            </a:r>
            <a:r>
              <a:rPr lang="en-US" b="1" dirty="0"/>
              <a:t>Mean Squared Error or Binary Cross-Entropy</a:t>
            </a:r>
            <a:r>
              <a:rPr lang="en-US" dirty="0"/>
              <a:t>. </a:t>
            </a:r>
          </a:p>
          <a:p>
            <a:pPr fontAlgn="base"/>
            <a:r>
              <a:rPr lang="en-US" dirty="0"/>
              <a:t>These are applied in tasks such as noise removal, error detection and feature extraction where capturing efficient data representations is important.</a:t>
            </a:r>
          </a:p>
          <a:p>
            <a:endParaRPr lang="en-IN" dirty="0"/>
          </a:p>
        </p:txBody>
      </p:sp>
    </p:spTree>
    <p:extLst>
      <p:ext uri="{BB962C8B-B14F-4D97-AF65-F5344CB8AC3E}">
        <p14:creationId xmlns:p14="http://schemas.microsoft.com/office/powerpoint/2010/main" val="309808674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CA4A4-D96B-5357-E8D2-302BEA8F210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1F9F37E0-01AD-A55C-CA89-B0639BC190B5}"/>
              </a:ext>
            </a:extLst>
          </p:cNvPr>
          <p:cNvSpPr>
            <a:spLocks noGrp="1"/>
          </p:cNvSpPr>
          <p:nvPr>
            <p:ph idx="1"/>
          </p:nvPr>
        </p:nvSpPr>
        <p:spPr>
          <a:xfrm>
            <a:off x="853281" y="1391920"/>
            <a:ext cx="10485437" cy="4632750"/>
          </a:xfrm>
        </p:spPr>
        <p:txBody>
          <a:bodyPr/>
          <a:lstStyle/>
          <a:p>
            <a:r>
              <a:rPr lang="en-US" dirty="0"/>
              <a:t>As humans, when we’re asked to draw a tree with the least number of touches to the paper, (given that we’ve seen so many trees in our lifetime) we draw a line for the tree and couple of branches on top to provide an abstraction to how trees look like, this is what’s being done with autoencoder.</a:t>
            </a:r>
            <a:endParaRPr lang="en-IN" dirty="0"/>
          </a:p>
        </p:txBody>
      </p:sp>
      <p:pic>
        <p:nvPicPr>
          <p:cNvPr id="6146" name="Picture 2">
            <a:extLst>
              <a:ext uri="{FF2B5EF4-FFF2-40B4-BE49-F238E27FC236}">
                <a16:creationId xmlns:a16="http://schemas.microsoft.com/office/drawing/2014/main" id="{94643175-84F5-9B80-8A50-F6754F1350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538" y="3094355"/>
            <a:ext cx="8334375" cy="3067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520798"/>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8DC55-3034-7B28-538D-A7E27C8D0CCF}"/>
              </a:ext>
            </a:extLst>
          </p:cNvPr>
          <p:cNvSpPr>
            <a:spLocks noGrp="1"/>
          </p:cNvSpPr>
          <p:nvPr>
            <p:ph type="title"/>
          </p:nvPr>
        </p:nvSpPr>
        <p:spPr/>
        <p:txBody>
          <a:bodyPr>
            <a:normAutofit fontScale="90000"/>
          </a:bodyPr>
          <a:lstStyle/>
          <a:p>
            <a:endParaRPr lang="en-IN"/>
          </a:p>
        </p:txBody>
      </p:sp>
      <p:pic>
        <p:nvPicPr>
          <p:cNvPr id="7170" name="Picture 2">
            <a:extLst>
              <a:ext uri="{FF2B5EF4-FFF2-40B4-BE49-F238E27FC236}">
                <a16:creationId xmlns:a16="http://schemas.microsoft.com/office/drawing/2014/main" id="{1214ECF5-D832-0C3B-91E1-A4CA6BF324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52638" y="1440814"/>
            <a:ext cx="8258162" cy="44546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053282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8950D-348D-0785-F74C-CD91EF711E1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79B20F6-A8E9-27A3-A72F-39323376E4E1}"/>
              </a:ext>
            </a:extLst>
          </p:cNvPr>
          <p:cNvSpPr>
            <a:spLocks noGrp="1"/>
          </p:cNvSpPr>
          <p:nvPr>
            <p:ph idx="1"/>
          </p:nvPr>
        </p:nvSpPr>
        <p:spPr/>
        <p:txBody>
          <a:bodyPr/>
          <a:lstStyle/>
          <a:p>
            <a:r>
              <a:rPr lang="en-US" dirty="0"/>
              <a:t>We have our input layer with 784 units (assuming we give 28x28 images) and we could simply stack a layer on top with 28 units, and our output layer will have 784 units again.</a:t>
            </a:r>
          </a:p>
          <a:p>
            <a:r>
              <a:rPr lang="en-US" dirty="0"/>
              <a:t>The first part is called “encoder” it encodes our inputs as latent variables, and second part is called “decoder” it will reconstruct our inputs from the latent variables.</a:t>
            </a:r>
            <a:endParaRPr lang="en-IN" dirty="0"/>
          </a:p>
        </p:txBody>
      </p:sp>
    </p:spTree>
    <p:extLst>
      <p:ext uri="{BB962C8B-B14F-4D97-AF65-F5344CB8AC3E}">
        <p14:creationId xmlns:p14="http://schemas.microsoft.com/office/powerpoint/2010/main" val="47137284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3C77C-7A0A-593E-6174-BEE8A3721B1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7D7E0F0-70B1-A00D-9706-EF0BB1411318}"/>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598DC72C-C8B0-EAEB-3ACF-D441DBB84783}"/>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27448383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9A22-DD10-2DA9-6A1D-83551524F95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0B07FB9-C979-84B8-B3A8-0B3FD0D029F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B32EE0E-28B1-83A4-6ED5-16BDC9D70D00}"/>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12048042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6E7E9-253D-199D-7FFB-0F3B96587A9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E51CF86-2C42-B6BC-D7A4-553DC4C5AE51}"/>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4A1E1883-744E-E6BA-5AE2-DBE92FD6154E}"/>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3751760385"/>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0EBA3-1830-FF2F-C37E-1161A91A09C2}"/>
              </a:ext>
            </a:extLst>
          </p:cNvPr>
          <p:cNvSpPr>
            <a:spLocks noGrp="1"/>
          </p:cNvSpPr>
          <p:nvPr>
            <p:ph type="title"/>
          </p:nvPr>
        </p:nvSpPr>
        <p:spPr/>
        <p:txBody>
          <a:bodyPr>
            <a:normAutofit fontScale="90000"/>
          </a:bodyPr>
          <a:lstStyle/>
          <a:p>
            <a:r>
              <a:rPr lang="en-US" dirty="0"/>
              <a:t>Architecture of Autoencoder</a:t>
            </a:r>
            <a:endParaRPr lang="en-IN" dirty="0"/>
          </a:p>
        </p:txBody>
      </p:sp>
      <p:sp>
        <p:nvSpPr>
          <p:cNvPr id="3" name="Content Placeholder 2">
            <a:extLst>
              <a:ext uri="{FF2B5EF4-FFF2-40B4-BE49-F238E27FC236}">
                <a16:creationId xmlns:a16="http://schemas.microsoft.com/office/drawing/2014/main" id="{2247FCBF-334B-7528-7004-E8362D2465F6}"/>
              </a:ext>
            </a:extLst>
          </p:cNvPr>
          <p:cNvSpPr>
            <a:spLocks noGrp="1"/>
          </p:cNvSpPr>
          <p:nvPr>
            <p:ph idx="1"/>
          </p:nvPr>
        </p:nvSpPr>
        <p:spPr>
          <a:xfrm>
            <a:off x="1025842" y="1229360"/>
            <a:ext cx="10201275" cy="4896910"/>
          </a:xfrm>
        </p:spPr>
        <p:txBody>
          <a:bodyPr/>
          <a:lstStyle/>
          <a:p>
            <a:pPr fontAlgn="base"/>
            <a:r>
              <a:rPr lang="en-US" dirty="0"/>
              <a:t>An autoencoder’s architecture consists of three main components that work together to compress and then reconstruct data which are as follows:</a:t>
            </a:r>
          </a:p>
          <a:p>
            <a:endParaRPr lang="en-IN" dirty="0"/>
          </a:p>
        </p:txBody>
      </p:sp>
      <p:pic>
        <p:nvPicPr>
          <p:cNvPr id="5" name="Picture 4">
            <a:extLst>
              <a:ext uri="{FF2B5EF4-FFF2-40B4-BE49-F238E27FC236}">
                <a16:creationId xmlns:a16="http://schemas.microsoft.com/office/drawing/2014/main" id="{75A99F33-9A2E-3F87-5D6A-DD5ACF7502F9}"/>
              </a:ext>
            </a:extLst>
          </p:cNvPr>
          <p:cNvPicPr>
            <a:picLocks noChangeAspect="1"/>
          </p:cNvPicPr>
          <p:nvPr/>
        </p:nvPicPr>
        <p:blipFill>
          <a:blip r:embed="rId2"/>
          <a:stretch>
            <a:fillRect/>
          </a:stretch>
        </p:blipFill>
        <p:spPr>
          <a:xfrm>
            <a:off x="4206557" y="2103120"/>
            <a:ext cx="3981450" cy="3810000"/>
          </a:xfrm>
          <a:prstGeom prst="rect">
            <a:avLst/>
          </a:prstGeom>
        </p:spPr>
      </p:pic>
    </p:spTree>
    <p:extLst>
      <p:ext uri="{BB962C8B-B14F-4D97-AF65-F5344CB8AC3E}">
        <p14:creationId xmlns:p14="http://schemas.microsoft.com/office/powerpoint/2010/main" val="295157534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7AC66-72CD-98D5-372B-139BEC5A85B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6B22551-BFDC-0CE5-BCFF-692F4678C428}"/>
              </a:ext>
            </a:extLst>
          </p:cNvPr>
          <p:cNvSpPr>
            <a:spLocks noGrp="1"/>
          </p:cNvSpPr>
          <p:nvPr>
            <p:ph idx="1"/>
          </p:nvPr>
        </p:nvSpPr>
        <p:spPr/>
        <p:txBody>
          <a:bodyPr>
            <a:normAutofit fontScale="92500"/>
          </a:bodyPr>
          <a:lstStyle/>
          <a:p>
            <a:pPr fontAlgn="base"/>
            <a:r>
              <a:rPr lang="en-US" b="1" dirty="0"/>
              <a:t>1. Encoder</a:t>
            </a:r>
          </a:p>
          <a:p>
            <a:pPr fontAlgn="base"/>
            <a:r>
              <a:rPr lang="en-US" dirty="0"/>
              <a:t>It compress the input data into a smaller, more manageable form by reducing its dimensionality while preserving important information. It has three layers which are:</a:t>
            </a:r>
          </a:p>
          <a:p>
            <a:pPr fontAlgn="base"/>
            <a:r>
              <a:rPr lang="en-US" b="1" dirty="0"/>
              <a:t>Input Layer</a:t>
            </a:r>
            <a:r>
              <a:rPr lang="en-US" dirty="0"/>
              <a:t>: This is where the original data enters the network. It can be images, text features or any other structured data.</a:t>
            </a:r>
          </a:p>
          <a:p>
            <a:pPr fontAlgn="base"/>
            <a:r>
              <a:rPr lang="en-US" b="1" dirty="0"/>
              <a:t>Hidden Layers</a:t>
            </a:r>
            <a:r>
              <a:rPr lang="en-US" dirty="0"/>
              <a:t>: These layers perform a series of transformations on the input data. Each hidden layer applies weights and </a:t>
            </a:r>
            <a:r>
              <a:rPr lang="en-US" u="sng" dirty="0">
                <a:hlinkClick r:id="rId2"/>
              </a:rPr>
              <a:t>activation functions</a:t>
            </a:r>
            <a:r>
              <a:rPr lang="en-US" dirty="0"/>
              <a:t> to capture important patterns, progressively reducing the data's size and complexity.</a:t>
            </a:r>
          </a:p>
          <a:p>
            <a:pPr fontAlgn="base"/>
            <a:r>
              <a:rPr lang="en-US" b="1" dirty="0"/>
              <a:t>Output(Latent Space)</a:t>
            </a:r>
            <a:r>
              <a:rPr lang="en-US" dirty="0"/>
              <a:t>: The encoder outputs a compressed vector known as the latent representation or encoding. This vector captures the important features of the input data in a condensed form helps in filtering out noise and redundancies.</a:t>
            </a:r>
          </a:p>
          <a:p>
            <a:endParaRPr lang="en-IN" dirty="0"/>
          </a:p>
        </p:txBody>
      </p:sp>
    </p:spTree>
    <p:extLst>
      <p:ext uri="{BB962C8B-B14F-4D97-AF65-F5344CB8AC3E}">
        <p14:creationId xmlns:p14="http://schemas.microsoft.com/office/powerpoint/2010/main" val="1499232444"/>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A6D51-4006-AFB3-5AE8-3040C43DCA7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71E31A30-67CB-94A9-8B20-06B08A1ACBE1}"/>
              </a:ext>
            </a:extLst>
          </p:cNvPr>
          <p:cNvSpPr>
            <a:spLocks noGrp="1"/>
          </p:cNvSpPr>
          <p:nvPr>
            <p:ph idx="1"/>
          </p:nvPr>
        </p:nvSpPr>
        <p:spPr>
          <a:xfrm>
            <a:off x="1066800" y="1796906"/>
            <a:ext cx="10058400" cy="4217604"/>
          </a:xfrm>
        </p:spPr>
        <p:txBody>
          <a:bodyPr/>
          <a:lstStyle/>
          <a:p>
            <a:pPr fontAlgn="base"/>
            <a:r>
              <a:rPr lang="en-US" b="1" dirty="0"/>
              <a:t>2. Bottleneck (Latent Space)</a:t>
            </a:r>
          </a:p>
          <a:p>
            <a:pPr fontAlgn="base"/>
            <a:r>
              <a:rPr lang="en-US" dirty="0"/>
              <a:t>It is the smallest layer of the network which represents the most compressed version of the input data. It serves as the information bottleneck which force the network to prioritize the most significant features. This compact representation helps the model learn the underlying structure and key patterns of the input helps in enabling better generalization and efficient data encoding.</a:t>
            </a:r>
          </a:p>
          <a:p>
            <a:endParaRPr lang="en-IN" dirty="0"/>
          </a:p>
        </p:txBody>
      </p:sp>
    </p:spTree>
    <p:extLst>
      <p:ext uri="{BB962C8B-B14F-4D97-AF65-F5344CB8AC3E}">
        <p14:creationId xmlns:p14="http://schemas.microsoft.com/office/powerpoint/2010/main" val="4234459105"/>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ED738-E25E-9960-1617-4451D3C1116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AC531A9-6354-1A8E-B59F-9EA86A9F4970}"/>
              </a:ext>
            </a:extLst>
          </p:cNvPr>
          <p:cNvSpPr>
            <a:spLocks noGrp="1"/>
          </p:cNvSpPr>
          <p:nvPr>
            <p:ph idx="1"/>
          </p:nvPr>
        </p:nvSpPr>
        <p:spPr>
          <a:xfrm>
            <a:off x="894080" y="1645920"/>
            <a:ext cx="10333037" cy="4480350"/>
          </a:xfrm>
        </p:spPr>
        <p:txBody>
          <a:bodyPr/>
          <a:lstStyle/>
          <a:p>
            <a:pPr fontAlgn="base"/>
            <a:r>
              <a:rPr lang="en-US" b="1" dirty="0"/>
              <a:t>3. Decoder</a:t>
            </a:r>
          </a:p>
          <a:p>
            <a:pPr fontAlgn="base"/>
            <a:r>
              <a:rPr lang="en-US" dirty="0"/>
              <a:t>It is responsible for taking the compressed representation from the latent space and reconstructing it back into the original data form.</a:t>
            </a:r>
          </a:p>
          <a:p>
            <a:pPr fontAlgn="base"/>
            <a:r>
              <a:rPr lang="en-US" b="1" dirty="0"/>
              <a:t>Hidden Layers</a:t>
            </a:r>
            <a:r>
              <a:rPr lang="en-US" dirty="0"/>
              <a:t>: These layers progressively expand the latent vector back into a higher-dimensional space. Through successive transformations decoder attempts to restore the original data shape and details</a:t>
            </a:r>
          </a:p>
          <a:p>
            <a:pPr fontAlgn="base"/>
            <a:r>
              <a:rPr lang="en-US" b="1" dirty="0"/>
              <a:t>Output Layer</a:t>
            </a:r>
            <a:r>
              <a:rPr lang="en-US" dirty="0"/>
              <a:t>: The final layer produces the reconstructed output which aims to closely resemble the original input. The quality of reconstruction depends on how well the encoder-decoder pair can minimize the difference between the input and output during training.</a:t>
            </a:r>
          </a:p>
          <a:p>
            <a:endParaRPr lang="en-IN" dirty="0"/>
          </a:p>
        </p:txBody>
      </p:sp>
    </p:spTree>
    <p:extLst>
      <p:ext uri="{BB962C8B-B14F-4D97-AF65-F5344CB8AC3E}">
        <p14:creationId xmlns:p14="http://schemas.microsoft.com/office/powerpoint/2010/main" val="270953760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E830A-7675-C00E-A337-FB024C96209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6CCFA82-47C0-2283-E4C8-A91E6446A44B}"/>
              </a:ext>
            </a:extLst>
          </p:cNvPr>
          <p:cNvSpPr>
            <a:spLocks noGrp="1"/>
          </p:cNvSpPr>
          <p:nvPr>
            <p:ph idx="1"/>
          </p:nvPr>
        </p:nvSpPr>
        <p:spPr>
          <a:xfrm>
            <a:off x="873760" y="1412240"/>
            <a:ext cx="10353357" cy="4714030"/>
          </a:xfrm>
        </p:spPr>
        <p:txBody>
          <a:bodyPr>
            <a:normAutofit lnSpcReduction="10000"/>
          </a:bodyPr>
          <a:lstStyle/>
          <a:p>
            <a:pPr fontAlgn="base"/>
            <a:r>
              <a:rPr lang="en-US" b="1" dirty="0"/>
              <a:t>Loss Function in Autoencoder Training</a:t>
            </a:r>
          </a:p>
          <a:p>
            <a:pPr fontAlgn="base"/>
            <a:r>
              <a:rPr lang="en-US" dirty="0"/>
              <a:t>During training an autoencoder’s goal is to minimize the reconstruction loss which measures how different the reconstructed output is from the original input. The choice of loss function depends on the type of data being processed:</a:t>
            </a:r>
          </a:p>
          <a:p>
            <a:pPr fontAlgn="base"/>
            <a:r>
              <a:rPr lang="en-US" b="1" dirty="0"/>
              <a:t>Mean Squared Error (MSE)</a:t>
            </a:r>
            <a:r>
              <a:rPr lang="en-US" dirty="0"/>
              <a:t>: This is commonly used for continuous data. It measures the average squared differences between the input and the reconstructed data.</a:t>
            </a:r>
          </a:p>
          <a:p>
            <a:pPr fontAlgn="base"/>
            <a:r>
              <a:rPr lang="en-US" b="1" dirty="0"/>
              <a:t>Binary Cross-Entropy</a:t>
            </a:r>
            <a:r>
              <a:rPr lang="en-US" dirty="0"/>
              <a:t>: Used for binary data (0 or 1 values). It calculates the difference in probability between the original and reconstructed output.</a:t>
            </a:r>
          </a:p>
          <a:p>
            <a:pPr fontAlgn="base"/>
            <a:r>
              <a:rPr lang="en-US" dirty="0"/>
              <a:t>During training the network updates its weights using </a:t>
            </a:r>
            <a:r>
              <a:rPr lang="en-US" u="sng" dirty="0">
                <a:hlinkClick r:id="rId2"/>
              </a:rPr>
              <a:t>backpropagation </a:t>
            </a:r>
            <a:r>
              <a:rPr lang="en-US" dirty="0"/>
              <a:t>to minimize this reconstruction loss. By doing this it learns to extract and retain the most important features of the input data which are encoded in the latent space.</a:t>
            </a:r>
          </a:p>
          <a:p>
            <a:endParaRPr lang="en-IN" dirty="0"/>
          </a:p>
        </p:txBody>
      </p:sp>
    </p:spTree>
    <p:extLst>
      <p:ext uri="{BB962C8B-B14F-4D97-AF65-F5344CB8AC3E}">
        <p14:creationId xmlns:p14="http://schemas.microsoft.com/office/powerpoint/2010/main" val="3691375697"/>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23928-B877-B414-4842-93EA3C5FF8DE}"/>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9E4E781-7130-AB9F-A926-4CF8F4EA38A6}"/>
                  </a:ext>
                </a:extLst>
              </p:cNvPr>
              <p:cNvSpPr>
                <a:spLocks noGrp="1"/>
              </p:cNvSpPr>
              <p:nvPr>
                <p:ph idx="1"/>
              </p:nvPr>
            </p:nvSpPr>
            <p:spPr/>
            <p:txBody>
              <a:bodyPr/>
              <a:lstStyle/>
              <a:p>
                <a:r>
                  <a:rPr lang="en-IN" b="1" dirty="0"/>
                  <a:t>Training Process</a:t>
                </a:r>
              </a:p>
              <a:p>
                <a:r>
                  <a:rPr lang="en-IN" b="1" dirty="0"/>
                  <a:t>Forward Pass</a:t>
                </a:r>
                <a:r>
                  <a:rPr lang="en-IN" dirty="0"/>
                  <a:t>: Compute </a:t>
                </a:r>
                <a14:m>
                  <m:oMath xmlns:m="http://schemas.openxmlformats.org/officeDocument/2006/math">
                    <m:r>
                      <a:rPr lang="en-IN" i="1">
                        <a:latin typeface="Cambria Math" panose="02040503050406030204" pitchFamily="18" charset="0"/>
                      </a:rPr>
                      <m:t>𝑧</m:t>
                    </m:r>
                  </m:oMath>
                </a14:m>
                <a:r>
                  <a:rPr lang="en-IN" dirty="0"/>
                  <a:t>and </a:t>
                </a: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oMath>
                </a14:m>
                <a:r>
                  <a:rPr lang="ar-AE" dirty="0"/>
                  <a:t>.</a:t>
                </a:r>
              </a:p>
              <a:p>
                <a:r>
                  <a:rPr lang="en-IN" b="1" dirty="0"/>
                  <a:t>Backward Pass</a:t>
                </a:r>
                <a:r>
                  <a:rPr lang="en-IN" dirty="0"/>
                  <a:t>: Use backpropagation to update </a:t>
                </a:r>
                <a14:m>
                  <m:oMath xmlns:m="http://schemas.openxmlformats.org/officeDocument/2006/math">
                    <m:r>
                      <a:rPr lang="en-IN" i="1">
                        <a:latin typeface="Cambria Math" panose="02040503050406030204" pitchFamily="18" charset="0"/>
                      </a:rPr>
                      <m:t>𝜃</m:t>
                    </m:r>
                  </m:oMath>
                </a14:m>
                <a:r>
                  <a:rPr lang="en-IN" dirty="0"/>
                  <a:t>and </a:t>
                </a:r>
                <a14:m>
                  <m:oMath xmlns:m="http://schemas.openxmlformats.org/officeDocument/2006/math">
                    <m:r>
                      <a:rPr lang="en-IN" i="1">
                        <a:latin typeface="Cambria Math" panose="02040503050406030204" pitchFamily="18" charset="0"/>
                      </a:rPr>
                      <m:t>𝜙</m:t>
                    </m:r>
                  </m:oMath>
                </a14:m>
                <a:r>
                  <a:rPr lang="en-IN" dirty="0"/>
                  <a:t>via gradient descent.</a:t>
                </a:r>
              </a:p>
              <a:p>
                <a:r>
                  <a:rPr lang="en-IN" b="1" dirty="0"/>
                  <a:t>Regularization</a:t>
                </a:r>
                <a:r>
                  <a:rPr lang="en-IN" dirty="0"/>
                  <a:t>: To prevent overfitting or trivial identity mapping (where the network just copies input to output), add techniques like:</a:t>
                </a:r>
              </a:p>
              <a:p>
                <a:pPr lvl="1"/>
                <a:r>
                  <a:rPr lang="en-IN" dirty="0"/>
                  <a:t>Weight decay (L2 regularization on weights).</a:t>
                </a:r>
              </a:p>
              <a:p>
                <a:pPr lvl="1"/>
                <a:r>
                  <a:rPr lang="en-IN" dirty="0"/>
                  <a:t>Dropout in hidden layers.</a:t>
                </a:r>
              </a:p>
              <a:p>
                <a:r>
                  <a:rPr lang="en-IN" dirty="0">
                    <a:effectLst/>
                  </a:rPr>
                  <a:t>Autoencoders can be trained on </a:t>
                </a:r>
                <a:r>
                  <a:rPr lang="en-IN" dirty="0" err="1">
                    <a:effectLst/>
                  </a:rPr>
                  <a:t>unlabeled</a:t>
                </a:r>
                <a:r>
                  <a:rPr lang="en-IN" dirty="0">
                    <a:effectLst/>
                  </a:rPr>
                  <a:t> data, making them scalable to large datasets like images (e.g., MNIST) or text embeddings.</a:t>
                </a:r>
              </a:p>
              <a:p>
                <a:endParaRPr lang="en-IN" dirty="0"/>
              </a:p>
            </p:txBody>
          </p:sp>
        </mc:Choice>
        <mc:Fallback xmlns="">
          <p:sp>
            <p:nvSpPr>
              <p:cNvPr id="3" name="Content Placeholder 2">
                <a:extLst>
                  <a:ext uri="{FF2B5EF4-FFF2-40B4-BE49-F238E27FC236}">
                    <a16:creationId xmlns:a16="http://schemas.microsoft.com/office/drawing/2014/main" id="{59E4E781-7130-AB9F-A926-4CF8F4EA38A6}"/>
                  </a:ext>
                </a:extLst>
              </p:cNvPr>
              <p:cNvSpPr>
                <a:spLocks noGrp="1" noRot="1" noChangeAspect="1" noMove="1" noResize="1" noEditPoints="1" noAdjustHandles="1" noChangeArrowheads="1" noChangeShapeType="1" noTextEdit="1"/>
              </p:cNvSpPr>
              <p:nvPr>
                <p:ph idx="1"/>
              </p:nvPr>
            </p:nvSpPr>
            <p:spPr>
              <a:blipFill>
                <a:blip r:embed="rId2"/>
                <a:stretch>
                  <a:fillRect l="-1758" t="-2023"/>
                </a:stretch>
              </a:blipFill>
            </p:spPr>
            <p:txBody>
              <a:bodyPr/>
              <a:lstStyle/>
              <a:p>
                <a:r>
                  <a:rPr lang="en-IN">
                    <a:noFill/>
                  </a:rPr>
                  <a:t> </a:t>
                </a:r>
              </a:p>
            </p:txBody>
          </p:sp>
        </mc:Fallback>
      </mc:AlternateContent>
    </p:spTree>
    <p:extLst>
      <p:ext uri="{BB962C8B-B14F-4D97-AF65-F5344CB8AC3E}">
        <p14:creationId xmlns:p14="http://schemas.microsoft.com/office/powerpoint/2010/main" val="70015326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B5BD8-A760-2F61-9FFC-791537E0E9BF}"/>
              </a:ext>
            </a:extLst>
          </p:cNvPr>
          <p:cNvSpPr>
            <a:spLocks noGrp="1"/>
          </p:cNvSpPr>
          <p:nvPr>
            <p:ph type="title"/>
          </p:nvPr>
        </p:nvSpPr>
        <p:spPr/>
        <p:txBody>
          <a:bodyPr>
            <a:normAutofit fontScale="90000"/>
          </a:bodyPr>
          <a:lstStyle/>
          <a:p>
            <a:r>
              <a:rPr lang="en-IN" dirty="0"/>
              <a:t>Types of Autoencoders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60375D0-BE0D-CB0C-32FF-684118E9DC9E}"/>
                  </a:ext>
                </a:extLst>
              </p:cNvPr>
              <p:cNvSpPr>
                <a:spLocks noGrp="1"/>
              </p:cNvSpPr>
              <p:nvPr>
                <p:ph idx="1"/>
              </p:nvPr>
            </p:nvSpPr>
            <p:spPr>
              <a:xfrm>
                <a:off x="1025842" y="1605280"/>
                <a:ext cx="10201275" cy="4520990"/>
              </a:xfrm>
            </p:spPr>
            <p:txBody>
              <a:bodyPr>
                <a:normAutofit fontScale="85000" lnSpcReduction="20000"/>
              </a:bodyPr>
              <a:lstStyle/>
              <a:p>
                <a:r>
                  <a:rPr lang="en-IN" b="1" dirty="0"/>
                  <a:t>1.Vanilla (Basic) Autoencoder</a:t>
                </a:r>
              </a:p>
              <a:p>
                <a:r>
                  <a:rPr lang="en-IN" dirty="0"/>
                  <a:t>The simplest form that learns to reconstruct input data.</a:t>
                </a:r>
              </a:p>
              <a:p>
                <a:r>
                  <a:rPr lang="en-IN" b="1" dirty="0"/>
                  <a:t>Architecture</a:t>
                </a:r>
              </a:p>
              <a:p>
                <a:r>
                  <a:rPr lang="en-IN" dirty="0"/>
                  <a:t>Fully connected layers</a:t>
                </a:r>
              </a:p>
              <a:p>
                <a:r>
                  <a:rPr lang="en-IN" dirty="0"/>
                  <a:t>Bottleneck layer compresses features</a:t>
                </a:r>
              </a:p>
              <a:p>
                <a:r>
                  <a:rPr lang="en-IN" b="1" dirty="0"/>
                  <a:t>Loss Function</a:t>
                </a:r>
              </a:p>
              <a:p>
                <a14:m>
                  <m:oMath xmlns:m="http://schemas.openxmlformats.org/officeDocument/2006/math">
                    <m:r>
                      <a:rPr lang="en-IN" i="1">
                        <a:latin typeface="Cambria Math" panose="02040503050406030204" pitchFamily="18" charset="0"/>
                      </a:rPr>
                      <m:t>𝐿</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r>
                      <a:rPr lang="ar-AE">
                        <a:latin typeface="Cambria Math" panose="02040503050406030204" pitchFamily="18" charset="0"/>
                      </a:rPr>
                      <m:t>∣</m:t>
                    </m:r>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oMath>
                </a14:m>
                <a:endParaRPr lang="ar-AE" dirty="0"/>
              </a:p>
              <a:p>
                <a:r>
                  <a:rPr lang="en-IN" b="1" dirty="0"/>
                  <a:t>Purpose</a:t>
                </a:r>
              </a:p>
              <a:p>
                <a:r>
                  <a:rPr lang="en-IN" dirty="0"/>
                  <a:t> learn compressed representation</a:t>
                </a:r>
                <a:br>
                  <a:rPr lang="en-IN" dirty="0"/>
                </a:br>
                <a:r>
                  <a:rPr lang="en-IN" dirty="0"/>
                  <a:t>dimensionality reduction</a:t>
                </a:r>
              </a:p>
              <a:p>
                <a:r>
                  <a:rPr lang="en-IN" b="1" dirty="0"/>
                  <a:t>Limitation</a:t>
                </a:r>
              </a:p>
              <a:p>
                <a:r>
                  <a:rPr lang="en-IN" dirty="0"/>
                  <a:t> may learn identity function if bottleneck is large.</a:t>
                </a:r>
              </a:p>
              <a:p>
                <a:endParaRPr lang="en-IN" b="1" dirty="0"/>
              </a:p>
            </p:txBody>
          </p:sp>
        </mc:Choice>
        <mc:Fallback xmlns="">
          <p:sp>
            <p:nvSpPr>
              <p:cNvPr id="3" name="Content Placeholder 2">
                <a:extLst>
                  <a:ext uri="{FF2B5EF4-FFF2-40B4-BE49-F238E27FC236}">
                    <a16:creationId xmlns:a16="http://schemas.microsoft.com/office/drawing/2014/main" id="{E60375D0-BE0D-CB0C-32FF-684118E9DC9E}"/>
                  </a:ext>
                </a:extLst>
              </p:cNvPr>
              <p:cNvSpPr>
                <a:spLocks noGrp="1" noRot="1" noChangeAspect="1" noMove="1" noResize="1" noEditPoints="1" noAdjustHandles="1" noChangeArrowheads="1" noChangeShapeType="1" noTextEdit="1"/>
              </p:cNvSpPr>
              <p:nvPr>
                <p:ph idx="1"/>
              </p:nvPr>
            </p:nvSpPr>
            <p:spPr>
              <a:xfrm>
                <a:off x="1025842" y="1605280"/>
                <a:ext cx="10201275" cy="4520990"/>
              </a:xfrm>
              <a:blipFill>
                <a:blip r:embed="rId2"/>
                <a:stretch>
                  <a:fillRect l="-1434" t="-2426" b="-2022"/>
                </a:stretch>
              </a:blipFill>
            </p:spPr>
            <p:txBody>
              <a:bodyPr/>
              <a:lstStyle/>
              <a:p>
                <a:r>
                  <a:rPr lang="en-IN">
                    <a:noFill/>
                  </a:rPr>
                  <a:t> </a:t>
                </a:r>
              </a:p>
            </p:txBody>
          </p:sp>
        </mc:Fallback>
      </mc:AlternateContent>
    </p:spTree>
    <p:extLst>
      <p:ext uri="{BB962C8B-B14F-4D97-AF65-F5344CB8AC3E}">
        <p14:creationId xmlns:p14="http://schemas.microsoft.com/office/powerpoint/2010/main" val="225902896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8C43A4-56B7-4EF0-4B5B-60872B1AF7BA}"/>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159B50-5A96-A62A-53BC-3F0E5E1BF640}"/>
                  </a:ext>
                </a:extLst>
              </p:cNvPr>
              <p:cNvSpPr>
                <a:spLocks noGrp="1"/>
              </p:cNvSpPr>
              <p:nvPr>
                <p:ph idx="1"/>
              </p:nvPr>
            </p:nvSpPr>
            <p:spPr>
              <a:xfrm>
                <a:off x="599440" y="1381760"/>
                <a:ext cx="10627677" cy="4744510"/>
              </a:xfrm>
            </p:spPr>
            <p:txBody>
              <a:bodyPr>
                <a:normAutofit fontScale="85000" lnSpcReduction="20000"/>
              </a:bodyPr>
              <a:lstStyle/>
              <a:p>
                <a:pPr>
                  <a:lnSpc>
                    <a:spcPct val="120000"/>
                  </a:lnSpc>
                  <a:spcBef>
                    <a:spcPts val="0"/>
                  </a:spcBef>
                  <a:spcAft>
                    <a:spcPts val="0"/>
                  </a:spcAft>
                </a:pPr>
                <a:r>
                  <a:rPr lang="en-IN" b="1" dirty="0"/>
                  <a:t>2. Sparse Autoencoder</a:t>
                </a:r>
              </a:p>
              <a:p>
                <a:pPr>
                  <a:lnSpc>
                    <a:spcPct val="120000"/>
                  </a:lnSpc>
                  <a:spcBef>
                    <a:spcPts val="0"/>
                  </a:spcBef>
                  <a:spcAft>
                    <a:spcPts val="0"/>
                  </a:spcAft>
                </a:pPr>
                <a:r>
                  <a:rPr lang="en-IN" dirty="0"/>
                  <a:t>Encourages most neurons to remain inactive, forcing the model to learn </a:t>
                </a:r>
                <a:r>
                  <a:rPr lang="en-IN" b="1" dirty="0"/>
                  <a:t>important features only</a:t>
                </a:r>
                <a:r>
                  <a:rPr lang="en-IN" dirty="0"/>
                  <a:t>.</a:t>
                </a:r>
              </a:p>
              <a:p>
                <a:pPr>
                  <a:lnSpc>
                    <a:spcPct val="120000"/>
                  </a:lnSpc>
                  <a:spcBef>
                    <a:spcPts val="0"/>
                  </a:spcBef>
                  <a:spcAft>
                    <a:spcPts val="0"/>
                  </a:spcAft>
                </a:pPr>
                <a:r>
                  <a:rPr lang="en-IN" b="1" dirty="0"/>
                  <a:t>How it works</a:t>
                </a:r>
              </a:p>
              <a:p>
                <a:pPr>
                  <a:lnSpc>
                    <a:spcPct val="120000"/>
                  </a:lnSpc>
                  <a:spcBef>
                    <a:spcPts val="0"/>
                  </a:spcBef>
                  <a:spcAft>
                    <a:spcPts val="0"/>
                  </a:spcAft>
                </a:pPr>
                <a:r>
                  <a:rPr lang="en-IN" dirty="0"/>
                  <a:t>Adds sparsity penalty:</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𝐿</m:t>
                    </m:r>
                    <m:r>
                      <a:rPr lang="en-IN">
                        <a:latin typeface="Cambria Math" panose="02040503050406030204" pitchFamily="18" charset="0"/>
                      </a:rPr>
                      <m:t>=</m:t>
                    </m:r>
                    <m:r>
                      <m:rPr>
                        <m:nor/>
                      </m:rPr>
                      <a:rPr lang="en-IN" i="1"/>
                      <m:t>Reconstruction</m:t>
                    </m:r>
                    <m:r>
                      <m:rPr>
                        <m:nor/>
                      </m:rPr>
                      <a:rPr lang="en-IN" i="1"/>
                      <m:t> </m:t>
                    </m:r>
                    <m:r>
                      <m:rPr>
                        <m:nor/>
                      </m:rPr>
                      <a:rPr lang="en-IN" i="1"/>
                      <m:t>Loss</m:t>
                    </m:r>
                    <m:r>
                      <a:rPr lang="en-IN">
                        <a:latin typeface="Cambria Math" panose="02040503050406030204" pitchFamily="18" charset="0"/>
                      </a:rPr>
                      <m:t>+</m:t>
                    </m:r>
                    <m:r>
                      <a:rPr lang="en-IN" i="1">
                        <a:latin typeface="Cambria Math" panose="02040503050406030204" pitchFamily="18" charset="0"/>
                      </a:rPr>
                      <m:t>𝜆</m:t>
                    </m:r>
                    <m:nary>
                      <m:naryPr>
                        <m:chr m:val="∑"/>
                        <m:grow m:val="on"/>
                        <m:subHide m:val="on"/>
                        <m:supHide m:val="on"/>
                        <m:ctrlPr>
                          <a:rPr lang="ar-AE" i="1">
                            <a:latin typeface="Cambria Math" panose="02040503050406030204" pitchFamily="18" charset="0"/>
                          </a:rPr>
                        </m:ctrlPr>
                      </m:naryPr>
                      <m:sub/>
                      <m:sup/>
                      <m:e>
                        <m:r>
                          <a:rPr lang="ar-AE" i="1">
                            <a:latin typeface="Cambria Math" panose="02040503050406030204" pitchFamily="18" charset="0"/>
                          </a:rPr>
                          <m:t>𝐾</m:t>
                        </m:r>
                      </m:e>
                    </m:nary>
                    <m:r>
                      <a:rPr lang="ar-AE" i="1">
                        <a:latin typeface="Cambria Math" panose="02040503050406030204" pitchFamily="18" charset="0"/>
                      </a:rPr>
                      <m:t>𝐿</m:t>
                    </m:r>
                    <m:d>
                      <m:dPr>
                        <m:ctrlPr>
                          <a:rPr lang="ar-AE" i="1">
                            <a:latin typeface="Cambria Math" panose="02040503050406030204" pitchFamily="18" charset="0"/>
                          </a:rPr>
                        </m:ctrlPr>
                      </m:dPr>
                      <m:e>
                        <m:r>
                          <a:rPr lang="ar-AE" i="1">
                            <a:latin typeface="Cambria Math" panose="02040503050406030204" pitchFamily="18" charset="0"/>
                          </a:rPr>
                          <m:t>𝜌</m:t>
                        </m:r>
                        <m:r>
                          <a:rPr lang="ar-AE">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𝜌</m:t>
                            </m:r>
                          </m:e>
                        </m:acc>
                      </m:e>
                    </m:d>
                  </m:oMath>
                </a14:m>
                <a:endParaRPr lang="ar-AE" b="0" dirty="0"/>
              </a:p>
              <a:p>
                <a:pPr>
                  <a:lnSpc>
                    <a:spcPct val="120000"/>
                  </a:lnSpc>
                  <a:spcBef>
                    <a:spcPts val="0"/>
                  </a:spcBef>
                  <a:spcAft>
                    <a:spcPts val="0"/>
                  </a:spcAft>
                </a:pPr>
                <a:r>
                  <a:rPr lang="en-IN" dirty="0"/>
                  <a:t>Where:</a:t>
                </a:r>
              </a:p>
              <a:p>
                <a:pPr>
                  <a:lnSpc>
                    <a:spcPct val="120000"/>
                  </a:lnSpc>
                  <a:spcBef>
                    <a:spcPts val="0"/>
                  </a:spcBef>
                  <a:spcAft>
                    <a:spcPts val="0"/>
                  </a:spcAft>
                </a:pPr>
                <a14:m>
                  <m:oMath xmlns:m="http://schemas.openxmlformats.org/officeDocument/2006/math">
                    <m:r>
                      <a:rPr lang="en-IN" i="1">
                        <a:latin typeface="Cambria Math" panose="02040503050406030204" pitchFamily="18" charset="0"/>
                      </a:rPr>
                      <m:t>𝜌</m:t>
                    </m:r>
                  </m:oMath>
                </a14:m>
                <a:r>
                  <a:rPr lang="en-IN" dirty="0"/>
                  <a:t>= desired sparsity</a:t>
                </a:r>
              </a:p>
              <a:p>
                <a:pPr>
                  <a:lnSpc>
                    <a:spcPct val="120000"/>
                  </a:lnSpc>
                  <a:spcBef>
                    <a:spcPts val="0"/>
                  </a:spcBef>
                  <a:spcAft>
                    <a:spcPts val="0"/>
                  </a:spcAft>
                </a:pPr>
                <a14:m>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𝜌</m:t>
                        </m:r>
                      </m:e>
                    </m:acc>
                  </m:oMath>
                </a14:m>
                <a:r>
                  <a:rPr lang="ar-AE" dirty="0"/>
                  <a:t>= </a:t>
                </a:r>
                <a:r>
                  <a:rPr lang="en-IN" dirty="0"/>
                  <a:t>average activation</a:t>
                </a:r>
              </a:p>
              <a:p>
                <a:pPr>
                  <a:lnSpc>
                    <a:spcPct val="120000"/>
                  </a:lnSpc>
                  <a:spcBef>
                    <a:spcPts val="0"/>
                  </a:spcBef>
                  <a:spcAft>
                    <a:spcPts val="0"/>
                  </a:spcAft>
                </a:pPr>
                <a:r>
                  <a:rPr lang="en-IN" b="1" dirty="0"/>
                  <a:t>Why important?</a:t>
                </a:r>
              </a:p>
              <a:p>
                <a:pPr>
                  <a:lnSpc>
                    <a:spcPct val="120000"/>
                  </a:lnSpc>
                  <a:spcBef>
                    <a:spcPts val="0"/>
                  </a:spcBef>
                  <a:spcAft>
                    <a:spcPts val="0"/>
                  </a:spcAft>
                </a:pPr>
                <a:r>
                  <a:rPr lang="en-IN" dirty="0"/>
                  <a:t> avoids trivial copying</a:t>
                </a:r>
              </a:p>
              <a:p>
                <a:pPr>
                  <a:lnSpc>
                    <a:spcPct val="120000"/>
                  </a:lnSpc>
                  <a:spcBef>
                    <a:spcPts val="0"/>
                  </a:spcBef>
                  <a:spcAft>
                    <a:spcPts val="0"/>
                  </a:spcAft>
                </a:pPr>
                <a:r>
                  <a:rPr lang="en-IN" dirty="0"/>
                  <a:t> selects essential features</a:t>
                </a:r>
              </a:p>
              <a:p>
                <a:pPr>
                  <a:lnSpc>
                    <a:spcPct val="120000"/>
                  </a:lnSpc>
                  <a:spcBef>
                    <a:spcPts val="0"/>
                  </a:spcBef>
                  <a:spcAft>
                    <a:spcPts val="0"/>
                  </a:spcAft>
                </a:pPr>
                <a:r>
                  <a:rPr lang="en-IN" b="1" dirty="0"/>
                  <a:t>Applications</a:t>
                </a:r>
              </a:p>
              <a:p>
                <a:pPr>
                  <a:lnSpc>
                    <a:spcPct val="120000"/>
                  </a:lnSpc>
                  <a:spcBef>
                    <a:spcPts val="0"/>
                  </a:spcBef>
                  <a:spcAft>
                    <a:spcPts val="0"/>
                  </a:spcAft>
                </a:pPr>
                <a:r>
                  <a:rPr lang="en-IN" dirty="0"/>
                  <a:t>feature selection</a:t>
                </a:r>
              </a:p>
              <a:p>
                <a:pPr>
                  <a:lnSpc>
                    <a:spcPct val="120000"/>
                  </a:lnSpc>
                  <a:spcBef>
                    <a:spcPts val="0"/>
                  </a:spcBef>
                  <a:spcAft>
                    <a:spcPts val="0"/>
                  </a:spcAft>
                </a:pPr>
                <a:r>
                  <a:rPr lang="en-IN" dirty="0"/>
                  <a:t>anomaly detection</a:t>
                </a:r>
              </a:p>
              <a:p>
                <a:pPr>
                  <a:lnSpc>
                    <a:spcPct val="120000"/>
                  </a:lnSpc>
                  <a:spcBef>
                    <a:spcPts val="0"/>
                  </a:spcBef>
                  <a:spcAft>
                    <a:spcPts val="0"/>
                  </a:spcAft>
                </a:pPr>
                <a:r>
                  <a:rPr lang="en-IN" dirty="0"/>
                  <a:t>pattern recognition</a:t>
                </a:r>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5F159B50-5A96-A62A-53BC-3F0E5E1BF640}"/>
                  </a:ext>
                </a:extLst>
              </p:cNvPr>
              <p:cNvSpPr>
                <a:spLocks noGrp="1" noRot="1" noChangeAspect="1" noMove="1" noResize="1" noEditPoints="1" noAdjustHandles="1" noChangeArrowheads="1" noChangeShapeType="1" noTextEdit="1"/>
              </p:cNvSpPr>
              <p:nvPr>
                <p:ph idx="1"/>
              </p:nvPr>
            </p:nvSpPr>
            <p:spPr>
              <a:xfrm>
                <a:off x="599440" y="1381760"/>
                <a:ext cx="10627677" cy="4744510"/>
              </a:xfrm>
              <a:blipFill>
                <a:blip r:embed="rId2"/>
                <a:stretch>
                  <a:fillRect l="-1376" t="-771" b="-1928"/>
                </a:stretch>
              </a:blipFill>
            </p:spPr>
            <p:txBody>
              <a:bodyPr/>
              <a:lstStyle/>
              <a:p>
                <a:r>
                  <a:rPr lang="en-IN">
                    <a:noFill/>
                  </a:rPr>
                  <a:t> </a:t>
                </a:r>
              </a:p>
            </p:txBody>
          </p:sp>
        </mc:Fallback>
      </mc:AlternateContent>
    </p:spTree>
    <p:extLst>
      <p:ext uri="{BB962C8B-B14F-4D97-AF65-F5344CB8AC3E}">
        <p14:creationId xmlns:p14="http://schemas.microsoft.com/office/powerpoint/2010/main" val="388598528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6CDD6-372B-2474-70A8-0A7D75431642}"/>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2495008-62D8-2B8A-2D25-FD10BBCACF48}"/>
                  </a:ext>
                </a:extLst>
              </p:cNvPr>
              <p:cNvSpPr>
                <a:spLocks noGrp="1"/>
              </p:cNvSpPr>
              <p:nvPr>
                <p:ph idx="1"/>
              </p:nvPr>
            </p:nvSpPr>
            <p:spPr>
              <a:xfrm>
                <a:off x="944880" y="1381760"/>
                <a:ext cx="10282237" cy="4744510"/>
              </a:xfrm>
            </p:spPr>
            <p:txBody>
              <a:bodyPr>
                <a:normAutofit fontScale="92500" lnSpcReduction="10000"/>
              </a:bodyPr>
              <a:lstStyle/>
              <a:p>
                <a:pPr>
                  <a:lnSpc>
                    <a:spcPct val="120000"/>
                  </a:lnSpc>
                  <a:spcBef>
                    <a:spcPts val="0"/>
                  </a:spcBef>
                  <a:spcAft>
                    <a:spcPts val="0"/>
                  </a:spcAft>
                </a:pPr>
                <a:r>
                  <a:rPr lang="en-IN" b="1" dirty="0"/>
                  <a:t>3. Denoising Autoencoder (DAE)</a:t>
                </a:r>
              </a:p>
              <a:p>
                <a:pPr>
                  <a:lnSpc>
                    <a:spcPct val="120000"/>
                  </a:lnSpc>
                  <a:spcBef>
                    <a:spcPts val="0"/>
                  </a:spcBef>
                  <a:spcAft>
                    <a:spcPts val="0"/>
                  </a:spcAft>
                </a:pPr>
                <a:r>
                  <a:rPr lang="en-IN" dirty="0"/>
                  <a:t>Trained to reconstruct clean input from </a:t>
                </a:r>
                <a:r>
                  <a:rPr lang="en-IN" b="1" dirty="0"/>
                  <a:t>noisy input</a:t>
                </a:r>
                <a:r>
                  <a:rPr lang="en-IN" dirty="0"/>
                  <a:t>.</a:t>
                </a:r>
              </a:p>
              <a:p>
                <a:pPr>
                  <a:lnSpc>
                    <a:spcPct val="120000"/>
                  </a:lnSpc>
                  <a:spcBef>
                    <a:spcPts val="0"/>
                  </a:spcBef>
                  <a:spcAft>
                    <a:spcPts val="0"/>
                  </a:spcAft>
                </a:pPr>
                <a:r>
                  <a:rPr lang="en-IN" b="1" dirty="0"/>
                  <a:t>Training Process</a:t>
                </a:r>
              </a:p>
              <a:p>
                <a:pPr>
                  <a:lnSpc>
                    <a:spcPct val="120000"/>
                  </a:lnSpc>
                  <a:spcBef>
                    <a:spcPts val="0"/>
                  </a:spcBef>
                  <a:spcAft>
                    <a:spcPts val="0"/>
                  </a:spcAft>
                </a:pPr>
                <a:r>
                  <a:rPr lang="en-IN" dirty="0"/>
                  <a:t>Clean image → add noise → input to network → reconstruct original</a:t>
                </a:r>
              </a:p>
              <a:p>
                <a:pPr>
                  <a:lnSpc>
                    <a:spcPct val="120000"/>
                  </a:lnSpc>
                  <a:spcBef>
                    <a:spcPts val="0"/>
                  </a:spcBef>
                  <a:spcAft>
                    <a:spcPts val="0"/>
                  </a:spcAft>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i="1">
                            <a:latin typeface="Cambria Math" panose="02040503050406030204" pitchFamily="18" charset="0"/>
                          </a:rPr>
                          <m:t>𝑛𝑜𝑖𝑠𝑦</m:t>
                        </m:r>
                      </m:sub>
                    </m:sSub>
                    <m:r>
                      <a:rPr lang="ar-AE">
                        <a:latin typeface="Cambria Math" panose="02040503050406030204" pitchFamily="18" charset="0"/>
                      </a:rPr>
                      <m:t>→</m:t>
                    </m:r>
                    <m:sSub>
                      <m:sSubPr>
                        <m:ctrlPr>
                          <a:rPr lang="ar-AE" i="1">
                            <a:latin typeface="Cambria Math" panose="02040503050406030204" pitchFamily="18" charset="0"/>
                          </a:rPr>
                        </m:ctrlPr>
                      </m:sSubPr>
                      <m:e>
                        <m:acc>
                          <m:accPr>
                            <m:chr m:val="̂"/>
                            <m:ctrlPr>
                              <a:rPr lang="ar-AE" i="1">
                                <a:latin typeface="Cambria Math" panose="02040503050406030204" pitchFamily="18" charset="0"/>
                              </a:rPr>
                            </m:ctrlPr>
                          </m:accPr>
                          <m:e>
                            <m:r>
                              <a:rPr lang="ar-AE" i="1">
                                <a:latin typeface="Cambria Math" panose="02040503050406030204" pitchFamily="18" charset="0"/>
                              </a:rPr>
                              <m:t>𝑥</m:t>
                            </m:r>
                          </m:e>
                        </m:acc>
                      </m:e>
                      <m:sub>
                        <m:r>
                          <a:rPr lang="ar-AE" i="1">
                            <a:latin typeface="Cambria Math" panose="02040503050406030204" pitchFamily="18" charset="0"/>
                          </a:rPr>
                          <m:t>𝑐𝑙𝑒𝑎𝑛</m:t>
                        </m:r>
                      </m:sub>
                    </m:sSub>
                  </m:oMath>
                </a14:m>
                <a:endParaRPr lang="ar-AE" dirty="0"/>
              </a:p>
              <a:p>
                <a:pPr>
                  <a:lnSpc>
                    <a:spcPct val="120000"/>
                  </a:lnSpc>
                  <a:spcBef>
                    <a:spcPts val="0"/>
                  </a:spcBef>
                  <a:spcAft>
                    <a:spcPts val="0"/>
                  </a:spcAft>
                </a:pPr>
                <a:r>
                  <a:rPr lang="en-IN" b="1" dirty="0"/>
                  <a:t>Why useful?</a:t>
                </a:r>
              </a:p>
              <a:p>
                <a:pPr>
                  <a:lnSpc>
                    <a:spcPct val="120000"/>
                  </a:lnSpc>
                  <a:spcBef>
                    <a:spcPts val="0"/>
                  </a:spcBef>
                  <a:spcAft>
                    <a:spcPts val="0"/>
                  </a:spcAft>
                </a:pPr>
                <a:r>
                  <a:rPr lang="en-IN" dirty="0"/>
                  <a:t> learns robust features</a:t>
                </a:r>
                <a:br>
                  <a:rPr lang="en-IN" dirty="0"/>
                </a:br>
                <a:r>
                  <a:rPr lang="en-IN" dirty="0"/>
                  <a:t> ignores noise</a:t>
                </a:r>
              </a:p>
              <a:p>
                <a:pPr>
                  <a:lnSpc>
                    <a:spcPct val="120000"/>
                  </a:lnSpc>
                  <a:spcBef>
                    <a:spcPts val="0"/>
                  </a:spcBef>
                  <a:spcAft>
                    <a:spcPts val="0"/>
                  </a:spcAft>
                </a:pPr>
                <a:r>
                  <a:rPr lang="en-IN" b="1" dirty="0"/>
                  <a:t>Applications</a:t>
                </a:r>
              </a:p>
              <a:p>
                <a:pPr>
                  <a:lnSpc>
                    <a:spcPct val="120000"/>
                  </a:lnSpc>
                  <a:spcBef>
                    <a:spcPts val="0"/>
                  </a:spcBef>
                  <a:spcAft>
                    <a:spcPts val="0"/>
                  </a:spcAft>
                </a:pPr>
                <a:r>
                  <a:rPr lang="en-IN" dirty="0"/>
                  <a:t>image denoising</a:t>
                </a:r>
              </a:p>
              <a:p>
                <a:pPr>
                  <a:lnSpc>
                    <a:spcPct val="120000"/>
                  </a:lnSpc>
                  <a:spcBef>
                    <a:spcPts val="0"/>
                  </a:spcBef>
                  <a:spcAft>
                    <a:spcPts val="0"/>
                  </a:spcAft>
                </a:pPr>
                <a:r>
                  <a:rPr lang="en-IN" dirty="0"/>
                  <a:t>speech enhancement</a:t>
                </a:r>
              </a:p>
              <a:p>
                <a:pPr>
                  <a:lnSpc>
                    <a:spcPct val="120000"/>
                  </a:lnSpc>
                  <a:spcBef>
                    <a:spcPts val="0"/>
                  </a:spcBef>
                  <a:spcAft>
                    <a:spcPts val="0"/>
                  </a:spcAft>
                </a:pPr>
                <a:r>
                  <a:rPr lang="en-IN" dirty="0"/>
                  <a:t>medical image cleaning</a:t>
                </a:r>
              </a:p>
              <a:p>
                <a:pPr>
                  <a:lnSpc>
                    <a:spcPct val="120000"/>
                  </a:lnSpc>
                  <a:spcBef>
                    <a:spcPts val="0"/>
                  </a:spcBef>
                  <a:spcAft>
                    <a:spcPts val="0"/>
                  </a:spcAft>
                </a:pPr>
                <a:endParaRPr lang="en-IN" dirty="0"/>
              </a:p>
            </p:txBody>
          </p:sp>
        </mc:Choice>
        <mc:Fallback xmlns="">
          <p:sp>
            <p:nvSpPr>
              <p:cNvPr id="3" name="Content Placeholder 2">
                <a:extLst>
                  <a:ext uri="{FF2B5EF4-FFF2-40B4-BE49-F238E27FC236}">
                    <a16:creationId xmlns:a16="http://schemas.microsoft.com/office/drawing/2014/main" id="{A2495008-62D8-2B8A-2D25-FD10BBCACF48}"/>
                  </a:ext>
                </a:extLst>
              </p:cNvPr>
              <p:cNvSpPr>
                <a:spLocks noGrp="1" noRot="1" noChangeAspect="1" noMove="1" noResize="1" noEditPoints="1" noAdjustHandles="1" noChangeArrowheads="1" noChangeShapeType="1" noTextEdit="1"/>
              </p:cNvSpPr>
              <p:nvPr>
                <p:ph idx="1"/>
              </p:nvPr>
            </p:nvSpPr>
            <p:spPr>
              <a:xfrm>
                <a:off x="944880" y="1381760"/>
                <a:ext cx="10282237" cy="4744510"/>
              </a:xfrm>
              <a:blipFill>
                <a:blip r:embed="rId2"/>
                <a:stretch>
                  <a:fillRect l="-1541" t="-643"/>
                </a:stretch>
              </a:blipFill>
            </p:spPr>
            <p:txBody>
              <a:bodyPr/>
              <a:lstStyle/>
              <a:p>
                <a:r>
                  <a:rPr lang="en-IN">
                    <a:noFill/>
                  </a:rPr>
                  <a:t> </a:t>
                </a:r>
              </a:p>
            </p:txBody>
          </p:sp>
        </mc:Fallback>
      </mc:AlternateContent>
    </p:spTree>
    <p:extLst>
      <p:ext uri="{BB962C8B-B14F-4D97-AF65-F5344CB8AC3E}">
        <p14:creationId xmlns:p14="http://schemas.microsoft.com/office/powerpoint/2010/main" val="100271000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EFD19-D13C-1CF9-6ACE-BD9E8BA244A1}"/>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9B299A0-EF03-E836-775F-067DE0B5E023}"/>
                  </a:ext>
                </a:extLst>
              </p:cNvPr>
              <p:cNvSpPr>
                <a:spLocks noGrp="1"/>
              </p:cNvSpPr>
              <p:nvPr>
                <p:ph idx="1"/>
              </p:nvPr>
            </p:nvSpPr>
            <p:spPr>
              <a:xfrm>
                <a:off x="863916" y="1502266"/>
                <a:ext cx="11033443" cy="4603894"/>
              </a:xfrm>
            </p:spPr>
            <p:txBody>
              <a:bodyPr>
                <a:normAutofit fontScale="85000" lnSpcReduction="20000"/>
              </a:bodyPr>
              <a:lstStyle/>
              <a:p>
                <a:r>
                  <a:rPr lang="en-IN" b="1" dirty="0"/>
                  <a:t>Contractive Autoencoders</a:t>
                </a:r>
              </a:p>
              <a:p>
                <a:r>
                  <a:rPr lang="en-IN" b="1" dirty="0"/>
                  <a:t>Description</a:t>
                </a:r>
                <a:r>
                  <a:rPr lang="en-IN" dirty="0"/>
                  <a:t>: Focus on learning representations invariant to small input changes by penalizing the Jacobian of the encoder.</a:t>
                </a:r>
              </a:p>
              <a:p>
                <a:r>
                  <a:rPr lang="en-IN" b="1" dirty="0"/>
                  <a:t>Architecture and How It Works</a:t>
                </a:r>
                <a:r>
                  <a:rPr lang="en-IN" dirty="0"/>
                  <a:t>: Standard setup, but adds a contractive penalty to make the mapping "contractive" in input space.</a:t>
                </a:r>
              </a:p>
              <a:p>
                <a:pPr lvl="1"/>
                <a:r>
                  <a:rPr lang="en-IN" dirty="0"/>
                  <a:t>Loss:</a:t>
                </a:r>
              </a:p>
              <a:p>
                <a14:m>
                  <m:oMath xmlns:m="http://schemas.openxmlformats.org/officeDocument/2006/math">
                    <m:r>
                      <a:rPr lang="en-IN">
                        <a:latin typeface="Cambria Math" panose="02040503050406030204" pitchFamily="18" charset="0"/>
                      </a:rPr>
                      <m:t>ℒ</m:t>
                    </m:r>
                    <m:r>
                      <a:rPr lang="en-IN">
                        <a:latin typeface="Cambria Math" panose="02040503050406030204" pitchFamily="18" charset="0"/>
                      </a:rPr>
                      <m:t>=∥</m:t>
                    </m:r>
                    <m:r>
                      <a:rPr lang="en-IN" i="1">
                        <a:latin typeface="Cambria Math" panose="02040503050406030204" pitchFamily="18" charset="0"/>
                      </a:rPr>
                      <m:t>𝑥</m:t>
                    </m:r>
                    <m:r>
                      <a:rPr lang="en-IN">
                        <a:latin typeface="Cambria Math" panose="02040503050406030204" pitchFamily="18" charset="0"/>
                      </a:rPr>
                      <m:t>−</m:t>
                    </m:r>
                    <m:acc>
                      <m:accPr>
                        <m:chr m:val="̂"/>
                        <m:ctrlPr>
                          <a:rPr lang="ar-AE" i="1">
                            <a:latin typeface="Cambria Math" panose="02040503050406030204" pitchFamily="18" charset="0"/>
                          </a:rPr>
                        </m:ctrlPr>
                      </m:accPr>
                      <m:e>
                        <m:r>
                          <a:rPr lang="ar-AE" i="1">
                            <a:latin typeface="Cambria Math" panose="02040503050406030204" pitchFamily="18" charset="0"/>
                          </a:rPr>
                          <m:t>𝑥</m:t>
                        </m:r>
                      </m:e>
                    </m:acc>
                    <m:sSup>
                      <m:sSupPr>
                        <m:ctrlPr>
                          <a:rPr lang="ar-AE" i="1">
                            <a:latin typeface="Cambria Math" panose="02040503050406030204" pitchFamily="18" charset="0"/>
                          </a:rPr>
                        </m:ctrlPr>
                      </m:sSupPr>
                      <m:e>
                        <m:r>
                          <a:rPr lang="ar-AE">
                            <a:latin typeface="Cambria Math" panose="02040503050406030204" pitchFamily="18" charset="0"/>
                          </a:rPr>
                          <m:t>∥</m:t>
                        </m:r>
                      </m:e>
                      <m:sup>
                        <m:r>
                          <a:rPr lang="ar-AE">
                            <a:latin typeface="Cambria Math" panose="02040503050406030204" pitchFamily="18" charset="0"/>
                          </a:rPr>
                          <m:t>2</m:t>
                        </m:r>
                      </m:sup>
                    </m:sSup>
                    <m:r>
                      <a:rPr lang="ar-AE">
                        <a:latin typeface="Cambria Math" panose="02040503050406030204" pitchFamily="18" charset="0"/>
                      </a:rPr>
                      <m:t>+</m:t>
                    </m:r>
                    <m:r>
                      <a:rPr lang="ar-AE" i="1">
                        <a:latin typeface="Cambria Math" panose="02040503050406030204" pitchFamily="18" charset="0"/>
                      </a:rPr>
                      <m:t>𝜆</m:t>
                    </m:r>
                    <m:sSubSup>
                      <m:sSubSupPr>
                        <m:ctrlPr>
                          <a:rPr lang="ar-AE" i="1">
                            <a:latin typeface="Cambria Math" panose="02040503050406030204" pitchFamily="18" charset="0"/>
                          </a:rPr>
                        </m:ctrlPr>
                      </m:sSubSupPr>
                      <m:e>
                        <m:d>
                          <m:dPr>
                            <m:begChr m:val="∥"/>
                            <m:endChr m:val="∥"/>
                            <m:ctrlPr>
                              <a:rPr lang="ar-AE" i="1">
                                <a:latin typeface="Cambria Math" panose="02040503050406030204" pitchFamily="18" charset="0"/>
                              </a:rPr>
                            </m:ctrlPr>
                          </m:dPr>
                          <m:e>
                            <m:f>
                              <m:fPr>
                                <m:ctrlPr>
                                  <a:rPr lang="ar-AE" i="1">
                                    <a:latin typeface="Cambria Math" panose="02040503050406030204" pitchFamily="18" charset="0"/>
                                  </a:rPr>
                                </m:ctrlPr>
                              </m:fPr>
                              <m:num>
                                <m:r>
                                  <a:rPr lang="ar-AE">
                                    <a:latin typeface="Cambria Math" panose="02040503050406030204" pitchFamily="18" charset="0"/>
                                  </a:rPr>
                                  <m:t>𝜕</m:t>
                                </m:r>
                                <m:r>
                                  <a:rPr lang="ar-AE" i="1">
                                    <a:latin typeface="Cambria Math" panose="02040503050406030204" pitchFamily="18" charset="0"/>
                                  </a:rPr>
                                  <m:t>𝑓</m:t>
                                </m:r>
                                <m:d>
                                  <m:dPr>
                                    <m:ctrlPr>
                                      <a:rPr lang="ar-AE" i="1">
                                        <a:latin typeface="Cambria Math" panose="02040503050406030204" pitchFamily="18" charset="0"/>
                                      </a:rPr>
                                    </m:ctrlPr>
                                  </m:dPr>
                                  <m:e>
                                    <m:r>
                                      <a:rPr lang="ar-AE" i="1">
                                        <a:latin typeface="Cambria Math" panose="02040503050406030204" pitchFamily="18" charset="0"/>
                                      </a:rPr>
                                      <m:t>𝑥</m:t>
                                    </m:r>
                                  </m:e>
                                </m:d>
                              </m:num>
                              <m:den>
                                <m:r>
                                  <a:rPr lang="ar-AE">
                                    <a:latin typeface="Cambria Math" panose="02040503050406030204" pitchFamily="18" charset="0"/>
                                  </a:rPr>
                                  <m:t>𝜕</m:t>
                                </m:r>
                                <m:r>
                                  <a:rPr lang="ar-AE" i="1">
                                    <a:latin typeface="Cambria Math" panose="02040503050406030204" pitchFamily="18" charset="0"/>
                                  </a:rPr>
                                  <m:t>𝑥</m:t>
                                </m:r>
                              </m:den>
                            </m:f>
                          </m:e>
                        </m:d>
                      </m:e>
                      <m:sub>
                        <m:r>
                          <a:rPr lang="ar-AE" i="1">
                            <a:latin typeface="Cambria Math" panose="02040503050406030204" pitchFamily="18" charset="0"/>
                          </a:rPr>
                          <m:t>𝐹</m:t>
                        </m:r>
                      </m:sub>
                      <m:sup>
                        <m:r>
                          <a:rPr lang="ar-AE">
                            <a:latin typeface="Cambria Math" panose="02040503050406030204" pitchFamily="18" charset="0"/>
                          </a:rPr>
                          <m:t>2</m:t>
                        </m:r>
                      </m:sup>
                    </m:sSubSup>
                  </m:oMath>
                </a14:m>
                <a:endParaRPr lang="ar-AE" dirty="0"/>
              </a:p>
              <a:p>
                <a:pPr lvl="1"/>
                <a:r>
                  <a:rPr lang="en-IN" dirty="0"/>
                  <a:t>where </a:t>
                </a:r>
                <a14:m>
                  <m:oMath xmlns:m="http://schemas.openxmlformats.org/officeDocument/2006/math">
                    <m:r>
                      <a:rPr lang="en-IN">
                        <a:latin typeface="Cambria Math" panose="02040503050406030204" pitchFamily="18" charset="0"/>
                      </a:rPr>
                      <m:t>∥⋅</m:t>
                    </m:r>
                    <m:sSub>
                      <m:sSubPr>
                        <m:ctrlPr>
                          <a:rPr lang="ar-AE" i="1">
                            <a:latin typeface="Cambria Math" panose="02040503050406030204" pitchFamily="18" charset="0"/>
                          </a:rPr>
                        </m:ctrlPr>
                      </m:sSubPr>
                      <m:e>
                        <m:r>
                          <a:rPr lang="ar-AE">
                            <a:latin typeface="Cambria Math" panose="02040503050406030204" pitchFamily="18" charset="0"/>
                          </a:rPr>
                          <m:t>∥</m:t>
                        </m:r>
                      </m:e>
                      <m:sub>
                        <m:r>
                          <a:rPr lang="ar-AE" i="1">
                            <a:latin typeface="Cambria Math" panose="02040503050406030204" pitchFamily="18" charset="0"/>
                          </a:rPr>
                          <m:t>𝐹</m:t>
                        </m:r>
                      </m:sub>
                    </m:sSub>
                  </m:oMath>
                </a14:m>
                <a:r>
                  <a:rPr lang="en-IN" dirty="0"/>
                  <a:t>is Frobenius norm.</a:t>
                </a:r>
              </a:p>
              <a:p>
                <a:pPr lvl="1"/>
                <a:r>
                  <a:rPr lang="en-IN" dirty="0"/>
                  <a:t>This encourages a smooth manifold in latent space.</a:t>
                </a:r>
              </a:p>
              <a:p>
                <a:r>
                  <a:rPr lang="en-IN" b="1" dirty="0"/>
                  <a:t>Advantages</a:t>
                </a:r>
                <a:r>
                  <a:rPr lang="en-IN" dirty="0"/>
                  <a:t>: Robust to infinitesimal perturbations; learns invariant features.</a:t>
                </a:r>
              </a:p>
              <a:p>
                <a:r>
                  <a:rPr lang="en-IN" b="1" dirty="0"/>
                  <a:t>Limitations</a:t>
                </a:r>
                <a:r>
                  <a:rPr lang="en-IN" dirty="0"/>
                  <a:t>: Computing the Jacobian is computationally expensive for large networks.</a:t>
                </a:r>
              </a:p>
              <a:p>
                <a:r>
                  <a:rPr lang="en-IN" b="1" dirty="0"/>
                  <a:t>Applications</a:t>
                </a:r>
                <a:r>
                  <a:rPr lang="en-IN" dirty="0"/>
                  <a:t>: Manifold learning; robust classification (e.g., in adversarial settings); audio processing for noise invariance.</a:t>
                </a:r>
              </a:p>
              <a:p>
                <a:endParaRPr lang="en-IN" dirty="0"/>
              </a:p>
            </p:txBody>
          </p:sp>
        </mc:Choice>
        <mc:Fallback xmlns="">
          <p:sp>
            <p:nvSpPr>
              <p:cNvPr id="3" name="Content Placeholder 2">
                <a:extLst>
                  <a:ext uri="{FF2B5EF4-FFF2-40B4-BE49-F238E27FC236}">
                    <a16:creationId xmlns:a16="http://schemas.microsoft.com/office/drawing/2014/main" id="{19B299A0-EF03-E836-775F-067DE0B5E023}"/>
                  </a:ext>
                </a:extLst>
              </p:cNvPr>
              <p:cNvSpPr>
                <a:spLocks noGrp="1" noRot="1" noChangeAspect="1" noMove="1" noResize="1" noEditPoints="1" noAdjustHandles="1" noChangeArrowheads="1" noChangeShapeType="1" noTextEdit="1"/>
              </p:cNvSpPr>
              <p:nvPr>
                <p:ph idx="1"/>
              </p:nvPr>
            </p:nvSpPr>
            <p:spPr>
              <a:xfrm>
                <a:off x="863916" y="1502266"/>
                <a:ext cx="11033443" cy="4603894"/>
              </a:xfrm>
              <a:blipFill>
                <a:blip r:embed="rId2"/>
                <a:stretch>
                  <a:fillRect l="-1326" t="-2381" r="-1160"/>
                </a:stretch>
              </a:blipFill>
            </p:spPr>
            <p:txBody>
              <a:bodyPr/>
              <a:lstStyle/>
              <a:p>
                <a:r>
                  <a:rPr lang="en-IN">
                    <a:noFill/>
                  </a:rPr>
                  <a:t> </a:t>
                </a:r>
              </a:p>
            </p:txBody>
          </p:sp>
        </mc:Fallback>
      </mc:AlternateContent>
    </p:spTree>
    <p:extLst>
      <p:ext uri="{BB962C8B-B14F-4D97-AF65-F5344CB8AC3E}">
        <p14:creationId xmlns:p14="http://schemas.microsoft.com/office/powerpoint/2010/main" val="16087949"/>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7DA28-CA29-3566-9DB9-3B9628FBE89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281A55B-EDDF-D46A-458F-1A1F19F6437B}"/>
              </a:ext>
            </a:extLst>
          </p:cNvPr>
          <p:cNvSpPr>
            <a:spLocks noGrp="1"/>
          </p:cNvSpPr>
          <p:nvPr>
            <p:ph idx="1"/>
          </p:nvPr>
        </p:nvSpPr>
        <p:spPr>
          <a:xfrm>
            <a:off x="924560" y="1503680"/>
            <a:ext cx="10302557" cy="4622590"/>
          </a:xfrm>
        </p:spPr>
        <p:txBody>
          <a:bodyPr>
            <a:normAutofit fontScale="92500" lnSpcReduction="20000"/>
          </a:bodyPr>
          <a:lstStyle/>
          <a:p>
            <a:r>
              <a:rPr lang="en-IN" b="1" dirty="0"/>
              <a:t>Convolutional Autoencoders (CAEs)</a:t>
            </a:r>
          </a:p>
          <a:p>
            <a:r>
              <a:rPr lang="en-IN" b="1" dirty="0"/>
              <a:t>Description</a:t>
            </a:r>
            <a:r>
              <a:rPr lang="en-IN" dirty="0"/>
              <a:t>: Adapted for grid-structured data like images, using convolutional layers to preserve spatial hierarchies.</a:t>
            </a:r>
          </a:p>
          <a:p>
            <a:r>
              <a:rPr lang="en-IN" b="1" dirty="0"/>
              <a:t>Architecture and How It Works</a:t>
            </a:r>
            <a:r>
              <a:rPr lang="en-IN" dirty="0"/>
              <a:t>: Encoder uses conv/pooling layers to </a:t>
            </a:r>
            <a:r>
              <a:rPr lang="en-IN" dirty="0" err="1"/>
              <a:t>downsample</a:t>
            </a:r>
            <a:r>
              <a:rPr lang="en-IN" dirty="0"/>
              <a:t> to latent (flattened or volumetric); decoder uses transposed conv/</a:t>
            </a:r>
            <a:r>
              <a:rPr lang="en-IN" dirty="0" err="1"/>
              <a:t>upsampling</a:t>
            </a:r>
            <a:r>
              <a:rPr lang="en-IN" dirty="0"/>
              <a:t> to reconstruct.</a:t>
            </a:r>
          </a:p>
          <a:p>
            <a:pPr lvl="1"/>
            <a:r>
              <a:rPr lang="en-IN" dirty="0"/>
              <a:t>Loss: Similar to basic MSE, but often perceptual losses for images.</a:t>
            </a:r>
          </a:p>
          <a:p>
            <a:pPr lvl="1"/>
            <a:r>
              <a:rPr lang="en-IN" dirty="0"/>
              <a:t>Variant: Can be denoising or variational (e.g., Convolutional VAEs).</a:t>
            </a:r>
          </a:p>
          <a:p>
            <a:r>
              <a:rPr lang="en-IN" b="1" dirty="0"/>
              <a:t>Advantages</a:t>
            </a:r>
            <a:r>
              <a:rPr lang="en-IN" dirty="0"/>
              <a:t>: Efficient for high-dimensional spatial data; captures local patterns like textures.</a:t>
            </a:r>
          </a:p>
          <a:p>
            <a:r>
              <a:rPr lang="en-IN" b="1" dirty="0"/>
              <a:t>Limitations</a:t>
            </a:r>
            <a:r>
              <a:rPr lang="en-IN" dirty="0"/>
              <a:t>: Assumes grid structure; less flexible for non-image data.</a:t>
            </a:r>
          </a:p>
          <a:p>
            <a:r>
              <a:rPr lang="en-IN" b="1" dirty="0"/>
              <a:t>Applications</a:t>
            </a:r>
            <a:r>
              <a:rPr lang="en-IN" dirty="0"/>
              <a:t>: Image compression (better than JPEG for certain artifacts); video frame prediction; medical imaging (e.g., MRI reconstruction).</a:t>
            </a:r>
          </a:p>
          <a:p>
            <a:endParaRPr lang="en-IN" dirty="0"/>
          </a:p>
        </p:txBody>
      </p:sp>
    </p:spTree>
    <p:extLst>
      <p:ext uri="{BB962C8B-B14F-4D97-AF65-F5344CB8AC3E}">
        <p14:creationId xmlns:p14="http://schemas.microsoft.com/office/powerpoint/2010/main" val="2864229856"/>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7AEBB-B4C8-8AEE-82D5-30D9DE40C9A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F9FB90C-9BA5-8C24-7C1C-FFBCA35A8EFB}"/>
              </a:ext>
            </a:extLst>
          </p:cNvPr>
          <p:cNvSpPr>
            <a:spLocks noGrp="1"/>
          </p:cNvSpPr>
          <p:nvPr>
            <p:ph idx="1"/>
          </p:nvPr>
        </p:nvSpPr>
        <p:spPr>
          <a:xfrm>
            <a:off x="1025842" y="1290320"/>
            <a:ext cx="10201275" cy="4835950"/>
          </a:xfrm>
        </p:spPr>
        <p:txBody>
          <a:bodyPr>
            <a:normAutofit fontScale="92500" lnSpcReduction="10000"/>
          </a:bodyPr>
          <a:lstStyle/>
          <a:p>
            <a:r>
              <a:rPr lang="en-IN" b="1" dirty="0"/>
              <a:t>Adversarial Autoencoders (AAEs)</a:t>
            </a:r>
          </a:p>
          <a:p>
            <a:r>
              <a:rPr lang="en-IN" b="1" dirty="0"/>
              <a:t>Description</a:t>
            </a:r>
            <a:r>
              <a:rPr lang="en-IN" dirty="0"/>
              <a:t>: Integrate Generative Adversarial Networks (GANs) to match the latent distribution to a prior, improving generation quality.</a:t>
            </a:r>
          </a:p>
          <a:p>
            <a:r>
              <a:rPr lang="en-IN" b="1" dirty="0"/>
              <a:t>Architecture and How It Works</a:t>
            </a:r>
            <a:r>
              <a:rPr lang="en-IN" dirty="0"/>
              <a:t>: Encoder-decoder as in VAE, but a discriminator distinguishes latent samples from prior (e.g., Gaussian). Train </a:t>
            </a:r>
            <a:r>
              <a:rPr lang="en-IN" dirty="0" err="1"/>
              <a:t>adversarially</a:t>
            </a:r>
            <a:r>
              <a:rPr lang="en-IN" dirty="0"/>
              <a:t>: Encoder fools discriminator.</a:t>
            </a:r>
          </a:p>
          <a:p>
            <a:pPr lvl="1"/>
            <a:r>
              <a:rPr lang="en-IN" dirty="0"/>
              <a:t>Loss: Reconstruction + adversarial (min-max game):</a:t>
            </a:r>
          </a:p>
          <a:p>
            <a:endParaRPr lang="ar-AE" dirty="0"/>
          </a:p>
          <a:p>
            <a:pPr lvl="1"/>
            <a:r>
              <a:rPr lang="en-IN" dirty="0"/>
              <a:t>No explicit KL like VAEs.</a:t>
            </a:r>
          </a:p>
          <a:p>
            <a:r>
              <a:rPr lang="en-IN" b="1" dirty="0"/>
              <a:t>Advantages</a:t>
            </a:r>
            <a:r>
              <a:rPr lang="en-IN" dirty="0"/>
              <a:t>: Sharper generations than VAEs; flexible priors.</a:t>
            </a:r>
          </a:p>
          <a:p>
            <a:r>
              <a:rPr lang="en-IN" b="1" dirty="0"/>
              <a:t>Limitations</a:t>
            </a:r>
            <a:r>
              <a:rPr lang="en-IN" dirty="0"/>
              <a:t>: Inherits GAN instability (mode collapse, training oscillations).</a:t>
            </a:r>
          </a:p>
          <a:p>
            <a:r>
              <a:rPr lang="en-IN" b="1" dirty="0"/>
              <a:t>Applications</a:t>
            </a:r>
            <a:r>
              <a:rPr lang="en-IN" dirty="0"/>
              <a:t>: Semi-supervised learning (use latent for classification); high-quality image synthesis; clustering with adversarial regularization.</a:t>
            </a:r>
          </a:p>
          <a:p>
            <a:endParaRPr lang="en-IN" dirty="0"/>
          </a:p>
        </p:txBody>
      </p:sp>
      <p:pic>
        <p:nvPicPr>
          <p:cNvPr id="5" name="Picture 4">
            <a:extLst>
              <a:ext uri="{FF2B5EF4-FFF2-40B4-BE49-F238E27FC236}">
                <a16:creationId xmlns:a16="http://schemas.microsoft.com/office/drawing/2014/main" id="{6009409C-5966-47E4-7FC2-3646EC9F895C}"/>
              </a:ext>
            </a:extLst>
          </p:cNvPr>
          <p:cNvPicPr>
            <a:picLocks noChangeAspect="1"/>
          </p:cNvPicPr>
          <p:nvPr/>
        </p:nvPicPr>
        <p:blipFill>
          <a:blip r:embed="rId2"/>
          <a:stretch>
            <a:fillRect/>
          </a:stretch>
        </p:blipFill>
        <p:spPr>
          <a:xfrm>
            <a:off x="5274600" y="3667760"/>
            <a:ext cx="5667115" cy="660401"/>
          </a:xfrm>
          <a:prstGeom prst="rect">
            <a:avLst/>
          </a:prstGeom>
        </p:spPr>
      </p:pic>
    </p:spTree>
    <p:extLst>
      <p:ext uri="{BB962C8B-B14F-4D97-AF65-F5344CB8AC3E}">
        <p14:creationId xmlns:p14="http://schemas.microsoft.com/office/powerpoint/2010/main" val="1936075307"/>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AB7DE-70CB-B548-4F08-3AD7798F74DA}"/>
              </a:ext>
            </a:extLst>
          </p:cNvPr>
          <p:cNvSpPr>
            <a:spLocks noGrp="1"/>
          </p:cNvSpPr>
          <p:nvPr>
            <p:ph type="title"/>
          </p:nvPr>
        </p:nvSpPr>
        <p:spPr/>
        <p:txBody>
          <a:bodyPr>
            <a:normAutofit fontScale="90000"/>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2D70689-AD8F-CD21-4E73-5F3EC835D525}"/>
                  </a:ext>
                </a:extLst>
              </p:cNvPr>
              <p:cNvSpPr>
                <a:spLocks noGrp="1"/>
              </p:cNvSpPr>
              <p:nvPr>
                <p:ph idx="1"/>
              </p:nvPr>
            </p:nvSpPr>
            <p:spPr>
              <a:xfrm>
                <a:off x="1025842" y="1320198"/>
                <a:ext cx="10058400" cy="4217604"/>
              </a:xfrm>
            </p:spPr>
            <p:txBody>
              <a:bodyPr/>
              <a:lstStyle/>
              <a:p>
                <a:r>
                  <a:rPr lang="en-IN" b="1" dirty="0"/>
                  <a:t>Variational Autoencoders (VAEs)</a:t>
                </a:r>
              </a:p>
              <a:p>
                <a:r>
                  <a:rPr lang="en-IN" b="1" dirty="0"/>
                  <a:t>Description</a:t>
                </a:r>
                <a:r>
                  <a:rPr lang="en-IN" dirty="0"/>
                  <a:t>: Probabilistic extension for generative </a:t>
                </a:r>
                <a:r>
                  <a:rPr lang="en-IN" dirty="0" err="1"/>
                  <a:t>modeling</a:t>
                </a:r>
                <a:r>
                  <a:rPr lang="en-IN" dirty="0"/>
                  <a:t>, where the latent space is a distribution rather than a fixed vector, enabling sampling and interpolation.</a:t>
                </a:r>
              </a:p>
              <a:p>
                <a:r>
                  <a:rPr lang="en-IN" b="1" dirty="0"/>
                  <a:t>Architecture and How It Works</a:t>
                </a:r>
                <a:r>
                  <a:rPr lang="en-IN" dirty="0"/>
                  <a:t>: Encoder outputs parameters of a distribution (e.g., mean </a:t>
                </a:r>
                <a14:m>
                  <m:oMath xmlns:m="http://schemas.openxmlformats.org/officeDocument/2006/math">
                    <m:r>
                      <a:rPr lang="en-IN" i="1">
                        <a:latin typeface="Cambria Math" panose="02040503050406030204" pitchFamily="18" charset="0"/>
                      </a:rPr>
                      <m:t>𝜇</m:t>
                    </m:r>
                  </m:oMath>
                </a14:m>
                <a:r>
                  <a:rPr lang="en-IN" dirty="0"/>
                  <a:t>and variance </a:t>
                </a:r>
                <a14:m>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𝜎</m:t>
                        </m:r>
                      </m:e>
                      <m:sup>
                        <m:r>
                          <a:rPr lang="ar-AE">
                            <a:latin typeface="Cambria Math" panose="02040503050406030204" pitchFamily="18" charset="0"/>
                          </a:rPr>
                          <m:t>2</m:t>
                        </m:r>
                      </m:sup>
                    </m:sSup>
                  </m:oMath>
                </a14:m>
                <a:r>
                  <a:rPr lang="en-IN" dirty="0"/>
                  <a:t>for Gaussian). Sample </a:t>
                </a: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a:latin typeface="Cambria Math" panose="02040503050406030204" pitchFamily="18" charset="0"/>
                      </a:rPr>
                      <m:t>𝒩</m:t>
                    </m:r>
                    <m:d>
                      <m:dPr>
                        <m:sepChr m:val=","/>
                        <m:ctrlPr>
                          <a:rPr lang="ar-AE" i="1">
                            <a:latin typeface="Cambria Math" panose="02040503050406030204" pitchFamily="18" charset="0"/>
                          </a:rPr>
                        </m:ctrlPr>
                      </m:dPr>
                      <m:e>
                        <m:r>
                          <a:rPr lang="ar-AE" i="1">
                            <a:latin typeface="Cambria Math" panose="02040503050406030204" pitchFamily="18" charset="0"/>
                          </a:rPr>
                          <m:t>𝜇</m:t>
                        </m:r>
                      </m:e>
                      <m:e>
                        <m:sSup>
                          <m:sSupPr>
                            <m:ctrlPr>
                              <a:rPr lang="ar-AE" i="1">
                                <a:latin typeface="Cambria Math" panose="02040503050406030204" pitchFamily="18" charset="0"/>
                              </a:rPr>
                            </m:ctrlPr>
                          </m:sSupPr>
                          <m:e>
                            <m:r>
                              <a:rPr lang="ar-AE" i="1">
                                <a:latin typeface="Cambria Math" panose="02040503050406030204" pitchFamily="18" charset="0"/>
                              </a:rPr>
                              <m:t>𝜎</m:t>
                            </m:r>
                          </m:e>
                          <m:sup>
                            <m:r>
                              <a:rPr lang="ar-AE">
                                <a:latin typeface="Cambria Math" panose="02040503050406030204" pitchFamily="18" charset="0"/>
                              </a:rPr>
                              <m:t>2</m:t>
                            </m:r>
                          </m:sup>
                        </m:sSup>
                      </m:e>
                    </m:d>
                  </m:oMath>
                </a14:m>
                <a:r>
                  <a:rPr lang="en-IN" dirty="0"/>
                  <a:t>using reparameterization trick (</a:t>
                </a: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r>
                      <a:rPr lang="en-IN" i="1">
                        <a:latin typeface="Cambria Math" panose="02040503050406030204" pitchFamily="18" charset="0"/>
                      </a:rPr>
                      <m:t>𝜇</m:t>
                    </m:r>
                    <m:r>
                      <a:rPr lang="en-IN">
                        <a:latin typeface="Cambria Math" panose="02040503050406030204" pitchFamily="18" charset="0"/>
                      </a:rPr>
                      <m:t>+</m:t>
                    </m:r>
                    <m:r>
                      <a:rPr lang="en-IN" i="1">
                        <a:latin typeface="Cambria Math" panose="02040503050406030204" pitchFamily="18" charset="0"/>
                      </a:rPr>
                      <m:t>𝜎</m:t>
                    </m:r>
                    <m:r>
                      <a:rPr lang="en-IN">
                        <a:latin typeface="Cambria Math" panose="02040503050406030204" pitchFamily="18" charset="0"/>
                      </a:rPr>
                      <m:t>⊙</m:t>
                    </m:r>
                    <m:r>
                      <a:rPr lang="en-IN" i="1">
                        <a:latin typeface="Cambria Math" panose="02040503050406030204" pitchFamily="18" charset="0"/>
                      </a:rPr>
                      <m:t>𝜖</m:t>
                    </m:r>
                  </m:oMath>
                </a14:m>
                <a:r>
                  <a:rPr lang="en-IN" dirty="0"/>
                  <a:t>, </a:t>
                </a:r>
                <a14:m>
                  <m:oMath xmlns:m="http://schemas.openxmlformats.org/officeDocument/2006/math">
                    <m:r>
                      <a:rPr lang="en-IN" i="1">
                        <a:latin typeface="Cambria Math" panose="02040503050406030204" pitchFamily="18" charset="0"/>
                      </a:rPr>
                      <m:t>𝜖</m:t>
                    </m:r>
                    <m:r>
                      <a:rPr lang="en-IN">
                        <a:latin typeface="Cambria Math" panose="02040503050406030204" pitchFamily="18" charset="0"/>
                      </a:rPr>
                      <m:t>∼</m:t>
                    </m:r>
                    <m:r>
                      <a:rPr lang="en-IN">
                        <a:latin typeface="Cambria Math" panose="02040503050406030204" pitchFamily="18" charset="0"/>
                      </a:rPr>
                      <m:t>𝒩</m:t>
                    </m:r>
                    <m:d>
                      <m:dPr>
                        <m:sepChr m:val=","/>
                        <m:ctrlPr>
                          <a:rPr lang="ar-AE" i="1">
                            <a:latin typeface="Cambria Math" panose="02040503050406030204" pitchFamily="18" charset="0"/>
                          </a:rPr>
                        </m:ctrlPr>
                      </m:dPr>
                      <m:e>
                        <m:r>
                          <a:rPr lang="ar-AE">
                            <a:latin typeface="Cambria Math" panose="02040503050406030204" pitchFamily="18" charset="0"/>
                          </a:rPr>
                          <m:t>0</m:t>
                        </m:r>
                      </m:e>
                      <m:e>
                        <m:r>
                          <a:rPr lang="ar-AE">
                            <a:latin typeface="Cambria Math" panose="02040503050406030204" pitchFamily="18" charset="0"/>
                          </a:rPr>
                          <m:t>1</m:t>
                        </m:r>
                      </m:e>
                    </m:d>
                  </m:oMath>
                </a14:m>
                <a:r>
                  <a:rPr lang="ar-AE" dirty="0"/>
                  <a:t>) </a:t>
                </a:r>
                <a:r>
                  <a:rPr lang="en-IN" dirty="0"/>
                  <a:t>for backpropagation. Decoder generates from </a:t>
                </a:r>
                <a14:m>
                  <m:oMath xmlns:m="http://schemas.openxmlformats.org/officeDocument/2006/math">
                    <m:r>
                      <a:rPr lang="en-IN" i="1">
                        <a:latin typeface="Cambria Math" panose="02040503050406030204" pitchFamily="18" charset="0"/>
                      </a:rPr>
                      <m:t>𝑧</m:t>
                    </m:r>
                  </m:oMath>
                </a14:m>
                <a:r>
                  <a:rPr lang="en-IN" dirty="0"/>
                  <a:t>.</a:t>
                </a:r>
              </a:p>
              <a:p>
                <a:pPr lvl="1"/>
                <a:r>
                  <a:rPr lang="en-IN" dirty="0"/>
                  <a:t>Loss: Evidence Lower Bound (ELBO):</a:t>
                </a:r>
              </a:p>
              <a:p>
                <a:endParaRPr lang="en-IN" dirty="0"/>
              </a:p>
            </p:txBody>
          </p:sp>
        </mc:Choice>
        <mc:Fallback xmlns="">
          <p:sp>
            <p:nvSpPr>
              <p:cNvPr id="3" name="Content Placeholder 2">
                <a:extLst>
                  <a:ext uri="{FF2B5EF4-FFF2-40B4-BE49-F238E27FC236}">
                    <a16:creationId xmlns:a16="http://schemas.microsoft.com/office/drawing/2014/main" id="{02D70689-AD8F-CD21-4E73-5F3EC835D525}"/>
                  </a:ext>
                </a:extLst>
              </p:cNvPr>
              <p:cNvSpPr>
                <a:spLocks noGrp="1" noRot="1" noChangeAspect="1" noMove="1" noResize="1" noEditPoints="1" noAdjustHandles="1" noChangeArrowheads="1" noChangeShapeType="1" noTextEdit="1"/>
              </p:cNvSpPr>
              <p:nvPr>
                <p:ph idx="1"/>
              </p:nvPr>
            </p:nvSpPr>
            <p:spPr>
              <a:xfrm>
                <a:off x="1025842" y="1320198"/>
                <a:ext cx="10058400" cy="4217604"/>
              </a:xfrm>
              <a:blipFill>
                <a:blip r:embed="rId2"/>
                <a:stretch>
                  <a:fillRect l="-1697" t="-2026" r="-1697"/>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CD420FFD-37A6-9817-6C32-464FE62D2B07}"/>
              </a:ext>
            </a:extLst>
          </p:cNvPr>
          <p:cNvPicPr>
            <a:picLocks noChangeAspect="1"/>
          </p:cNvPicPr>
          <p:nvPr/>
        </p:nvPicPr>
        <p:blipFill>
          <a:blip r:embed="rId3"/>
          <a:stretch>
            <a:fillRect/>
          </a:stretch>
        </p:blipFill>
        <p:spPr>
          <a:xfrm>
            <a:off x="4371649" y="4918591"/>
            <a:ext cx="4667901" cy="619211"/>
          </a:xfrm>
          <a:prstGeom prst="rect">
            <a:avLst/>
          </a:prstGeom>
        </p:spPr>
      </p:pic>
    </p:spTree>
    <p:extLst>
      <p:ext uri="{BB962C8B-B14F-4D97-AF65-F5344CB8AC3E}">
        <p14:creationId xmlns:p14="http://schemas.microsoft.com/office/powerpoint/2010/main" val="163757659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4D57D-FFA8-2EF0-F912-7E5DB3EEA27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C44DB6A-69F2-2135-9E98-8D7FFA39F4B8}"/>
              </a:ext>
            </a:extLst>
          </p:cNvPr>
          <p:cNvSpPr>
            <a:spLocks noGrp="1"/>
          </p:cNvSpPr>
          <p:nvPr>
            <p:ph idx="1"/>
          </p:nvPr>
        </p:nvSpPr>
        <p:spPr>
          <a:xfrm>
            <a:off x="1168717" y="1878186"/>
            <a:ext cx="10058400" cy="4217604"/>
          </a:xfrm>
        </p:spPr>
        <p:txBody>
          <a:bodyPr>
            <a:normAutofit lnSpcReduction="10000"/>
          </a:bodyPr>
          <a:lstStyle/>
          <a:p>
            <a:r>
              <a:rPr lang="en-US" dirty="0"/>
              <a:t>where first term is reconstruction, second regularizes to a prior (e.g., standard Gaussian).To derive ELBO: Start from</a:t>
            </a:r>
          </a:p>
          <a:p>
            <a:endParaRPr lang="en-US" dirty="0"/>
          </a:p>
          <a:p>
            <a:r>
              <a:rPr lang="en-IN" dirty="0"/>
              <a:t>approximate by maximizing the bound.</a:t>
            </a:r>
          </a:p>
          <a:p>
            <a:r>
              <a:rPr lang="en-IN" b="1" dirty="0"/>
              <a:t>Advantages: </a:t>
            </a:r>
            <a:r>
              <a:rPr lang="en-IN" dirty="0"/>
              <a:t>Generative capabilities (sample new data); smooth, continuous latent space for interpolation.</a:t>
            </a:r>
          </a:p>
          <a:p>
            <a:r>
              <a:rPr lang="en-IN" b="1" dirty="0"/>
              <a:t>Limitations: </a:t>
            </a:r>
            <a:r>
              <a:rPr lang="en-IN" dirty="0"/>
              <a:t>Reconstructions can be blurry due to averaging in the loss; assumes simple priors (e.g., Gaussian), limiting complex distributions.</a:t>
            </a:r>
          </a:p>
          <a:p>
            <a:r>
              <a:rPr lang="en-IN" b="1" dirty="0"/>
              <a:t>Applications: </a:t>
            </a:r>
            <a:r>
              <a:rPr lang="en-IN" dirty="0"/>
              <a:t>Image generation (e.g., faces in </a:t>
            </a:r>
            <a:r>
              <a:rPr lang="en-IN" dirty="0" err="1"/>
              <a:t>CelebA</a:t>
            </a:r>
            <a:r>
              <a:rPr lang="en-IN" dirty="0"/>
              <a:t> dataset); anomaly detection (low likelihood flags outliers); drug discovery (generating molecular structures).</a:t>
            </a:r>
          </a:p>
        </p:txBody>
      </p:sp>
      <p:pic>
        <p:nvPicPr>
          <p:cNvPr id="9" name="Picture 8">
            <a:extLst>
              <a:ext uri="{FF2B5EF4-FFF2-40B4-BE49-F238E27FC236}">
                <a16:creationId xmlns:a16="http://schemas.microsoft.com/office/drawing/2014/main" id="{E4DDEE68-2967-4E2B-A103-33E2E6F266A3}"/>
              </a:ext>
            </a:extLst>
          </p:cNvPr>
          <p:cNvPicPr>
            <a:picLocks noChangeAspect="1"/>
          </p:cNvPicPr>
          <p:nvPr/>
        </p:nvPicPr>
        <p:blipFill>
          <a:blip r:embed="rId2"/>
          <a:stretch>
            <a:fillRect/>
          </a:stretch>
        </p:blipFill>
        <p:spPr>
          <a:xfrm>
            <a:off x="3663554" y="2618713"/>
            <a:ext cx="5677692" cy="381053"/>
          </a:xfrm>
          <a:prstGeom prst="rect">
            <a:avLst/>
          </a:prstGeom>
        </p:spPr>
      </p:pic>
    </p:spTree>
    <p:extLst>
      <p:ext uri="{BB962C8B-B14F-4D97-AF65-F5344CB8AC3E}">
        <p14:creationId xmlns:p14="http://schemas.microsoft.com/office/powerpoint/2010/main" val="3399428388"/>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2EEDA-AB39-6923-CC05-1DEB9948409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64FB181-B9C7-3FE1-0EE9-6E79A4315C46}"/>
              </a:ext>
            </a:extLst>
          </p:cNvPr>
          <p:cNvSpPr>
            <a:spLocks noGrp="1"/>
          </p:cNvSpPr>
          <p:nvPr>
            <p:ph idx="1"/>
          </p:nvPr>
        </p:nvSpPr>
        <p:spPr>
          <a:xfrm>
            <a:off x="1025842" y="1483360"/>
            <a:ext cx="10201275" cy="4642910"/>
          </a:xfrm>
        </p:spPr>
        <p:txBody>
          <a:bodyPr/>
          <a:lstStyle/>
          <a:p>
            <a:r>
              <a:rPr lang="en-IN" b="1" dirty="0"/>
              <a:t>Comparisons and Evolution</a:t>
            </a:r>
          </a:p>
          <a:p>
            <a:r>
              <a:rPr lang="en-IN" b="1" dirty="0"/>
              <a:t>Undercomplete vs. Overcomplete</a:t>
            </a:r>
            <a:r>
              <a:rPr lang="en-IN" dirty="0"/>
              <a:t>: Trade-off between compression and richness; sparse/denoising often build on these.</a:t>
            </a:r>
          </a:p>
          <a:p>
            <a:r>
              <a:rPr lang="en-IN" b="1" dirty="0"/>
              <a:t>Deterministic vs. Probabilistic</a:t>
            </a:r>
            <a:r>
              <a:rPr lang="en-IN" dirty="0"/>
              <a:t>: Basic types are deterministic; VAEs/AAEs add stochasticity for generation.</a:t>
            </a:r>
          </a:p>
          <a:p>
            <a:r>
              <a:rPr lang="en-IN" b="1" dirty="0"/>
              <a:t>Evolution</a:t>
            </a:r>
            <a:r>
              <a:rPr lang="en-IN" dirty="0"/>
              <a:t>: From simple compression (1980s) to generative (VAEs 2013, AAEs 2015); modern hybrids like VQ-VAE (vector-quantized) or beta-VAE (disentangled) address limitations.</a:t>
            </a:r>
          </a:p>
          <a:p>
            <a:r>
              <a:rPr lang="en-IN" b="1" dirty="0"/>
              <a:t>Choosing a Type</a:t>
            </a:r>
            <a:r>
              <a:rPr lang="en-IN" dirty="0"/>
              <a:t>: For compression, use undercomplete/CAE; for generation, VAE/AAE; for robustness, DAE/sparse.</a:t>
            </a:r>
          </a:p>
          <a:p>
            <a:endParaRPr lang="en-IN" dirty="0"/>
          </a:p>
        </p:txBody>
      </p:sp>
    </p:spTree>
    <p:extLst>
      <p:ext uri="{BB962C8B-B14F-4D97-AF65-F5344CB8AC3E}">
        <p14:creationId xmlns:p14="http://schemas.microsoft.com/office/powerpoint/2010/main" val="80741111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1B2EF-656E-A16A-F2E2-F71B246BB30B}"/>
              </a:ext>
            </a:extLst>
          </p:cNvPr>
          <p:cNvSpPr>
            <a:spLocks noGrp="1"/>
          </p:cNvSpPr>
          <p:nvPr>
            <p:ph type="title"/>
          </p:nvPr>
        </p:nvSpPr>
        <p:spPr/>
        <p:txBody>
          <a:bodyPr>
            <a:normAutofit fontScale="90000"/>
          </a:bodyPr>
          <a:lstStyle/>
          <a:p>
            <a:endParaRPr lang="en-IN"/>
          </a:p>
        </p:txBody>
      </p:sp>
      <p:graphicFrame>
        <p:nvGraphicFramePr>
          <p:cNvPr id="4" name="Content Placeholder 3">
            <a:extLst>
              <a:ext uri="{FF2B5EF4-FFF2-40B4-BE49-F238E27FC236}">
                <a16:creationId xmlns:a16="http://schemas.microsoft.com/office/drawing/2014/main" id="{883C76FB-E6A3-68C3-40E7-825C7B098E1E}"/>
              </a:ext>
            </a:extLst>
          </p:cNvPr>
          <p:cNvGraphicFramePr>
            <a:graphicFrameLocks noGrp="1"/>
          </p:cNvGraphicFramePr>
          <p:nvPr>
            <p:ph idx="1"/>
            <p:extLst>
              <p:ext uri="{D42A27DB-BD31-4B8C-83A1-F6EECF244321}">
                <p14:modId xmlns:p14="http://schemas.microsoft.com/office/powerpoint/2010/main" val="4159797031"/>
              </p:ext>
            </p:extLst>
          </p:nvPr>
        </p:nvGraphicFramePr>
        <p:xfrm>
          <a:off x="416560" y="1270000"/>
          <a:ext cx="11511279" cy="4774312"/>
        </p:xfrm>
        <a:graphic>
          <a:graphicData uri="http://schemas.openxmlformats.org/drawingml/2006/table">
            <a:tbl>
              <a:tblPr/>
              <a:tblGrid>
                <a:gridCol w="1981200">
                  <a:extLst>
                    <a:ext uri="{9D8B030D-6E8A-4147-A177-3AD203B41FA5}">
                      <a16:colId xmlns:a16="http://schemas.microsoft.com/office/drawing/2014/main" val="4127612180"/>
                    </a:ext>
                  </a:extLst>
                </a:gridCol>
                <a:gridCol w="3849039">
                  <a:extLst>
                    <a:ext uri="{9D8B030D-6E8A-4147-A177-3AD203B41FA5}">
                      <a16:colId xmlns:a16="http://schemas.microsoft.com/office/drawing/2014/main" val="2095166496"/>
                    </a:ext>
                  </a:extLst>
                </a:gridCol>
                <a:gridCol w="2840520">
                  <a:extLst>
                    <a:ext uri="{9D8B030D-6E8A-4147-A177-3AD203B41FA5}">
                      <a16:colId xmlns:a16="http://schemas.microsoft.com/office/drawing/2014/main" val="2952824519"/>
                    </a:ext>
                  </a:extLst>
                </a:gridCol>
                <a:gridCol w="2840520">
                  <a:extLst>
                    <a:ext uri="{9D8B030D-6E8A-4147-A177-3AD203B41FA5}">
                      <a16:colId xmlns:a16="http://schemas.microsoft.com/office/drawing/2014/main" val="2099641071"/>
                    </a:ext>
                  </a:extLst>
                </a:gridCol>
              </a:tblGrid>
              <a:tr h="673902">
                <a:tc>
                  <a:txBody>
                    <a:bodyPr/>
                    <a:lstStyle/>
                    <a:p>
                      <a:pPr>
                        <a:buNone/>
                      </a:pPr>
                      <a:r>
                        <a:rPr lang="en-IN" sz="2400" b="1"/>
                        <a:t>Type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Key Idea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a:t>Strength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b="1" dirty="0"/>
                        <a:t>Use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4222745"/>
                  </a:ext>
                </a:extLst>
              </a:tr>
              <a:tr h="673902">
                <a:tc>
                  <a:txBody>
                    <a:bodyPr/>
                    <a:lstStyle/>
                    <a:p>
                      <a:pPr>
                        <a:buNone/>
                      </a:pPr>
                      <a:r>
                        <a:rPr lang="en-IN" sz="2400"/>
                        <a:t>Vanilla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Basic reconstruction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Simple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Compression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38823640"/>
                  </a:ext>
                </a:extLst>
              </a:tr>
              <a:tr h="673902">
                <a:tc>
                  <a:txBody>
                    <a:bodyPr/>
                    <a:lstStyle/>
                    <a:p>
                      <a:pPr>
                        <a:buNone/>
                      </a:pPr>
                      <a:r>
                        <a:rPr lang="en-IN" sz="2400"/>
                        <a:t>Sparse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Few active neurons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Feature selection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Anomaly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59732509"/>
                  </a:ext>
                </a:extLst>
              </a:tr>
              <a:tr h="673902">
                <a:tc>
                  <a:txBody>
                    <a:bodyPr/>
                    <a:lstStyle/>
                    <a:p>
                      <a:pPr>
                        <a:buNone/>
                      </a:pPr>
                      <a:r>
                        <a:rPr lang="en-IN" sz="2400"/>
                        <a:t>Denoising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Remove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Robust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Image cleaning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31236133"/>
                  </a:ext>
                </a:extLst>
              </a:tr>
              <a:tr h="673902">
                <a:tc>
                  <a:txBody>
                    <a:bodyPr/>
                    <a:lstStyle/>
                    <a:p>
                      <a:pPr>
                        <a:buNone/>
                      </a:pPr>
                      <a:r>
                        <a:rPr lang="en-IN" sz="2400"/>
                        <a:t>Contractive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Robust to small changes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Stability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Signal processing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38418571"/>
                  </a:ext>
                </a:extLst>
              </a:tr>
              <a:tr h="730900">
                <a:tc>
                  <a:txBody>
                    <a:bodyPr/>
                    <a:lstStyle/>
                    <a:p>
                      <a:pPr>
                        <a:buNone/>
                      </a:pPr>
                      <a:r>
                        <a:rPr lang="en-IN" sz="2400"/>
                        <a:t>Variational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Probabilistic latent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Data generation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AI creativity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8826687"/>
                  </a:ext>
                </a:extLst>
              </a:tr>
              <a:tr h="673902">
                <a:tc>
                  <a:txBody>
                    <a:bodyPr/>
                    <a:lstStyle/>
                    <a:p>
                      <a:pPr>
                        <a:buNone/>
                      </a:pPr>
                      <a:r>
                        <a:rPr lang="en-IN" sz="2400"/>
                        <a:t>Convolutional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Spatial features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a:t>Images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400" dirty="0"/>
                        <a:t>Vision 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1293190"/>
                  </a:ext>
                </a:extLst>
              </a:tr>
            </a:tbl>
          </a:graphicData>
        </a:graphic>
      </p:graphicFrame>
    </p:spTree>
    <p:extLst>
      <p:ext uri="{BB962C8B-B14F-4D97-AF65-F5344CB8AC3E}">
        <p14:creationId xmlns:p14="http://schemas.microsoft.com/office/powerpoint/2010/main" val="1736014352"/>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D19A8-B40A-DACC-C584-4045A2F21378}"/>
              </a:ext>
            </a:extLst>
          </p:cNvPr>
          <p:cNvSpPr>
            <a:spLocks noGrp="1"/>
          </p:cNvSpPr>
          <p:nvPr>
            <p:ph type="title"/>
          </p:nvPr>
        </p:nvSpPr>
        <p:spPr/>
        <p:txBody>
          <a:bodyPr>
            <a:normAutofit fontScale="90000"/>
          </a:bodyPr>
          <a:lstStyle/>
          <a:p>
            <a:r>
              <a:rPr lang="en-IN" dirty="0"/>
              <a:t>Autoencoder use cases</a:t>
            </a:r>
          </a:p>
        </p:txBody>
      </p:sp>
      <p:sp>
        <p:nvSpPr>
          <p:cNvPr id="3" name="Content Placeholder 2">
            <a:extLst>
              <a:ext uri="{FF2B5EF4-FFF2-40B4-BE49-F238E27FC236}">
                <a16:creationId xmlns:a16="http://schemas.microsoft.com/office/drawing/2014/main" id="{DC360C96-1D38-D5AD-DD1A-279BFC7019E2}"/>
              </a:ext>
            </a:extLst>
          </p:cNvPr>
          <p:cNvSpPr>
            <a:spLocks noGrp="1"/>
          </p:cNvSpPr>
          <p:nvPr>
            <p:ph idx="1"/>
          </p:nvPr>
        </p:nvSpPr>
        <p:spPr/>
        <p:txBody>
          <a:bodyPr>
            <a:normAutofit fontScale="85000" lnSpcReduction="10000"/>
          </a:bodyPr>
          <a:lstStyle/>
          <a:p>
            <a:pPr fontAlgn="base"/>
            <a:r>
              <a:rPr lang="en-US" dirty="0"/>
              <a:t>Both generative and deterministic autoencoders have a wide variety of use cases across different fields and data types.</a:t>
            </a:r>
          </a:p>
          <a:p>
            <a:pPr fontAlgn="base"/>
            <a:r>
              <a:rPr lang="en-US" b="1" dirty="0"/>
              <a:t>Data compression: </a:t>
            </a:r>
            <a:r>
              <a:rPr lang="en-US" dirty="0"/>
              <a:t>Autoencoders naturally learn a compressed representation of input data.</a:t>
            </a:r>
          </a:p>
          <a:p>
            <a:pPr fontAlgn="base"/>
            <a:r>
              <a:rPr lang="en-US" b="1" dirty="0"/>
              <a:t>Dimensionality reduction: </a:t>
            </a:r>
            <a:r>
              <a:rPr lang="en-US" dirty="0"/>
              <a:t>The encodings learned by autoencoders can be used as input to larger, composite neural networks. Dimensionality reduction of complex data can extract features relevant to other tasks, as well as increase computational speed and efficiency.</a:t>
            </a:r>
          </a:p>
          <a:p>
            <a:pPr fontAlgn="base"/>
            <a:r>
              <a:rPr lang="en-US" b="1" dirty="0"/>
              <a:t>Anomaly detection and facial recognition: </a:t>
            </a:r>
            <a:r>
              <a:rPr lang="en-US" dirty="0"/>
              <a:t>Autoencoders can detect anomalies, fraud or other defects—and, conversely, confirm a genuine match—by determining the reconstruction loss of examined data relative to the “normal” or “genuine” example it’s compared against.</a:t>
            </a:r>
          </a:p>
          <a:p>
            <a:pPr fontAlgn="base"/>
            <a:r>
              <a:rPr lang="en-US" b="1" dirty="0"/>
              <a:t>Image denoising and audio denoising: </a:t>
            </a:r>
            <a:r>
              <a:rPr lang="en-US" dirty="0"/>
              <a:t>Denoising autoencoders can remove extraneous artifacts or corruption that does not match the latent space representation learned by the network.</a:t>
            </a:r>
          </a:p>
          <a:p>
            <a:endParaRPr lang="en-IN" dirty="0"/>
          </a:p>
        </p:txBody>
      </p:sp>
    </p:spTree>
    <p:extLst>
      <p:ext uri="{BB962C8B-B14F-4D97-AF65-F5344CB8AC3E}">
        <p14:creationId xmlns:p14="http://schemas.microsoft.com/office/powerpoint/2010/main" val="8725094"/>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065C6-A818-8D9B-B3D5-06BF9C3F6B0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21893B1-9F08-9452-D498-BF16AC5D33F8}"/>
              </a:ext>
            </a:extLst>
          </p:cNvPr>
          <p:cNvSpPr>
            <a:spLocks noGrp="1"/>
          </p:cNvSpPr>
          <p:nvPr>
            <p:ph idx="1"/>
          </p:nvPr>
        </p:nvSpPr>
        <p:spPr>
          <a:xfrm>
            <a:off x="1025842" y="1584960"/>
            <a:ext cx="10201275" cy="4541310"/>
          </a:xfrm>
        </p:spPr>
        <p:txBody>
          <a:bodyPr/>
          <a:lstStyle/>
          <a:p>
            <a:pPr fontAlgn="base"/>
            <a:r>
              <a:rPr lang="en-US" b="1" dirty="0"/>
              <a:t>Image reconstruction: </a:t>
            </a:r>
            <a:r>
              <a:rPr lang="en-US" dirty="0"/>
              <a:t>Inverting techniques learned for denoising, autoencoders can fill in missing elements of an image. They can be similarly used to colorize images.</a:t>
            </a:r>
          </a:p>
          <a:p>
            <a:pPr fontAlgn="base"/>
            <a:r>
              <a:rPr lang="en-US" b="1" dirty="0"/>
              <a:t>Generative tasks: </a:t>
            </a:r>
            <a:r>
              <a:rPr lang="en-US" dirty="0"/>
              <a:t>VAEs and adversarial autoencoders (AAEs), which learn probabilistic distributions akin to those learned by VAEs but use an adversarial discriminator network (similar to </a:t>
            </a:r>
            <a:r>
              <a:rPr lang="en-US" dirty="0">
                <a:hlinkClick r:id="rId2">
                  <a:extLst>
                    <a:ext uri="{A12FA001-AC4F-418D-AE19-62706E023703}">
                      <ahyp:hlinkClr xmlns:ahyp="http://schemas.microsoft.com/office/drawing/2018/hyperlinkcolor" val="tx"/>
                    </a:ext>
                  </a:extLst>
                </a:hlinkClick>
              </a:rPr>
              <a:t>generative adversarial networks</a:t>
            </a:r>
            <a:r>
              <a:rPr lang="en-US" dirty="0"/>
              <a:t>) in place of KL divergence, have been used with great success for generative tasks. Prominent generative applications of autoencoders include OpenAI’s original Dall-E model for image generation</a:t>
            </a:r>
            <a:r>
              <a:rPr lang="en-US" baseline="30000" dirty="0"/>
              <a:t>6</a:t>
            </a:r>
            <a:r>
              <a:rPr lang="en-US" dirty="0"/>
              <a:t> and even the generation of molecular structures used for medications.</a:t>
            </a:r>
            <a:r>
              <a:rPr lang="en-US" baseline="30000" dirty="0"/>
              <a:t>7</a:t>
            </a:r>
            <a:endParaRPr lang="en-US" dirty="0"/>
          </a:p>
          <a:p>
            <a:endParaRPr lang="en-IN" dirty="0"/>
          </a:p>
        </p:txBody>
      </p:sp>
    </p:spTree>
    <p:extLst>
      <p:ext uri="{BB962C8B-B14F-4D97-AF65-F5344CB8AC3E}">
        <p14:creationId xmlns:p14="http://schemas.microsoft.com/office/powerpoint/2010/main" val="3731395817"/>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CC171-59A6-813D-B47C-183562B68060}"/>
              </a:ext>
            </a:extLst>
          </p:cNvPr>
          <p:cNvSpPr>
            <a:spLocks noGrp="1"/>
          </p:cNvSpPr>
          <p:nvPr>
            <p:ph type="title"/>
          </p:nvPr>
        </p:nvSpPr>
        <p:spPr/>
        <p:txBody>
          <a:bodyPr>
            <a:normAutofit fontScale="90000"/>
          </a:bodyPr>
          <a:lstStyle/>
          <a:p>
            <a:r>
              <a:rPr lang="en-IN" dirty="0"/>
              <a:t>Transformers</a:t>
            </a:r>
          </a:p>
        </p:txBody>
      </p:sp>
      <p:sp>
        <p:nvSpPr>
          <p:cNvPr id="3" name="Content Placeholder 2">
            <a:extLst>
              <a:ext uri="{FF2B5EF4-FFF2-40B4-BE49-F238E27FC236}">
                <a16:creationId xmlns:a16="http://schemas.microsoft.com/office/drawing/2014/main" id="{09DC2F1C-197C-DA5B-97C4-AF478C657E1D}"/>
              </a:ext>
            </a:extLst>
          </p:cNvPr>
          <p:cNvSpPr>
            <a:spLocks noGrp="1"/>
          </p:cNvSpPr>
          <p:nvPr>
            <p:ph idx="1"/>
          </p:nvPr>
        </p:nvSpPr>
        <p:spPr>
          <a:xfrm>
            <a:off x="426720" y="1534160"/>
            <a:ext cx="10800397" cy="4592110"/>
          </a:xfrm>
        </p:spPr>
        <p:txBody>
          <a:bodyPr>
            <a:normAutofit fontScale="92500" lnSpcReduction="20000"/>
          </a:bodyPr>
          <a:lstStyle/>
          <a:p>
            <a:pPr algn="just" fontAlgn="base"/>
            <a:r>
              <a:rPr lang="en-US" dirty="0">
                <a:hlinkClick r:id="rId2">
                  <a:extLst>
                    <a:ext uri="{A12FA001-AC4F-418D-AE19-62706E023703}">
                      <ahyp:hlinkClr xmlns:ahyp="http://schemas.microsoft.com/office/drawing/2018/hyperlinkcolor" val="tx"/>
                    </a:ext>
                  </a:extLst>
                </a:hlinkClick>
              </a:rPr>
              <a:t>Transformers</a:t>
            </a:r>
            <a:r>
              <a:rPr lang="en-US" dirty="0"/>
              <a:t> are a type of deep learning model that utilizes </a:t>
            </a:r>
            <a:r>
              <a:rPr lang="en-US" dirty="0">
                <a:hlinkClick r:id="rId3">
                  <a:extLst>
                    <a:ext uri="{A12FA001-AC4F-418D-AE19-62706E023703}">
                      <ahyp:hlinkClr xmlns:ahyp="http://schemas.microsoft.com/office/drawing/2018/hyperlinkcolor" val="tx"/>
                    </a:ext>
                  </a:extLst>
                </a:hlinkClick>
              </a:rPr>
              <a:t>self-attention mechanisms</a:t>
            </a:r>
            <a:r>
              <a:rPr lang="en-US" dirty="0"/>
              <a:t> to process and generate sequences of data efficiently. </a:t>
            </a:r>
          </a:p>
          <a:p>
            <a:pPr algn="just" fontAlgn="base"/>
            <a:r>
              <a:rPr lang="en-US" dirty="0"/>
              <a:t>They capture long-range dependencies and contextual relationships making them highly effective for tasks like language modeling, machine translation and text generation. </a:t>
            </a:r>
          </a:p>
          <a:p>
            <a:pPr algn="just" fontAlgn="base"/>
            <a:r>
              <a:rPr lang="en-US" dirty="0"/>
              <a:t>Transformer model is built on </a:t>
            </a:r>
            <a:r>
              <a:rPr lang="en-US" dirty="0">
                <a:hlinkClick r:id="rId4">
                  <a:extLst>
                    <a:ext uri="{A12FA001-AC4F-418D-AE19-62706E023703}">
                      <ahyp:hlinkClr xmlns:ahyp="http://schemas.microsoft.com/office/drawing/2018/hyperlinkcolor" val="tx"/>
                    </a:ext>
                  </a:extLst>
                </a:hlinkClick>
              </a:rPr>
              <a:t>encoder-decoder</a:t>
            </a:r>
            <a:r>
              <a:rPr lang="en-US" dirty="0"/>
              <a:t> architecture where both the encoder and decoder are composed of a series of layers that utilize self-attention mechanisms and feed-forward neural networks. </a:t>
            </a:r>
          </a:p>
          <a:p>
            <a:pPr algn="just" fontAlgn="base"/>
            <a:r>
              <a:rPr lang="en-US" dirty="0"/>
              <a:t>This architecture enables the model to process input data in parallel making it highly efficient and effective for tasks involving sequential data.</a:t>
            </a:r>
          </a:p>
          <a:p>
            <a:pPr algn="just" fontAlgn="base"/>
            <a:r>
              <a:rPr lang="en-US" dirty="0"/>
              <a:t>The encoder processes input sequences and creates meaningful representations.</a:t>
            </a:r>
          </a:p>
          <a:p>
            <a:pPr algn="just" fontAlgn="base"/>
            <a:r>
              <a:rPr lang="en-US" dirty="0"/>
              <a:t>The decoder generates outputs based on encoder representations and previously predicted tokens.</a:t>
            </a:r>
          </a:p>
          <a:p>
            <a:pPr algn="just" fontAlgn="base"/>
            <a:r>
              <a:rPr lang="en-US" dirty="0"/>
              <a:t>The encoder and decoder work together to transform the input into the desired output such as translating a sentence from one language to another or generating a response to a query.</a:t>
            </a:r>
          </a:p>
          <a:p>
            <a:pPr algn="just"/>
            <a:endParaRPr lang="en-IN" dirty="0"/>
          </a:p>
        </p:txBody>
      </p:sp>
    </p:spTree>
    <p:extLst>
      <p:ext uri="{BB962C8B-B14F-4D97-AF65-F5344CB8AC3E}">
        <p14:creationId xmlns:p14="http://schemas.microsoft.com/office/powerpoint/2010/main" val="411136084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273D9-6530-C74D-50B0-AB7A3E816D5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A561D77-6E8D-E9DC-7461-59E10D66492D}"/>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934FD4FC-92FD-99F1-0FD1-A560AD4B2AD1}"/>
              </a:ext>
            </a:extLst>
          </p:cNvPr>
          <p:cNvPicPr>
            <a:picLocks noChangeAspect="1"/>
          </p:cNvPicPr>
          <p:nvPr/>
        </p:nvPicPr>
        <p:blipFill>
          <a:blip r:embed="rId2"/>
          <a:stretch>
            <a:fillRect/>
          </a:stretch>
        </p:blipFill>
        <p:spPr>
          <a:xfrm>
            <a:off x="1107758" y="-47006"/>
            <a:ext cx="9407842" cy="6535005"/>
          </a:xfrm>
          <a:prstGeom prst="rect">
            <a:avLst/>
          </a:prstGeom>
        </p:spPr>
      </p:pic>
    </p:spTree>
    <p:extLst>
      <p:ext uri="{BB962C8B-B14F-4D97-AF65-F5344CB8AC3E}">
        <p14:creationId xmlns:p14="http://schemas.microsoft.com/office/powerpoint/2010/main" val="12040307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D92DED-AD47-FDF7-2576-3C43331D2B5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36D95D08-2296-D75C-4BA4-258A6F12DAC8}"/>
              </a:ext>
            </a:extLst>
          </p:cNvPr>
          <p:cNvSpPr>
            <a:spLocks noGrp="1"/>
          </p:cNvSpPr>
          <p:nvPr>
            <p:ph idx="1"/>
          </p:nvPr>
        </p:nvSpPr>
        <p:spPr/>
        <p:txBody>
          <a:bodyPr/>
          <a:lstStyle/>
          <a:p>
            <a:r>
              <a:rPr lang="en-IN" b="1" dirty="0"/>
              <a:t>Encoder Block Structure</a:t>
            </a:r>
          </a:p>
          <a:p>
            <a:r>
              <a:rPr lang="en-IN" dirty="0"/>
              <a:t>Each encoder layer contains:</a:t>
            </a:r>
          </a:p>
          <a:p>
            <a:r>
              <a:rPr lang="en-IN" b="1" dirty="0"/>
              <a:t>1️⃣ Multi-Head Self-Attention</a:t>
            </a:r>
          </a:p>
          <a:p>
            <a:r>
              <a:rPr lang="en-IN" b="1" dirty="0"/>
              <a:t>2️⃣ Add &amp; Layer Normalization</a:t>
            </a:r>
          </a:p>
          <a:p>
            <a:r>
              <a:rPr lang="en-IN" b="1" dirty="0"/>
              <a:t>3️⃣ Feed Forward Network</a:t>
            </a:r>
          </a:p>
          <a:p>
            <a:r>
              <a:rPr lang="en-IN" b="1" dirty="0"/>
              <a:t>4️⃣ Add &amp; Layer Normalization</a:t>
            </a:r>
          </a:p>
          <a:p>
            <a:endParaRPr lang="en-IN" dirty="0"/>
          </a:p>
        </p:txBody>
      </p:sp>
    </p:spTree>
    <p:extLst>
      <p:ext uri="{BB962C8B-B14F-4D97-AF65-F5344CB8AC3E}">
        <p14:creationId xmlns:p14="http://schemas.microsoft.com/office/powerpoint/2010/main" val="182797384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F880A-C78A-D8A2-400E-0C4A9B1AAE2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58A1CCB1-807F-4DF5-96D8-9DC9B8DAB084}"/>
              </a:ext>
            </a:extLst>
          </p:cNvPr>
          <p:cNvSpPr>
            <a:spLocks noGrp="1"/>
          </p:cNvSpPr>
          <p:nvPr>
            <p:ph idx="1"/>
          </p:nvPr>
        </p:nvSpPr>
        <p:spPr/>
        <p:txBody>
          <a:bodyPr/>
          <a:lstStyle/>
          <a:p>
            <a:r>
              <a:rPr lang="en-IN" b="1" dirty="0"/>
              <a:t>Decoder Block Structure</a:t>
            </a:r>
          </a:p>
          <a:p>
            <a:r>
              <a:rPr lang="en-IN" dirty="0"/>
              <a:t>Each decoder layer contains:</a:t>
            </a:r>
          </a:p>
          <a:p>
            <a:r>
              <a:rPr lang="en-IN" dirty="0"/>
              <a:t>1️⃣ Masked Multi-head self-attention</a:t>
            </a:r>
            <a:br>
              <a:rPr lang="en-IN" dirty="0"/>
            </a:br>
            <a:r>
              <a:rPr lang="en-IN" dirty="0"/>
              <a:t>2️⃣ Encoder–Decoder attention</a:t>
            </a:r>
            <a:br>
              <a:rPr lang="en-IN" dirty="0"/>
            </a:br>
            <a:r>
              <a:rPr lang="en-IN" dirty="0"/>
              <a:t>3️⃣ Feed-forward network</a:t>
            </a:r>
          </a:p>
          <a:p>
            <a:endParaRPr lang="en-IN" dirty="0"/>
          </a:p>
        </p:txBody>
      </p:sp>
    </p:spTree>
    <p:extLst>
      <p:ext uri="{BB962C8B-B14F-4D97-AF65-F5344CB8AC3E}">
        <p14:creationId xmlns:p14="http://schemas.microsoft.com/office/powerpoint/2010/main" val="55258396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13299-2A60-38A7-1437-0161C76772A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9EA7206-AB88-EC22-AF2D-E9077AA1C63B}"/>
              </a:ext>
            </a:extLst>
          </p:cNvPr>
          <p:cNvSpPr>
            <a:spLocks noGrp="1"/>
          </p:cNvSpPr>
          <p:nvPr>
            <p:ph idx="1"/>
          </p:nvPr>
        </p:nvSpPr>
        <p:spPr/>
        <p:txBody>
          <a:bodyPr>
            <a:normAutofit fontScale="92500" lnSpcReduction="20000"/>
          </a:bodyPr>
          <a:lstStyle/>
          <a:p>
            <a:pPr fontAlgn="base"/>
            <a:r>
              <a:rPr lang="en-US" b="1" dirty="0"/>
              <a:t>How Transformers Work</a:t>
            </a:r>
          </a:p>
          <a:p>
            <a:pPr fontAlgn="base"/>
            <a:r>
              <a:rPr lang="en-US" b="1" dirty="0"/>
              <a:t>1. Input Representation</a:t>
            </a:r>
          </a:p>
          <a:p>
            <a:pPr fontAlgn="base"/>
            <a:r>
              <a:rPr lang="en-US" dirty="0"/>
              <a:t>The first step in processing input data involves converting raw text into a format that the transformer model can understand. This involves tokenization and embedding.</a:t>
            </a:r>
          </a:p>
          <a:p>
            <a:pPr fontAlgn="base"/>
            <a:r>
              <a:rPr lang="en-US" b="1" u="sng" dirty="0">
                <a:hlinkClick r:id="rId2"/>
              </a:rPr>
              <a:t>Tokenization</a:t>
            </a:r>
            <a:r>
              <a:rPr lang="en-US" dirty="0"/>
              <a:t>: The input text is split into smaller units called tokens, which can be words, sub words or characters. Tokenization ensures that the text is broken down into manageable pieces.</a:t>
            </a:r>
          </a:p>
          <a:p>
            <a:pPr fontAlgn="base"/>
            <a:r>
              <a:rPr lang="en-US" b="1" u="sng" dirty="0">
                <a:hlinkClick r:id="rId3"/>
              </a:rPr>
              <a:t>Embedding</a:t>
            </a:r>
            <a:r>
              <a:rPr lang="en-US" dirty="0"/>
              <a:t>: Each token is then converted into a fixed-size vector using an embedding layer. This layer maps each token to a dense vector representation that captures its semantic meaning.</a:t>
            </a:r>
          </a:p>
          <a:p>
            <a:pPr fontAlgn="base"/>
            <a:r>
              <a:rPr lang="en-US" b="1" u="sng" dirty="0">
                <a:hlinkClick r:id="rId4"/>
              </a:rPr>
              <a:t>Positional encodings</a:t>
            </a:r>
            <a:r>
              <a:rPr lang="en-US" b="1" dirty="0"/>
              <a:t> </a:t>
            </a:r>
            <a:r>
              <a:rPr lang="en-US" dirty="0"/>
              <a:t>are added to these embeddings to provide information about the token positions within the sequence.</a:t>
            </a:r>
          </a:p>
          <a:p>
            <a:endParaRPr lang="en-IN" dirty="0"/>
          </a:p>
        </p:txBody>
      </p:sp>
    </p:spTree>
    <p:extLst>
      <p:ext uri="{BB962C8B-B14F-4D97-AF65-F5344CB8AC3E}">
        <p14:creationId xmlns:p14="http://schemas.microsoft.com/office/powerpoint/2010/main" val="3885901698"/>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580C5-3425-7F81-1A2A-D2E121E76CD3}"/>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8007616-F5C8-2FE4-3283-E5D42BB3C423}"/>
              </a:ext>
            </a:extLst>
          </p:cNvPr>
          <p:cNvSpPr>
            <a:spLocks noGrp="1"/>
          </p:cNvSpPr>
          <p:nvPr>
            <p:ph idx="1"/>
          </p:nvPr>
        </p:nvSpPr>
        <p:spPr/>
        <p:txBody>
          <a:bodyPr/>
          <a:lstStyle/>
          <a:p>
            <a:pPr fontAlgn="base"/>
            <a:r>
              <a:rPr lang="en-US" b="1" dirty="0"/>
              <a:t>2. Encoder Process in Transformers</a:t>
            </a:r>
          </a:p>
          <a:p>
            <a:pPr fontAlgn="base"/>
            <a:r>
              <a:rPr lang="en-US" b="1" dirty="0"/>
              <a:t>Input Embedding</a:t>
            </a:r>
            <a:r>
              <a:rPr lang="en-US" dirty="0"/>
              <a:t>: The input sequence is tokenized and converted into embeddings with positional encodings added.</a:t>
            </a:r>
          </a:p>
          <a:p>
            <a:pPr fontAlgn="base"/>
            <a:r>
              <a:rPr lang="en-US" b="1" dirty="0"/>
              <a:t>Self-Attention Mechanism</a:t>
            </a:r>
            <a:r>
              <a:rPr lang="en-US" dirty="0"/>
              <a:t>: Each token in the input sequence attends to every other token to capture dependencies and contextual information.</a:t>
            </a:r>
          </a:p>
          <a:p>
            <a:pPr fontAlgn="base"/>
            <a:r>
              <a:rPr lang="en-US" b="1" dirty="0"/>
              <a:t>Feed-Forward Network</a:t>
            </a:r>
            <a:r>
              <a:rPr lang="en-US" dirty="0"/>
              <a:t>: The output from the self-attention mechanism is passed through a position-wise feed-forward network.</a:t>
            </a:r>
          </a:p>
          <a:p>
            <a:pPr fontAlgn="base"/>
            <a:r>
              <a:rPr lang="en-US" b="1" dirty="0"/>
              <a:t>Layer Normalization and Residual Connections</a:t>
            </a:r>
            <a:r>
              <a:rPr lang="en-US" dirty="0"/>
              <a:t>: Layer normalization and residual connections are applied.</a:t>
            </a:r>
          </a:p>
          <a:p>
            <a:endParaRPr lang="en-IN" dirty="0"/>
          </a:p>
        </p:txBody>
      </p:sp>
    </p:spTree>
    <p:extLst>
      <p:ext uri="{BB962C8B-B14F-4D97-AF65-F5344CB8AC3E}">
        <p14:creationId xmlns:p14="http://schemas.microsoft.com/office/powerpoint/2010/main" val="52038441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93518-9A34-FC1C-D853-EF185B11759C}"/>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2053ADE-CAFD-415E-BA0A-AE65E6C3D9A5}"/>
              </a:ext>
            </a:extLst>
          </p:cNvPr>
          <p:cNvSpPr>
            <a:spLocks noGrp="1"/>
          </p:cNvSpPr>
          <p:nvPr>
            <p:ph idx="1"/>
          </p:nvPr>
        </p:nvSpPr>
        <p:spPr/>
        <p:txBody>
          <a:bodyPr>
            <a:normAutofit fontScale="92500" lnSpcReduction="20000"/>
          </a:bodyPr>
          <a:lstStyle/>
          <a:p>
            <a:pPr fontAlgn="base"/>
            <a:r>
              <a:rPr lang="en-US" b="1" dirty="0"/>
              <a:t>3. Decoder Process</a:t>
            </a:r>
          </a:p>
          <a:p>
            <a:pPr fontAlgn="base"/>
            <a:r>
              <a:rPr lang="en-US" b="1" dirty="0"/>
              <a:t>Input Embedding and Positional Encoding</a:t>
            </a:r>
            <a:r>
              <a:rPr lang="en-US" dirty="0"/>
              <a:t>: The partially generated output sequence is tokenized and embedded with positional encodings added.</a:t>
            </a:r>
          </a:p>
          <a:p>
            <a:pPr fontAlgn="base"/>
            <a:r>
              <a:rPr lang="en-US" b="1" dirty="0"/>
              <a:t>Masked Self-Attention Mechanism</a:t>
            </a:r>
            <a:r>
              <a:rPr lang="en-US" dirty="0"/>
              <a:t>: The decoder uses masked self-attention to prevent attending to future tokens ensuring that the model generates the sequence step-by-step.</a:t>
            </a:r>
          </a:p>
          <a:p>
            <a:pPr fontAlgn="base"/>
            <a:r>
              <a:rPr lang="en-US" b="1" dirty="0"/>
              <a:t>Encoder-Decoder Attention Mechanism</a:t>
            </a:r>
            <a:r>
              <a:rPr lang="en-US" dirty="0"/>
              <a:t>: The decoder attends to the encoder's output allowing it to focus on relevant parts of the input sequence.</a:t>
            </a:r>
          </a:p>
          <a:p>
            <a:pPr fontAlgn="base"/>
            <a:r>
              <a:rPr lang="en-US" b="1" dirty="0"/>
              <a:t>Feed-Forward Network</a:t>
            </a:r>
            <a:r>
              <a:rPr lang="en-US" dirty="0"/>
              <a:t>: Similar to the encoder the output from the attention mechanisms is passed through a position-wise feed-forward network.</a:t>
            </a:r>
          </a:p>
          <a:p>
            <a:pPr fontAlgn="base"/>
            <a:r>
              <a:rPr lang="en-US" b="1" dirty="0"/>
              <a:t>Layer Normalization and Residual Connections</a:t>
            </a:r>
            <a:r>
              <a:rPr lang="en-US" dirty="0"/>
              <a:t>: Similar to the encoder Layer normalization and residual connections are applied.</a:t>
            </a:r>
          </a:p>
          <a:p>
            <a:endParaRPr lang="en-IN" dirty="0"/>
          </a:p>
        </p:txBody>
      </p:sp>
    </p:spTree>
    <p:extLst>
      <p:ext uri="{BB962C8B-B14F-4D97-AF65-F5344CB8AC3E}">
        <p14:creationId xmlns:p14="http://schemas.microsoft.com/office/powerpoint/2010/main" val="3661220671"/>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C69DE-69A2-F843-A02E-9BEFE7D7FFA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95B634F-4A57-5F95-04AA-1B3E1756D1FD}"/>
              </a:ext>
            </a:extLst>
          </p:cNvPr>
          <p:cNvSpPr>
            <a:spLocks noGrp="1"/>
          </p:cNvSpPr>
          <p:nvPr>
            <p:ph idx="1"/>
          </p:nvPr>
        </p:nvSpPr>
        <p:spPr/>
        <p:txBody>
          <a:bodyPr/>
          <a:lstStyle/>
          <a:p>
            <a:pPr fontAlgn="base"/>
            <a:r>
              <a:rPr lang="en-US" b="1" dirty="0"/>
              <a:t>4. Training and Inference</a:t>
            </a:r>
          </a:p>
          <a:p>
            <a:pPr fontAlgn="base"/>
            <a:r>
              <a:rPr lang="en-US" dirty="0"/>
              <a:t>Transformers are trained with teacher forcing, where the correct previous tokens are provided during training to predict the next token. Their encoder-decoder architecture combined with multi-head attention and feed-forward networks enables highly effective handling of sequential data.</a:t>
            </a:r>
          </a:p>
          <a:p>
            <a:pPr fontAlgn="base"/>
            <a:r>
              <a:rPr lang="en-US" dirty="0"/>
              <a:t>Transformers have transformed deep learning by using self-attention mechanisms to efficiently process and generate sequences capturing long-range dependencies and contextual relationships. Their encoder-decoder architecture combined with multi-head attention and feed-forward networks enables highly effective handling of sequential data.</a:t>
            </a:r>
          </a:p>
          <a:p>
            <a:endParaRPr lang="en-IN" dirty="0"/>
          </a:p>
        </p:txBody>
      </p:sp>
    </p:spTree>
    <p:extLst>
      <p:ext uri="{BB962C8B-B14F-4D97-AF65-F5344CB8AC3E}">
        <p14:creationId xmlns:p14="http://schemas.microsoft.com/office/powerpoint/2010/main" val="144994248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3069E-F720-4781-7081-EAA4AD8A67DB}"/>
              </a:ext>
            </a:extLst>
          </p:cNvPr>
          <p:cNvSpPr>
            <a:spLocks noGrp="1"/>
          </p:cNvSpPr>
          <p:nvPr>
            <p:ph type="title"/>
          </p:nvPr>
        </p:nvSpPr>
        <p:spPr>
          <a:xfrm>
            <a:off x="375920" y="370001"/>
            <a:ext cx="11277600" cy="677258"/>
          </a:xfrm>
        </p:spPr>
        <p:txBody>
          <a:bodyPr>
            <a:noAutofit/>
          </a:bodyPr>
          <a:lstStyle/>
          <a:p>
            <a:r>
              <a:rPr lang="en-US" sz="3600" dirty="0"/>
              <a:t>BERT- Bidirectional Encoder Representations from Transformers</a:t>
            </a:r>
            <a:endParaRPr lang="en-IN" sz="3600" dirty="0"/>
          </a:p>
        </p:txBody>
      </p:sp>
      <p:sp>
        <p:nvSpPr>
          <p:cNvPr id="3" name="Content Placeholder 2">
            <a:extLst>
              <a:ext uri="{FF2B5EF4-FFF2-40B4-BE49-F238E27FC236}">
                <a16:creationId xmlns:a16="http://schemas.microsoft.com/office/drawing/2014/main" id="{0968F103-77D5-1CA8-C14A-01DF38E49A4B}"/>
              </a:ext>
            </a:extLst>
          </p:cNvPr>
          <p:cNvSpPr>
            <a:spLocks noGrp="1"/>
          </p:cNvSpPr>
          <p:nvPr>
            <p:ph idx="1"/>
          </p:nvPr>
        </p:nvSpPr>
        <p:spPr>
          <a:xfrm>
            <a:off x="802640" y="1717040"/>
            <a:ext cx="10424477" cy="4409230"/>
          </a:xfrm>
        </p:spPr>
        <p:txBody>
          <a:bodyPr>
            <a:normAutofit fontScale="92500" lnSpcReduction="10000"/>
          </a:bodyPr>
          <a:lstStyle/>
          <a:p>
            <a:r>
              <a:rPr lang="en-US" dirty="0"/>
              <a:t>BERT stands for </a:t>
            </a:r>
            <a:r>
              <a:rPr lang="en-US" b="1" dirty="0"/>
              <a:t>B</a:t>
            </a:r>
            <a:r>
              <a:rPr lang="en-US" dirty="0"/>
              <a:t>idirectional </a:t>
            </a:r>
            <a:r>
              <a:rPr lang="en-US" b="1" dirty="0"/>
              <a:t>E</a:t>
            </a:r>
            <a:r>
              <a:rPr lang="en-US" dirty="0"/>
              <a:t>ncoder </a:t>
            </a:r>
            <a:r>
              <a:rPr lang="en-US" b="1" dirty="0"/>
              <a:t>R</a:t>
            </a:r>
            <a:r>
              <a:rPr lang="en-US" dirty="0"/>
              <a:t>epresentations from </a:t>
            </a:r>
            <a:r>
              <a:rPr lang="en-US" b="1" dirty="0"/>
              <a:t>T</a:t>
            </a:r>
            <a:r>
              <a:rPr lang="en-US" dirty="0"/>
              <a:t>ransformers. </a:t>
            </a:r>
          </a:p>
          <a:p>
            <a:r>
              <a:rPr lang="en-US" dirty="0"/>
              <a:t>It is designed to pre-train deep bidirectional representations from unlabeled text by jointly conditioning on both left and right context.</a:t>
            </a:r>
          </a:p>
          <a:p>
            <a:r>
              <a:rPr lang="en-US" dirty="0"/>
              <a:t> As a result, the pre-trained </a:t>
            </a:r>
            <a:r>
              <a:rPr lang="en-US" u="sng" dirty="0">
                <a:hlinkClick r:id="rId2"/>
              </a:rPr>
              <a:t>BERT model</a:t>
            </a:r>
            <a:r>
              <a:rPr lang="en-US" dirty="0"/>
              <a:t> can be fine-tuned with just one additional output layer to create state-of-the-art models for a wide range of NLP tasks.</a:t>
            </a:r>
          </a:p>
          <a:p>
            <a:r>
              <a:rPr lang="en-US" dirty="0"/>
              <a:t>That sounds way too complex as a starting point. But it does summarize what BERT does pretty well so let’s break it down:</a:t>
            </a:r>
          </a:p>
          <a:p>
            <a:r>
              <a:rPr lang="en-US" dirty="0"/>
              <a:t>First, it’s easy to get that BERT stands for </a:t>
            </a:r>
            <a:r>
              <a:rPr lang="en-US" b="1" dirty="0"/>
              <a:t>B</a:t>
            </a:r>
            <a:r>
              <a:rPr lang="en-US" dirty="0"/>
              <a:t>idirectional </a:t>
            </a:r>
            <a:r>
              <a:rPr lang="en-US" b="1" dirty="0"/>
              <a:t>E</a:t>
            </a:r>
            <a:r>
              <a:rPr lang="en-US" dirty="0"/>
              <a:t>ncoder </a:t>
            </a:r>
            <a:r>
              <a:rPr lang="en-US" b="1" dirty="0"/>
              <a:t>R</a:t>
            </a:r>
            <a:r>
              <a:rPr lang="en-US" dirty="0"/>
              <a:t>epresentations from </a:t>
            </a:r>
            <a:r>
              <a:rPr lang="en-US" b="1" dirty="0"/>
              <a:t>T</a:t>
            </a:r>
            <a:r>
              <a:rPr lang="en-US" dirty="0"/>
              <a:t>ransformers. </a:t>
            </a:r>
          </a:p>
          <a:p>
            <a:r>
              <a:rPr lang="en-US" dirty="0"/>
              <a:t>Each word here has a meaning to it and we will encounter that one by one in this article. For now, the key takeaway from this line is – </a:t>
            </a:r>
            <a:r>
              <a:rPr lang="en-US" b="1" dirty="0"/>
              <a:t>BERT is based on the Transformer architecture.</a:t>
            </a:r>
            <a:endParaRPr lang="en-US" dirty="0"/>
          </a:p>
          <a:p>
            <a:endParaRPr lang="en-IN" dirty="0"/>
          </a:p>
        </p:txBody>
      </p:sp>
    </p:spTree>
    <p:extLst>
      <p:ext uri="{BB962C8B-B14F-4D97-AF65-F5344CB8AC3E}">
        <p14:creationId xmlns:p14="http://schemas.microsoft.com/office/powerpoint/2010/main" val="226281262"/>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3C7F-7C18-9258-6005-D9DB9D572BA1}"/>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D44AFB6-7004-1891-8E5E-0420B303BF40}"/>
              </a:ext>
            </a:extLst>
          </p:cNvPr>
          <p:cNvSpPr>
            <a:spLocks noGrp="1"/>
          </p:cNvSpPr>
          <p:nvPr>
            <p:ph idx="1"/>
          </p:nvPr>
        </p:nvSpPr>
        <p:spPr>
          <a:xfrm>
            <a:off x="711200" y="1879600"/>
            <a:ext cx="10515917" cy="4246670"/>
          </a:xfrm>
        </p:spPr>
        <p:txBody>
          <a:bodyPr/>
          <a:lstStyle/>
          <a:p>
            <a:r>
              <a:rPr lang="en-US" dirty="0"/>
              <a:t>Second, BERT is pre-trained on a large corpus of </a:t>
            </a:r>
            <a:r>
              <a:rPr lang="en-US" dirty="0" err="1"/>
              <a:t>unlabelled</a:t>
            </a:r>
            <a:r>
              <a:rPr lang="en-US" dirty="0"/>
              <a:t> text including the entire Wikipedia(that’s 2,500 million words!) and Book Corpus (800 million words).</a:t>
            </a:r>
          </a:p>
          <a:p>
            <a:r>
              <a:rPr lang="en-US" dirty="0"/>
              <a:t> This </a:t>
            </a:r>
            <a:r>
              <a:rPr lang="en-US" b="1" dirty="0"/>
              <a:t>pre-training</a:t>
            </a:r>
            <a:r>
              <a:rPr lang="en-US" dirty="0"/>
              <a:t> step is half the magic behind BERT’s success. </a:t>
            </a:r>
          </a:p>
          <a:p>
            <a:r>
              <a:rPr lang="en-US" dirty="0"/>
              <a:t>This is because as we train a model on a large text corpus, our model starts to pick up the deeper and intimate understandings of how the language works.</a:t>
            </a:r>
          </a:p>
          <a:p>
            <a:r>
              <a:rPr lang="en-US" dirty="0"/>
              <a:t> This knowledge is the </a:t>
            </a:r>
            <a:r>
              <a:rPr lang="en-US" b="1" dirty="0" err="1"/>
              <a:t>swiss</a:t>
            </a:r>
            <a:r>
              <a:rPr lang="en-US" b="1" dirty="0"/>
              <a:t> army knife</a:t>
            </a:r>
            <a:r>
              <a:rPr lang="en-US" dirty="0"/>
              <a:t> that is useful for almost any NLP task.</a:t>
            </a:r>
          </a:p>
          <a:p>
            <a:r>
              <a:rPr lang="en-US" dirty="0"/>
              <a:t>Third, BERT is a </a:t>
            </a:r>
            <a:r>
              <a:rPr lang="en-US" b="1" dirty="0"/>
              <a:t>“deeply bidirectional”</a:t>
            </a:r>
            <a:r>
              <a:rPr lang="en-US" dirty="0"/>
              <a:t> model. Bidirectional means that </a:t>
            </a:r>
            <a:r>
              <a:rPr lang="en-US" u="sng" dirty="0">
                <a:hlinkClick r:id="rId2"/>
              </a:rPr>
              <a:t>BERT learns</a:t>
            </a:r>
            <a:r>
              <a:rPr lang="en-US" dirty="0"/>
              <a:t> information from both the left and the right side of a token’s context during the training phase.</a:t>
            </a:r>
          </a:p>
          <a:p>
            <a:endParaRPr lang="en-IN" dirty="0"/>
          </a:p>
        </p:txBody>
      </p:sp>
    </p:spTree>
    <p:extLst>
      <p:ext uri="{BB962C8B-B14F-4D97-AF65-F5344CB8AC3E}">
        <p14:creationId xmlns:p14="http://schemas.microsoft.com/office/powerpoint/2010/main" val="3926890433"/>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34E9E-65E4-49A8-443C-C05050F5447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8A64C7B-CF25-7A80-9F0D-9BEACBD5986D}"/>
              </a:ext>
            </a:extLst>
          </p:cNvPr>
          <p:cNvSpPr>
            <a:spLocks noGrp="1"/>
          </p:cNvSpPr>
          <p:nvPr>
            <p:ph idx="1"/>
          </p:nvPr>
        </p:nvSpPr>
        <p:spPr>
          <a:xfrm>
            <a:off x="934719" y="1236693"/>
            <a:ext cx="10292397" cy="4774990"/>
          </a:xfrm>
        </p:spPr>
        <p:txBody>
          <a:bodyPr/>
          <a:lstStyle/>
          <a:p>
            <a:r>
              <a:rPr lang="en-US" dirty="0"/>
              <a:t>BERT Example</a:t>
            </a:r>
          </a:p>
          <a:p>
            <a:r>
              <a:rPr lang="en-US" dirty="0"/>
              <a:t>The bidirectionality of a model is important for truly understanding the meaning of a language. Let’s see an example to illustrate this. There are two sentences in this example and both of them involve the word “bank”:</a:t>
            </a:r>
          </a:p>
          <a:p>
            <a:endParaRPr lang="en-IN" dirty="0"/>
          </a:p>
        </p:txBody>
      </p:sp>
      <p:pic>
        <p:nvPicPr>
          <p:cNvPr id="14338" name="Picture 2" descr="BERT captures both left and right context">
            <a:extLst>
              <a:ext uri="{FF2B5EF4-FFF2-40B4-BE49-F238E27FC236}">
                <a16:creationId xmlns:a16="http://schemas.microsoft.com/office/drawing/2014/main" id="{CAB905F9-DF14-D4C2-4B40-8386C93E5A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2777" y="3049557"/>
            <a:ext cx="5114925"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660901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94493-3F39-5C69-CAEF-3DC8B07E761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C39B683-BBF7-F551-F99D-E12CC562CEC5}"/>
              </a:ext>
            </a:extLst>
          </p:cNvPr>
          <p:cNvSpPr>
            <a:spLocks noGrp="1"/>
          </p:cNvSpPr>
          <p:nvPr>
            <p:ph idx="1"/>
          </p:nvPr>
        </p:nvSpPr>
        <p:spPr>
          <a:xfrm>
            <a:off x="1025842" y="1481946"/>
            <a:ext cx="10058400" cy="4217604"/>
          </a:xfrm>
        </p:spPr>
        <p:txBody>
          <a:bodyPr/>
          <a:lstStyle/>
          <a:p>
            <a:r>
              <a:rPr lang="en-US" dirty="0"/>
              <a:t>If we try to predict the nature of the word “bank” by only taking either the left or the right context, then we will be making an error in at least one of the two given examples.</a:t>
            </a:r>
          </a:p>
          <a:p>
            <a:r>
              <a:rPr lang="en-US" dirty="0"/>
              <a:t>One way to deal with this is to consider both the left and the right context before making a prediction. That’s exactly what BERT does! We will see later in the article how this is achieved.</a:t>
            </a:r>
          </a:p>
          <a:p>
            <a:r>
              <a:rPr lang="en-US" dirty="0"/>
              <a:t>And finally, the most impressive aspect of BERT. We can fine-tune it by adding just a couple of additional output layers to create state-of-the-art models for a variety of NLP tasks.</a:t>
            </a:r>
          </a:p>
          <a:p>
            <a:endParaRPr lang="en-IN" dirty="0"/>
          </a:p>
        </p:txBody>
      </p:sp>
    </p:spTree>
    <p:extLst>
      <p:ext uri="{BB962C8B-B14F-4D97-AF65-F5344CB8AC3E}">
        <p14:creationId xmlns:p14="http://schemas.microsoft.com/office/powerpoint/2010/main" val="71809633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F0F85-BCC3-C3EF-F29E-986BD4985F5F}"/>
              </a:ext>
            </a:extLst>
          </p:cNvPr>
          <p:cNvSpPr>
            <a:spLocks noGrp="1"/>
          </p:cNvSpPr>
          <p:nvPr>
            <p:ph type="title"/>
          </p:nvPr>
        </p:nvSpPr>
        <p:spPr/>
        <p:txBody>
          <a:bodyPr>
            <a:normAutofit fontScale="90000"/>
          </a:bodyPr>
          <a:lstStyle/>
          <a:p>
            <a:r>
              <a:rPr lang="en-IN" b="0" dirty="0"/>
              <a:t>BERT’s Architecture</a:t>
            </a:r>
            <a:endParaRPr lang="en-IN" dirty="0"/>
          </a:p>
        </p:txBody>
      </p:sp>
      <p:sp>
        <p:nvSpPr>
          <p:cNvPr id="3" name="Content Placeholder 2">
            <a:extLst>
              <a:ext uri="{FF2B5EF4-FFF2-40B4-BE49-F238E27FC236}">
                <a16:creationId xmlns:a16="http://schemas.microsoft.com/office/drawing/2014/main" id="{ACE4FF5A-6EF3-F06D-D282-B1BC415ECFA1}"/>
              </a:ext>
            </a:extLst>
          </p:cNvPr>
          <p:cNvSpPr>
            <a:spLocks noGrp="1"/>
          </p:cNvSpPr>
          <p:nvPr>
            <p:ph idx="1"/>
          </p:nvPr>
        </p:nvSpPr>
        <p:spPr/>
        <p:txBody>
          <a:bodyPr/>
          <a:lstStyle/>
          <a:p>
            <a:r>
              <a:rPr lang="en-US" dirty="0"/>
              <a:t>The BERT architecture builds on top of Transformer. We currently have two variants available:</a:t>
            </a:r>
          </a:p>
          <a:p>
            <a:r>
              <a:rPr lang="en-US" dirty="0"/>
              <a:t>BERT Base: 12 layers (transformer blocks), 12 attention heads, and 110 million parameters</a:t>
            </a:r>
          </a:p>
          <a:p>
            <a:r>
              <a:rPr lang="en-US" dirty="0"/>
              <a:t>BERT Large: 24 layers (transformer blocks), 16 attention heads and, 340 million parameters</a:t>
            </a:r>
          </a:p>
          <a:p>
            <a:endParaRPr lang="en-IN" dirty="0"/>
          </a:p>
        </p:txBody>
      </p:sp>
    </p:spTree>
    <p:extLst>
      <p:ext uri="{BB962C8B-B14F-4D97-AF65-F5344CB8AC3E}">
        <p14:creationId xmlns:p14="http://schemas.microsoft.com/office/powerpoint/2010/main" val="141962729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BBC6-5A56-727E-E558-494A0A20C31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9709562-39A2-13A9-A071-F07D89F8307D}"/>
              </a:ext>
            </a:extLst>
          </p:cNvPr>
          <p:cNvSpPr>
            <a:spLocks noGrp="1"/>
          </p:cNvSpPr>
          <p:nvPr>
            <p:ph idx="1"/>
          </p:nvPr>
        </p:nvSpPr>
        <p:spPr/>
        <p:txBody>
          <a:bodyPr/>
          <a:lstStyle/>
          <a:p>
            <a:endParaRPr lang="en-IN"/>
          </a:p>
        </p:txBody>
      </p:sp>
      <p:pic>
        <p:nvPicPr>
          <p:cNvPr id="15362" name="Picture 2" descr="BERT architecture">
            <a:extLst>
              <a:ext uri="{FF2B5EF4-FFF2-40B4-BE49-F238E27FC236}">
                <a16:creationId xmlns:a16="http://schemas.microsoft.com/office/drawing/2014/main" id="{EC58C3FD-B65A-0601-58DF-749E78E7AA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0838" y="1514475"/>
            <a:ext cx="6410325"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82350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95122-5438-F4A2-3DC6-F1EE06640D38}"/>
              </a:ext>
            </a:extLst>
          </p:cNvPr>
          <p:cNvSpPr>
            <a:spLocks noGrp="1"/>
          </p:cNvSpPr>
          <p:nvPr>
            <p:ph type="title"/>
          </p:nvPr>
        </p:nvSpPr>
        <p:spPr/>
        <p:txBody>
          <a:bodyPr>
            <a:normAutofit fontScale="90000"/>
          </a:bodyPr>
          <a:lstStyle/>
          <a:p>
            <a:r>
              <a:rPr lang="en-IN" b="0" dirty="0"/>
              <a:t>Text Preprocessing</a:t>
            </a:r>
            <a:endParaRPr lang="en-IN" dirty="0"/>
          </a:p>
        </p:txBody>
      </p:sp>
      <p:sp>
        <p:nvSpPr>
          <p:cNvPr id="3" name="Content Placeholder 2">
            <a:extLst>
              <a:ext uri="{FF2B5EF4-FFF2-40B4-BE49-F238E27FC236}">
                <a16:creationId xmlns:a16="http://schemas.microsoft.com/office/drawing/2014/main" id="{9D6549E6-3E48-7167-73A1-B0FE0EC7E627}"/>
              </a:ext>
            </a:extLst>
          </p:cNvPr>
          <p:cNvSpPr>
            <a:spLocks noGrp="1"/>
          </p:cNvSpPr>
          <p:nvPr>
            <p:ph idx="1"/>
          </p:nvPr>
        </p:nvSpPr>
        <p:spPr/>
        <p:txBody>
          <a:bodyPr/>
          <a:lstStyle/>
          <a:p>
            <a:endParaRPr lang="en-IN"/>
          </a:p>
        </p:txBody>
      </p:sp>
      <p:pic>
        <p:nvPicPr>
          <p:cNvPr id="16386" name="Picture 2" descr="BERT preprocessing">
            <a:extLst>
              <a:ext uri="{FF2B5EF4-FFF2-40B4-BE49-F238E27FC236}">
                <a16:creationId xmlns:a16="http://schemas.microsoft.com/office/drawing/2014/main" id="{A57E3A63-6FFD-28AE-161B-E5DFFCD2D3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4525" y="2105025"/>
            <a:ext cx="8362950" cy="2647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84808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61A4E-D6F6-1F0C-AAE9-43B922800B83}"/>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08EC6943-F4FE-7C52-7569-8FB060EF5A5F}"/>
              </a:ext>
            </a:extLst>
          </p:cNvPr>
          <p:cNvSpPr>
            <a:spLocks noGrp="1"/>
          </p:cNvSpPr>
          <p:nvPr>
            <p:ph idx="1"/>
          </p:nvPr>
        </p:nvSpPr>
        <p:spPr/>
        <p:txBody>
          <a:bodyPr>
            <a:normAutofit lnSpcReduction="10000"/>
          </a:bodyPr>
          <a:lstStyle/>
          <a:p>
            <a:r>
              <a:rPr lang="en-US" dirty="0"/>
              <a:t>every input embedding is a combination of 3 embeddings:</a:t>
            </a:r>
          </a:p>
          <a:p>
            <a:r>
              <a:rPr lang="en-US" b="1" dirty="0"/>
              <a:t>Position Embeddings</a:t>
            </a:r>
            <a:r>
              <a:rPr lang="en-US" dirty="0"/>
              <a:t>: BERT learns and uses positional embeddings to express the position of words in a sentence. These are added to overcome the limitation of Transformer which, unlike an RNN, is not able to capture “sequence” or “order” information</a:t>
            </a:r>
          </a:p>
          <a:p>
            <a:r>
              <a:rPr lang="en-US" b="1" dirty="0"/>
              <a:t>Segment Embeddings</a:t>
            </a:r>
            <a:r>
              <a:rPr lang="en-US" dirty="0"/>
              <a:t>: BERT can also take sentence pairs as inputs for tasks (Question-Answering). That’s why it learns a unique embedding for the first and the second sentences to help the model distinguish between them. In the above example, all the tokens marked as EA belong to sentence A (and similarly for EB)</a:t>
            </a:r>
          </a:p>
          <a:p>
            <a:r>
              <a:rPr lang="en-US" b="1" dirty="0"/>
              <a:t>Token Embeddings</a:t>
            </a:r>
            <a:r>
              <a:rPr lang="en-US" dirty="0"/>
              <a:t>: These are the embeddings learned for the specific token from the </a:t>
            </a:r>
            <a:r>
              <a:rPr lang="en-US" dirty="0" err="1"/>
              <a:t>WordPiece</a:t>
            </a:r>
            <a:r>
              <a:rPr lang="en-US" dirty="0"/>
              <a:t> token vocabulary</a:t>
            </a:r>
          </a:p>
          <a:p>
            <a:endParaRPr lang="en-IN" dirty="0"/>
          </a:p>
        </p:txBody>
      </p:sp>
    </p:spTree>
    <p:extLst>
      <p:ext uri="{BB962C8B-B14F-4D97-AF65-F5344CB8AC3E}">
        <p14:creationId xmlns:p14="http://schemas.microsoft.com/office/powerpoint/2010/main" val="363882093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EE96C-902B-1ED8-9389-2EEDD8FD294B}"/>
              </a:ext>
            </a:extLst>
          </p:cNvPr>
          <p:cNvSpPr>
            <a:spLocks noGrp="1"/>
          </p:cNvSpPr>
          <p:nvPr>
            <p:ph type="title"/>
          </p:nvPr>
        </p:nvSpPr>
        <p:spPr/>
        <p:txBody>
          <a:bodyPr>
            <a:normAutofit fontScale="90000"/>
          </a:bodyPr>
          <a:lstStyle/>
          <a:p>
            <a:r>
              <a:rPr lang="en-US" dirty="0"/>
              <a:t>3. Pre-training Tasks</a:t>
            </a:r>
            <a:endParaRPr lang="en-IN" dirty="0"/>
          </a:p>
        </p:txBody>
      </p:sp>
      <p:sp>
        <p:nvSpPr>
          <p:cNvPr id="3" name="Content Placeholder 2">
            <a:extLst>
              <a:ext uri="{FF2B5EF4-FFF2-40B4-BE49-F238E27FC236}">
                <a16:creationId xmlns:a16="http://schemas.microsoft.com/office/drawing/2014/main" id="{42A64919-CD18-CBF6-C258-3E5C793FB963}"/>
              </a:ext>
            </a:extLst>
          </p:cNvPr>
          <p:cNvSpPr>
            <a:spLocks noGrp="1"/>
          </p:cNvSpPr>
          <p:nvPr>
            <p:ph idx="1"/>
          </p:nvPr>
        </p:nvSpPr>
        <p:spPr/>
        <p:txBody>
          <a:bodyPr/>
          <a:lstStyle/>
          <a:p>
            <a:r>
              <a:rPr lang="en-US" dirty="0"/>
              <a:t>BERT is pre-trained on two NLP tasks:</a:t>
            </a:r>
          </a:p>
          <a:p>
            <a:r>
              <a:rPr lang="en-US" dirty="0"/>
              <a:t>Masked Language Modeling</a:t>
            </a:r>
          </a:p>
          <a:p>
            <a:r>
              <a:rPr lang="en-US" dirty="0"/>
              <a:t>Next Sentence Prediction</a:t>
            </a:r>
          </a:p>
          <a:p>
            <a:r>
              <a:rPr lang="en-US" dirty="0"/>
              <a:t>Let’s understand both of these tasks in a little more detail!</a:t>
            </a:r>
          </a:p>
          <a:p>
            <a:endParaRPr lang="en-IN" dirty="0"/>
          </a:p>
        </p:txBody>
      </p:sp>
    </p:spTree>
    <p:extLst>
      <p:ext uri="{BB962C8B-B14F-4D97-AF65-F5344CB8AC3E}">
        <p14:creationId xmlns:p14="http://schemas.microsoft.com/office/powerpoint/2010/main" val="74241498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A1AB5-E381-D658-696B-965E731A1BA2}"/>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F789071C-3FE3-5CC2-7CB3-D36D3D921A8F}"/>
              </a:ext>
            </a:extLst>
          </p:cNvPr>
          <p:cNvSpPr>
            <a:spLocks noGrp="1"/>
          </p:cNvSpPr>
          <p:nvPr>
            <p:ph idx="1"/>
          </p:nvPr>
        </p:nvSpPr>
        <p:spPr/>
        <p:txBody>
          <a:bodyPr/>
          <a:lstStyle/>
          <a:p>
            <a:r>
              <a:rPr lang="en-US" dirty="0"/>
              <a:t>Masked Language Modeling (Bi-directionality)</a:t>
            </a:r>
          </a:p>
          <a:p>
            <a:r>
              <a:rPr lang="en-US" dirty="0"/>
              <a:t>BERT is designed as a </a:t>
            </a:r>
            <a:r>
              <a:rPr lang="en-US" b="1" i="1" dirty="0"/>
              <a:t>deeply bidirectional</a:t>
            </a:r>
            <a:r>
              <a:rPr lang="en-US" i="1" dirty="0"/>
              <a:t> </a:t>
            </a:r>
            <a:r>
              <a:rPr lang="en-US" dirty="0"/>
              <a:t>model. The network effectively captures information from both the right and left context of a token from the first layer itself and all the way through to the last layer.</a:t>
            </a:r>
          </a:p>
          <a:p>
            <a:r>
              <a:rPr lang="en-US" dirty="0"/>
              <a:t>Traditionally, we had language models either trained to predict the next word in a sentence (right-to-left context used in GPT) or language models that were trained on a left-to-right context. This made our models susceptible to errors due to loss in information.</a:t>
            </a:r>
          </a:p>
          <a:p>
            <a:br>
              <a:rPr lang="en-US" u="sng" dirty="0">
                <a:hlinkClick r:id="rId2"/>
              </a:rPr>
            </a:br>
            <a:endParaRPr lang="en-IN" dirty="0"/>
          </a:p>
        </p:txBody>
      </p:sp>
    </p:spTree>
    <p:extLst>
      <p:ext uri="{BB962C8B-B14F-4D97-AF65-F5344CB8AC3E}">
        <p14:creationId xmlns:p14="http://schemas.microsoft.com/office/powerpoint/2010/main" val="138380720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E4CFF-4BC5-7BAA-F94E-4AB01625986E}"/>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DDD3F7F-0F88-40F2-FFDF-FEBAA6D88375}"/>
              </a:ext>
            </a:extLst>
          </p:cNvPr>
          <p:cNvSpPr>
            <a:spLocks noGrp="1"/>
          </p:cNvSpPr>
          <p:nvPr>
            <p:ph idx="1"/>
          </p:nvPr>
        </p:nvSpPr>
        <p:spPr/>
        <p:txBody>
          <a:bodyPr/>
          <a:lstStyle/>
          <a:p>
            <a:r>
              <a:rPr lang="en-US" i="1" dirty="0"/>
              <a:t>Predicting the word in a sequence</a:t>
            </a:r>
            <a:endParaRPr lang="en-IN" dirty="0"/>
          </a:p>
        </p:txBody>
      </p:sp>
      <p:pic>
        <p:nvPicPr>
          <p:cNvPr id="17410" name="Picture 2" descr="BERT bidirectional">
            <a:extLst>
              <a:ext uri="{FF2B5EF4-FFF2-40B4-BE49-F238E27FC236}">
                <a16:creationId xmlns:a16="http://schemas.microsoft.com/office/drawing/2014/main" id="{55F96BE7-C231-3FA9-258E-2AD07BCC8E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70388" y="2222005"/>
            <a:ext cx="5686425" cy="3590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693883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24545-10C3-F197-0DE3-AD4E2DCCB62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B2804957-1CCA-0894-1480-3DAE85346B11}"/>
              </a:ext>
            </a:extLst>
          </p:cNvPr>
          <p:cNvSpPr>
            <a:spLocks noGrp="1"/>
          </p:cNvSpPr>
          <p:nvPr>
            <p:ph idx="1"/>
          </p:nvPr>
        </p:nvSpPr>
        <p:spPr>
          <a:xfrm>
            <a:off x="894080" y="1463040"/>
            <a:ext cx="10333037" cy="4663230"/>
          </a:xfrm>
        </p:spPr>
        <p:txBody>
          <a:bodyPr/>
          <a:lstStyle/>
          <a:p>
            <a:r>
              <a:rPr lang="en-US"/>
              <a:t>ELMo tried to deal with this problem by training two LSTM language models on left-to-right and right-to-left contexts and shallowly concatenating them. Even though it greatly improved upon existing techniques, it wasn’t enough.</a:t>
            </a:r>
            <a:endParaRPr lang="en-IN"/>
          </a:p>
        </p:txBody>
      </p:sp>
      <p:pic>
        <p:nvPicPr>
          <p:cNvPr id="18434" name="Picture 2" descr="Predicting the word in a sequence">
            <a:extLst>
              <a:ext uri="{FF2B5EF4-FFF2-40B4-BE49-F238E27FC236}">
                <a16:creationId xmlns:a16="http://schemas.microsoft.com/office/drawing/2014/main" id="{D8AB4BA2-CF31-2190-050C-E9D4718193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2436" y="2742883"/>
            <a:ext cx="10647127" cy="26520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279572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DD049-25AB-7220-1078-90E3E972FACD}"/>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E260AE67-2905-65F3-5302-6A3F0C100582}"/>
              </a:ext>
            </a:extLst>
          </p:cNvPr>
          <p:cNvSpPr>
            <a:spLocks noGrp="1"/>
          </p:cNvSpPr>
          <p:nvPr>
            <p:ph idx="1"/>
          </p:nvPr>
        </p:nvSpPr>
        <p:spPr/>
        <p:txBody>
          <a:bodyPr/>
          <a:lstStyle/>
          <a:p>
            <a:r>
              <a:rPr lang="en-US" dirty="0"/>
              <a:t>he arrows indicate the information flow from one layer to the next. The green boxes at the top indicate the final contextualized representation of each input word.</a:t>
            </a:r>
          </a:p>
          <a:p>
            <a:r>
              <a:rPr lang="en-US" dirty="0"/>
              <a:t>It’s evident from the above image: BERT is bi-directional, GPT is unidirectional (information flows only from left-to-right), and ELMO is shallowly bidirectional.</a:t>
            </a:r>
          </a:p>
          <a:p>
            <a:endParaRPr lang="en-IN" dirty="0"/>
          </a:p>
        </p:txBody>
      </p:sp>
    </p:spTree>
    <p:extLst>
      <p:ext uri="{BB962C8B-B14F-4D97-AF65-F5344CB8AC3E}">
        <p14:creationId xmlns:p14="http://schemas.microsoft.com/office/powerpoint/2010/main" val="309472857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C0212C-A3E2-C454-ACE9-0537011F4C21}"/>
              </a:ext>
            </a:extLst>
          </p:cNvPr>
          <p:cNvSpPr>
            <a:spLocks noGrp="1"/>
          </p:cNvSpPr>
          <p:nvPr>
            <p:ph type="title"/>
          </p:nvPr>
        </p:nvSpPr>
        <p:spPr/>
        <p:txBody>
          <a:bodyPr>
            <a:normAutofit fontScale="90000"/>
          </a:bodyPr>
          <a:lstStyle/>
          <a:p>
            <a:r>
              <a:rPr lang="en-IN" b="0" dirty="0"/>
              <a:t> </a:t>
            </a:r>
            <a:r>
              <a:rPr lang="en-IN" dirty="0"/>
              <a:t>Masked Language Model</a:t>
            </a:r>
          </a:p>
        </p:txBody>
      </p:sp>
      <p:sp>
        <p:nvSpPr>
          <p:cNvPr id="3" name="Content Placeholder 2">
            <a:extLst>
              <a:ext uri="{FF2B5EF4-FFF2-40B4-BE49-F238E27FC236}">
                <a16:creationId xmlns:a16="http://schemas.microsoft.com/office/drawing/2014/main" id="{6D892BEB-D104-553D-F67F-40D7065EC172}"/>
              </a:ext>
            </a:extLst>
          </p:cNvPr>
          <p:cNvSpPr>
            <a:spLocks noGrp="1"/>
          </p:cNvSpPr>
          <p:nvPr>
            <p:ph idx="1"/>
          </p:nvPr>
        </p:nvSpPr>
        <p:spPr>
          <a:xfrm>
            <a:off x="1025842" y="1584960"/>
            <a:ext cx="10201275" cy="4541310"/>
          </a:xfrm>
        </p:spPr>
        <p:txBody>
          <a:bodyPr>
            <a:normAutofit fontScale="92500" lnSpcReduction="10000"/>
          </a:bodyPr>
          <a:lstStyle/>
          <a:p>
            <a:r>
              <a:rPr lang="en-US" dirty="0"/>
              <a:t>Let’s say we have a sentence – “I love to read data science blogs on Analytics Vidhya”. We want to train a bi-directional language model. Instead of trying to predict the next word in the sequence, we can build a model to predict a missing word from within the sequence itself.</a:t>
            </a:r>
          </a:p>
          <a:p>
            <a:r>
              <a:rPr lang="en-US" dirty="0"/>
              <a:t>Let’s replace “Analytics” with “[MASK]”. This is a token to denote that the token is missing. We’ll then train the model in such a way that it should be able to predict “Analytics” as the missing token: “I love to read data science blogs on [MASK] Vidhya.”</a:t>
            </a:r>
          </a:p>
          <a:p>
            <a:r>
              <a:rPr lang="en-US" dirty="0"/>
              <a:t>This is the crux of a Masked Language Model. The authors of BERT also include some caveats to further improve this technique:</a:t>
            </a:r>
          </a:p>
          <a:p>
            <a:r>
              <a:rPr lang="en-US" dirty="0"/>
              <a:t>To prevent the model from focusing too much on a particular position or tokens that are masked, the researchers randomly masked 15% of the words</a:t>
            </a:r>
          </a:p>
          <a:p>
            <a:r>
              <a:rPr lang="en-US" dirty="0"/>
              <a:t>The masked words were not always replaced by the masked tokens [MASK] because the [MASK] token would never appear during fine-tuning</a:t>
            </a:r>
          </a:p>
          <a:p>
            <a:endParaRPr lang="en-IN" dirty="0"/>
          </a:p>
        </p:txBody>
      </p:sp>
    </p:spTree>
    <p:extLst>
      <p:ext uri="{BB962C8B-B14F-4D97-AF65-F5344CB8AC3E}">
        <p14:creationId xmlns:p14="http://schemas.microsoft.com/office/powerpoint/2010/main" val="125321091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C90B8-86F9-F710-2767-6CAC3294BD75}"/>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9EF49578-4CC0-7101-CD40-4DF9A4AF82A1}"/>
              </a:ext>
            </a:extLst>
          </p:cNvPr>
          <p:cNvSpPr>
            <a:spLocks noGrp="1"/>
          </p:cNvSpPr>
          <p:nvPr>
            <p:ph idx="1"/>
          </p:nvPr>
        </p:nvSpPr>
        <p:spPr/>
        <p:txBody>
          <a:bodyPr/>
          <a:lstStyle/>
          <a:p>
            <a:r>
              <a:rPr lang="en-US" dirty="0"/>
              <a:t>So, the researchers used the below technique:</a:t>
            </a:r>
          </a:p>
          <a:p>
            <a:r>
              <a:rPr lang="en-US" dirty="0"/>
              <a:t>80% of the time the words were replaced with the masked token [MASK]</a:t>
            </a:r>
          </a:p>
          <a:p>
            <a:r>
              <a:rPr lang="en-US" dirty="0"/>
              <a:t>10% of the time the words were replaced with random words</a:t>
            </a:r>
          </a:p>
          <a:p>
            <a:r>
              <a:rPr lang="en-US" dirty="0"/>
              <a:t>10% of the time the words were left unchanged</a:t>
            </a:r>
          </a:p>
          <a:p>
            <a:endParaRPr lang="en-IN" dirty="0"/>
          </a:p>
        </p:txBody>
      </p:sp>
    </p:spTree>
    <p:extLst>
      <p:ext uri="{BB962C8B-B14F-4D97-AF65-F5344CB8AC3E}">
        <p14:creationId xmlns:p14="http://schemas.microsoft.com/office/powerpoint/2010/main" val="201117739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6D3FE-195D-BBDB-1787-5842151964A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4BC96C0-2FAB-1118-D822-70BC6794F3AB}"/>
              </a:ext>
            </a:extLst>
          </p:cNvPr>
          <p:cNvSpPr>
            <a:spLocks noGrp="1"/>
          </p:cNvSpPr>
          <p:nvPr>
            <p:ph idx="1"/>
          </p:nvPr>
        </p:nvSpPr>
        <p:spPr/>
        <p:txBody>
          <a:bodyPr/>
          <a:lstStyle/>
          <a:p>
            <a:r>
              <a:rPr lang="en-US" dirty="0"/>
              <a:t>Before feeding word sequences into BERT, 15% of the words in each sequence are replaced with a [MASK] token. The model then attempts to predict the original value of the masked words, based on the context provided by the other, non-masked, words in the sequence. In technical terms, the prediction of the output words requires:</a:t>
            </a:r>
          </a:p>
          <a:p>
            <a:r>
              <a:rPr lang="en-US" dirty="0"/>
              <a:t>Adding a classification layer on top of the encoder output.</a:t>
            </a:r>
          </a:p>
          <a:p>
            <a:r>
              <a:rPr lang="en-US" dirty="0"/>
              <a:t>Multiplying the output vectors by the embedding matrix, transforming them into the vocabulary dimension.</a:t>
            </a:r>
          </a:p>
          <a:p>
            <a:r>
              <a:rPr lang="en-US" dirty="0"/>
              <a:t>Calculating the probability of each word in the vocabulary with </a:t>
            </a:r>
            <a:r>
              <a:rPr lang="en-US" dirty="0" err="1"/>
              <a:t>softmax</a:t>
            </a:r>
            <a:r>
              <a:rPr lang="en-US" dirty="0"/>
              <a:t>.</a:t>
            </a:r>
          </a:p>
          <a:p>
            <a:endParaRPr lang="en-IN" dirty="0"/>
          </a:p>
        </p:txBody>
      </p:sp>
    </p:spTree>
    <p:extLst>
      <p:ext uri="{BB962C8B-B14F-4D97-AF65-F5344CB8AC3E}">
        <p14:creationId xmlns:p14="http://schemas.microsoft.com/office/powerpoint/2010/main" val="3180413142"/>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933FD-7BA0-CD31-FC53-138C07E37BFE}"/>
              </a:ext>
            </a:extLst>
          </p:cNvPr>
          <p:cNvSpPr>
            <a:spLocks noGrp="1"/>
          </p:cNvSpPr>
          <p:nvPr>
            <p:ph type="title"/>
          </p:nvPr>
        </p:nvSpPr>
        <p:spPr/>
        <p:txBody>
          <a:bodyPr>
            <a:normAutofit fontScale="90000"/>
          </a:bodyPr>
          <a:lstStyle/>
          <a:p>
            <a:endParaRPr lang="en-IN"/>
          </a:p>
        </p:txBody>
      </p:sp>
      <p:pic>
        <p:nvPicPr>
          <p:cNvPr id="19458" name="Picture 2">
            <a:extLst>
              <a:ext uri="{FF2B5EF4-FFF2-40B4-BE49-F238E27FC236}">
                <a16:creationId xmlns:a16="http://schemas.microsoft.com/office/drawing/2014/main" id="{1C62B7CC-16AE-4A63-D36A-1A9FFB0C4E3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25041" y="1410335"/>
            <a:ext cx="7569200" cy="48079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7894106"/>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346EB-586F-F0B8-17EE-E93CF64E01CB}"/>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BDA1C84-8A94-0DDE-79CF-D719B21C45DB}"/>
              </a:ext>
            </a:extLst>
          </p:cNvPr>
          <p:cNvSpPr>
            <a:spLocks noGrp="1"/>
          </p:cNvSpPr>
          <p:nvPr>
            <p:ph idx="1"/>
          </p:nvPr>
        </p:nvSpPr>
        <p:spPr/>
        <p:txBody>
          <a:bodyPr/>
          <a:lstStyle/>
          <a:p>
            <a:r>
              <a:rPr lang="en-US" dirty="0"/>
              <a:t>The BERT loss function takes into consideration only the prediction of the masked values and ignores the prediction of the non-masked words. As a consequence, the model converges slower than directional models, a characteristic which is offset by its increased context awareness (see Takeaways #3).</a:t>
            </a:r>
            <a:endParaRPr lang="en-IN" dirty="0"/>
          </a:p>
        </p:txBody>
      </p:sp>
    </p:spTree>
    <p:extLst>
      <p:ext uri="{BB962C8B-B14F-4D97-AF65-F5344CB8AC3E}">
        <p14:creationId xmlns:p14="http://schemas.microsoft.com/office/powerpoint/2010/main" val="4194860790"/>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1EFF6-A063-D343-B9D8-231CB7A996DF}"/>
              </a:ext>
            </a:extLst>
          </p:cNvPr>
          <p:cNvSpPr>
            <a:spLocks noGrp="1"/>
          </p:cNvSpPr>
          <p:nvPr>
            <p:ph type="title"/>
          </p:nvPr>
        </p:nvSpPr>
        <p:spPr/>
        <p:txBody>
          <a:bodyPr>
            <a:normAutofit fontScale="90000"/>
          </a:bodyPr>
          <a:lstStyle/>
          <a:p>
            <a:r>
              <a:rPr lang="en-IN" b="0" dirty="0"/>
              <a:t>Next Sentence Prediction</a:t>
            </a:r>
            <a:endParaRPr lang="en-IN" dirty="0"/>
          </a:p>
        </p:txBody>
      </p:sp>
      <p:sp>
        <p:nvSpPr>
          <p:cNvPr id="3" name="Content Placeholder 2">
            <a:extLst>
              <a:ext uri="{FF2B5EF4-FFF2-40B4-BE49-F238E27FC236}">
                <a16:creationId xmlns:a16="http://schemas.microsoft.com/office/drawing/2014/main" id="{7D460CB8-2FE1-831E-2456-0ADD9F2EAB18}"/>
              </a:ext>
            </a:extLst>
          </p:cNvPr>
          <p:cNvSpPr>
            <a:spLocks noGrp="1"/>
          </p:cNvSpPr>
          <p:nvPr>
            <p:ph idx="1"/>
          </p:nvPr>
        </p:nvSpPr>
        <p:spPr>
          <a:xfrm>
            <a:off x="1025842" y="1524000"/>
            <a:ext cx="10201275" cy="4602270"/>
          </a:xfrm>
        </p:spPr>
        <p:txBody>
          <a:bodyPr/>
          <a:lstStyle/>
          <a:p>
            <a:r>
              <a:rPr lang="en-US" dirty="0"/>
              <a:t>Masked Language Models (MLMs) learn to understand the relationship between words. Additionally, </a:t>
            </a:r>
            <a:r>
              <a:rPr lang="en-US" b="1" dirty="0"/>
              <a:t>BERT is also trained on the task of Next Sentence Prediction for tasks that require an understanding of the relationship between sentences.</a:t>
            </a:r>
            <a:endParaRPr lang="en-US" dirty="0"/>
          </a:p>
          <a:p>
            <a:r>
              <a:rPr lang="en-US" dirty="0"/>
              <a:t>A good example of such a task would be </a:t>
            </a:r>
            <a:r>
              <a:rPr lang="en-US" u="sng" dirty="0">
                <a:hlinkClick r:id="rId2"/>
              </a:rPr>
              <a:t>question answering systems</a:t>
            </a:r>
            <a:r>
              <a:rPr lang="en-US" dirty="0"/>
              <a:t>.</a:t>
            </a:r>
          </a:p>
          <a:p>
            <a:r>
              <a:rPr lang="en-US" dirty="0"/>
              <a:t>The task is simple. Given two sentences – A and B, is B the actual next sentence that comes after A in the corpus, or just a random sentence?</a:t>
            </a:r>
          </a:p>
          <a:p>
            <a:r>
              <a:rPr lang="en-US" dirty="0"/>
              <a:t>Since it is a binary classification task, the data can be easily generated from any corpus by splitting it into sentence pairs. Just like MLMs, the authors have added some caveats here too. Let’s take this with an example:</a:t>
            </a:r>
          </a:p>
          <a:p>
            <a:endParaRPr lang="en-IN" dirty="0"/>
          </a:p>
        </p:txBody>
      </p:sp>
    </p:spTree>
    <p:extLst>
      <p:ext uri="{BB962C8B-B14F-4D97-AF65-F5344CB8AC3E}">
        <p14:creationId xmlns:p14="http://schemas.microsoft.com/office/powerpoint/2010/main" val="2212028235"/>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4F94D-0EAF-F90F-CC5B-2777ADE8EF6A}"/>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D9750A29-CA61-0F01-9085-BA6DA206A37A}"/>
              </a:ext>
            </a:extLst>
          </p:cNvPr>
          <p:cNvSpPr>
            <a:spLocks noGrp="1"/>
          </p:cNvSpPr>
          <p:nvPr>
            <p:ph idx="1"/>
          </p:nvPr>
        </p:nvSpPr>
        <p:spPr>
          <a:xfrm>
            <a:off x="1025842" y="1568994"/>
            <a:ext cx="10201275" cy="4571790"/>
          </a:xfrm>
        </p:spPr>
        <p:txBody>
          <a:bodyPr>
            <a:normAutofit/>
          </a:bodyPr>
          <a:lstStyle/>
          <a:p>
            <a:r>
              <a:rPr lang="en-US" dirty="0"/>
              <a:t>Consider that we have a text dataset of 100,000 sentences. So, there will be 50,000 training examples or pairs of sentences as the training data.</a:t>
            </a:r>
          </a:p>
          <a:p>
            <a:r>
              <a:rPr lang="en-US" dirty="0"/>
              <a:t>For 50% of the pairs, the second sentence would actually be the next sentence to the first sentence</a:t>
            </a:r>
          </a:p>
          <a:p>
            <a:r>
              <a:rPr lang="en-US" dirty="0"/>
              <a:t>For the remaining 50% of the pairs, the second sentence would be a random sentence from the corpus</a:t>
            </a:r>
          </a:p>
          <a:p>
            <a:r>
              <a:rPr lang="en-US" dirty="0"/>
              <a:t>The labels for the first case would be </a:t>
            </a:r>
            <a:r>
              <a:rPr lang="en-US" b="1" i="1" dirty="0"/>
              <a:t>‘</a:t>
            </a:r>
            <a:r>
              <a:rPr lang="en-US" b="1" i="1" dirty="0" err="1"/>
              <a:t>IsNext</a:t>
            </a:r>
            <a:r>
              <a:rPr lang="en-US" b="1" i="1" dirty="0"/>
              <a:t>’</a:t>
            </a:r>
            <a:r>
              <a:rPr lang="en-US" dirty="0"/>
              <a:t> and </a:t>
            </a:r>
            <a:r>
              <a:rPr lang="en-US" b="1" i="1" dirty="0"/>
              <a:t>‘</a:t>
            </a:r>
            <a:r>
              <a:rPr lang="en-US" b="1" i="1" dirty="0" err="1"/>
              <a:t>NotNext</a:t>
            </a:r>
            <a:r>
              <a:rPr lang="en-US" b="1" i="1" dirty="0"/>
              <a:t>’ </a:t>
            </a:r>
            <a:r>
              <a:rPr lang="en-US" dirty="0"/>
              <a:t>for the second case</a:t>
            </a:r>
          </a:p>
          <a:p>
            <a:r>
              <a:rPr lang="en-US" dirty="0"/>
              <a:t>And this is how BERT is able to become a true task-agnostic model. It combines both the Masked Language Model (MLM) and the Next Sentence Prediction (NSP) pre-training tasks.</a:t>
            </a:r>
          </a:p>
          <a:p>
            <a:endParaRPr lang="en-IN" dirty="0"/>
          </a:p>
        </p:txBody>
      </p:sp>
    </p:spTree>
    <p:extLst>
      <p:ext uri="{BB962C8B-B14F-4D97-AF65-F5344CB8AC3E}">
        <p14:creationId xmlns:p14="http://schemas.microsoft.com/office/powerpoint/2010/main" val="184451447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6A1C-7CCC-5133-5E54-A2CC56CC463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C431B0AB-EED4-FA8D-7291-D4D935AA3D4A}"/>
              </a:ext>
            </a:extLst>
          </p:cNvPr>
          <p:cNvSpPr>
            <a:spLocks noGrp="1"/>
          </p:cNvSpPr>
          <p:nvPr>
            <p:ph idx="1"/>
          </p:nvPr>
        </p:nvSpPr>
        <p:spPr>
          <a:xfrm>
            <a:off x="1025842" y="1524000"/>
            <a:ext cx="10201275" cy="4602270"/>
          </a:xfrm>
        </p:spPr>
        <p:txBody>
          <a:bodyPr/>
          <a:lstStyle/>
          <a:p>
            <a:r>
              <a:rPr lang="en-US" dirty="0"/>
              <a:t>In the BERT training process, the model receives pairs of sentences as input and learns to predict if the second sentence in the pair is the subsequent sentence in the original document. </a:t>
            </a:r>
          </a:p>
          <a:p>
            <a:r>
              <a:rPr lang="en-US" dirty="0"/>
              <a:t>During training, 50% of the inputs are a pair in which the second sentence is the subsequent sentence in the original document, while in the other 50% a random sentence from the corpus is chosen as the second sentence. </a:t>
            </a:r>
          </a:p>
          <a:p>
            <a:r>
              <a:rPr lang="en-US" dirty="0"/>
              <a:t>The assumption is that the random sentence will be disconnected from the first sentence.</a:t>
            </a:r>
            <a:endParaRPr lang="en-IN" dirty="0"/>
          </a:p>
        </p:txBody>
      </p:sp>
    </p:spTree>
    <p:extLst>
      <p:ext uri="{BB962C8B-B14F-4D97-AF65-F5344CB8AC3E}">
        <p14:creationId xmlns:p14="http://schemas.microsoft.com/office/powerpoint/2010/main" val="2546317959"/>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20A81-4763-46D6-FE01-95179914A280}"/>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2BC1F228-DF54-4632-6755-B80901A1CB1C}"/>
              </a:ext>
            </a:extLst>
          </p:cNvPr>
          <p:cNvSpPr>
            <a:spLocks noGrp="1"/>
          </p:cNvSpPr>
          <p:nvPr>
            <p:ph idx="1"/>
          </p:nvPr>
        </p:nvSpPr>
        <p:spPr>
          <a:xfrm>
            <a:off x="1025842" y="1473200"/>
            <a:ext cx="10201275" cy="4653070"/>
          </a:xfrm>
        </p:spPr>
        <p:txBody>
          <a:bodyPr/>
          <a:lstStyle/>
          <a:p>
            <a:r>
              <a:rPr lang="en-US" dirty="0"/>
              <a:t>To help the model distinguish between the two sentences in training, the input is processed in the following way before entering the model:</a:t>
            </a:r>
          </a:p>
          <a:p>
            <a:r>
              <a:rPr lang="en-US" dirty="0"/>
              <a:t>A [CLS] token is inserted at the beginning of the first sentence and a [SEP] token is inserted at the end of each sentence.</a:t>
            </a:r>
          </a:p>
          <a:p>
            <a:r>
              <a:rPr lang="en-US" dirty="0"/>
              <a:t>A sentence embedding indicating Sentence A or Sentence B is added to each token. Sentence embeddings are similar in concept to token embeddings with a vocabulary of 2.</a:t>
            </a:r>
          </a:p>
          <a:p>
            <a:r>
              <a:rPr lang="en-US" dirty="0"/>
              <a:t>A positional embedding is added to each token to indicate its position in the sequence. The concept and implementation of positional embedding are presented in the Transformer paper.</a:t>
            </a:r>
          </a:p>
          <a:p>
            <a:endParaRPr lang="en-IN" dirty="0"/>
          </a:p>
        </p:txBody>
      </p:sp>
    </p:spTree>
    <p:extLst>
      <p:ext uri="{BB962C8B-B14F-4D97-AF65-F5344CB8AC3E}">
        <p14:creationId xmlns:p14="http://schemas.microsoft.com/office/powerpoint/2010/main" val="2088691040"/>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52B51-D6A0-E649-0D68-628F5688B937}"/>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62626262-FFCB-8C6A-FEBE-2496EF0871F4}"/>
              </a:ext>
            </a:extLst>
          </p:cNvPr>
          <p:cNvSpPr>
            <a:spLocks noGrp="1"/>
          </p:cNvSpPr>
          <p:nvPr>
            <p:ph idx="1"/>
          </p:nvPr>
        </p:nvSpPr>
        <p:spPr/>
        <p:txBody>
          <a:bodyPr/>
          <a:lstStyle/>
          <a:p>
            <a:endParaRPr lang="en-IN"/>
          </a:p>
        </p:txBody>
      </p:sp>
      <p:pic>
        <p:nvPicPr>
          <p:cNvPr id="20482" name="Picture 2">
            <a:extLst>
              <a:ext uri="{FF2B5EF4-FFF2-40B4-BE49-F238E27FC236}">
                <a16:creationId xmlns:a16="http://schemas.microsoft.com/office/drawing/2014/main" id="{63632BF9-4DE2-45CA-523C-280807DC2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3150" y="2247900"/>
            <a:ext cx="7505700" cy="2362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9889937"/>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F3336-8C8A-77F9-7731-C170E8DA0993}"/>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4041C597-9FFD-EA5E-07F1-73E03F4B9702}"/>
              </a:ext>
            </a:extLst>
          </p:cNvPr>
          <p:cNvSpPr>
            <a:spLocks noGrp="1"/>
          </p:cNvSpPr>
          <p:nvPr>
            <p:ph idx="1"/>
          </p:nvPr>
        </p:nvSpPr>
        <p:spPr/>
        <p:txBody>
          <a:bodyPr/>
          <a:lstStyle/>
          <a:p>
            <a:r>
              <a:rPr lang="en-US" dirty="0"/>
              <a:t>To predict if the second sentence is indeed connected to the first, the following steps are performed:</a:t>
            </a:r>
          </a:p>
          <a:p>
            <a:r>
              <a:rPr lang="en-US" dirty="0"/>
              <a:t>The entire input sequence goes through the Transformer model.</a:t>
            </a:r>
          </a:p>
          <a:p>
            <a:r>
              <a:rPr lang="en-US" dirty="0"/>
              <a:t>The output of the [CLS] token is transformed into a 2×1 shaped vector, using a simple classification layer (learned matrices of weights and biases).</a:t>
            </a:r>
          </a:p>
          <a:p>
            <a:r>
              <a:rPr lang="en-US" dirty="0"/>
              <a:t>Calculating the probability of </a:t>
            </a:r>
            <a:r>
              <a:rPr lang="en-US" dirty="0" err="1"/>
              <a:t>IsNextSequence</a:t>
            </a:r>
            <a:r>
              <a:rPr lang="en-US" dirty="0"/>
              <a:t> with </a:t>
            </a:r>
            <a:r>
              <a:rPr lang="en-US" dirty="0" err="1"/>
              <a:t>softmax</a:t>
            </a:r>
            <a:r>
              <a:rPr lang="en-US" dirty="0"/>
              <a:t>.</a:t>
            </a:r>
          </a:p>
          <a:p>
            <a:r>
              <a:rPr lang="en-US" dirty="0"/>
              <a:t>When training the BERT model, Masked LM and Next Sentence Prediction are trained together, with the goal of minimizing the combined loss function of the two strategies.</a:t>
            </a:r>
          </a:p>
          <a:p>
            <a:endParaRPr lang="en-IN" dirty="0"/>
          </a:p>
        </p:txBody>
      </p:sp>
    </p:spTree>
    <p:extLst>
      <p:ext uri="{BB962C8B-B14F-4D97-AF65-F5344CB8AC3E}">
        <p14:creationId xmlns:p14="http://schemas.microsoft.com/office/powerpoint/2010/main" val="3203217084"/>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6F0BE-92B1-AD03-E292-E3B6F7A5FB43}"/>
              </a:ext>
            </a:extLst>
          </p:cNvPr>
          <p:cNvSpPr>
            <a:spLocks noGrp="1"/>
          </p:cNvSpPr>
          <p:nvPr>
            <p:ph type="title"/>
          </p:nvPr>
        </p:nvSpPr>
        <p:spPr/>
        <p:txBody>
          <a:bodyPr>
            <a:normAutofit fontScale="90000"/>
          </a:bodyPr>
          <a:lstStyle/>
          <a:p>
            <a:r>
              <a:rPr lang="en-US" altLang="en-US" b="0" dirty="0">
                <a:solidFill>
                  <a:srgbClr val="383838"/>
                </a:solidFill>
                <a:latin typeface="Inter"/>
              </a:rPr>
              <a:t>Pre-trained BERT Models</a:t>
            </a:r>
            <a:endParaRPr lang="en-IN" dirty="0"/>
          </a:p>
        </p:txBody>
      </p:sp>
      <p:graphicFrame>
        <p:nvGraphicFramePr>
          <p:cNvPr id="4" name="Content Placeholder 3">
            <a:extLst>
              <a:ext uri="{FF2B5EF4-FFF2-40B4-BE49-F238E27FC236}">
                <a16:creationId xmlns:a16="http://schemas.microsoft.com/office/drawing/2014/main" id="{B6DC6EEC-1A03-EB34-F711-A1D8AD9B574D}"/>
              </a:ext>
            </a:extLst>
          </p:cNvPr>
          <p:cNvGraphicFramePr>
            <a:graphicFrameLocks noGrp="1"/>
          </p:cNvGraphicFramePr>
          <p:nvPr>
            <p:ph idx="1"/>
            <p:extLst>
              <p:ext uri="{D42A27DB-BD31-4B8C-83A1-F6EECF244321}">
                <p14:modId xmlns:p14="http://schemas.microsoft.com/office/powerpoint/2010/main" val="2117433379"/>
              </p:ext>
            </p:extLst>
          </p:nvPr>
        </p:nvGraphicFramePr>
        <p:xfrm>
          <a:off x="1168400" y="2325529"/>
          <a:ext cx="10058400" cy="3383280"/>
        </p:xfrm>
        <a:graphic>
          <a:graphicData uri="http://schemas.openxmlformats.org/drawingml/2006/table">
            <a:tbl>
              <a:tblPr/>
              <a:tblGrid>
                <a:gridCol w="4104640">
                  <a:extLst>
                    <a:ext uri="{9D8B030D-6E8A-4147-A177-3AD203B41FA5}">
                      <a16:colId xmlns:a16="http://schemas.microsoft.com/office/drawing/2014/main" val="1027251066"/>
                    </a:ext>
                  </a:extLst>
                </a:gridCol>
                <a:gridCol w="5953760">
                  <a:extLst>
                    <a:ext uri="{9D8B030D-6E8A-4147-A177-3AD203B41FA5}">
                      <a16:colId xmlns:a16="http://schemas.microsoft.com/office/drawing/2014/main" val="2523501590"/>
                    </a:ext>
                  </a:extLst>
                </a:gridCol>
              </a:tblGrid>
              <a:tr h="0">
                <a:tc>
                  <a:txBody>
                    <a:bodyPr/>
                    <a:lstStyle/>
                    <a:p>
                      <a:pPr>
                        <a:buNone/>
                      </a:pPr>
                      <a:r>
                        <a:rPr lang="en-IN" u="sng">
                          <a:solidFill>
                            <a:srgbClr val="0D6EFD"/>
                          </a:solidFill>
                          <a:effectLst/>
                          <a:hlinkClick r:id="rId2"/>
                        </a:rPr>
                        <a:t>BERT-Base, Uncased</a:t>
                      </a:r>
                      <a:endParaRPr lang="en-IN">
                        <a:effectLst/>
                      </a:endParaRPr>
                    </a:p>
                  </a:txBody>
                  <a:tcPr anchor="ctr">
                    <a:lnL w="6096" cap="flat" cmpd="sng" algn="ctr">
                      <a:solidFill>
                        <a:srgbClr val="50DB91"/>
                      </a:solidFill>
                      <a:prstDash val="solid"/>
                      <a:round/>
                      <a:headEnd type="none" w="med" len="med"/>
                      <a:tailEnd type="none" w="med" len="med"/>
                    </a:lnL>
                    <a:lnR w="6096" cap="flat" cmpd="sng" algn="ctr">
                      <a:solidFill>
                        <a:srgbClr val="10DE91"/>
                      </a:solidFill>
                      <a:prstDash val="solid"/>
                      <a:round/>
                      <a:headEnd type="none" w="med" len="med"/>
                      <a:tailEnd type="none" w="med" len="med"/>
                    </a:lnR>
                    <a:lnT w="12700" cap="flat" cmpd="sng" algn="ctr">
                      <a:solidFill>
                        <a:srgbClr val="50DB91"/>
                      </a:solidFill>
                      <a:prstDash val="solid"/>
                      <a:round/>
                      <a:headEnd type="none" w="med" len="med"/>
                      <a:tailEnd type="none" w="med" len="med"/>
                    </a:lnT>
                    <a:lnB w="12700" cap="flat" cmpd="sng" algn="ctr">
                      <a:solidFill>
                        <a:srgbClr val="F0DE91"/>
                      </a:solidFill>
                      <a:prstDash val="solid"/>
                      <a:round/>
                      <a:headEnd type="none" w="med" len="med"/>
                      <a:tailEnd type="none" w="med" len="med"/>
                    </a:lnB>
                    <a:solidFill>
                      <a:srgbClr val="FFFFFF"/>
                    </a:solidFill>
                  </a:tcPr>
                </a:tc>
                <a:tc>
                  <a:txBody>
                    <a:bodyPr/>
                    <a:lstStyle/>
                    <a:p>
                      <a:pPr>
                        <a:buNone/>
                      </a:pPr>
                      <a:r>
                        <a:rPr lang="en-US">
                          <a:effectLst/>
                        </a:rPr>
                        <a:t>12-layer, 768-hidden, 12-heads, 110M parameters</a:t>
                      </a:r>
                    </a:p>
                  </a:txBody>
                  <a:tcPr anchor="ctr">
                    <a:lnL w="6096" cap="flat" cmpd="sng" algn="ctr">
                      <a:solidFill>
                        <a:srgbClr val="10DE91"/>
                      </a:solidFill>
                      <a:prstDash val="solid"/>
                      <a:round/>
                      <a:headEnd type="none" w="med" len="med"/>
                      <a:tailEnd type="none" w="med" len="med"/>
                    </a:lnL>
                    <a:lnR w="6096" cap="flat" cmpd="sng" algn="ctr">
                      <a:solidFill>
                        <a:srgbClr val="10DE91"/>
                      </a:solidFill>
                      <a:prstDash val="solid"/>
                      <a:round/>
                      <a:headEnd type="none" w="med" len="med"/>
                      <a:tailEnd type="none" w="med" len="med"/>
                    </a:lnR>
                    <a:lnT w="12700" cap="flat" cmpd="sng" algn="ctr">
                      <a:solidFill>
                        <a:srgbClr val="10DE91"/>
                      </a:solidFill>
                      <a:prstDash val="solid"/>
                      <a:round/>
                      <a:headEnd type="none" w="med" len="med"/>
                      <a:tailEnd type="none" w="med" len="med"/>
                    </a:lnT>
                    <a:lnB w="12700" cap="flat" cmpd="sng" algn="ctr">
                      <a:solidFill>
                        <a:srgbClr val="30DF91"/>
                      </a:solidFill>
                      <a:prstDash val="solid"/>
                      <a:round/>
                      <a:headEnd type="none" w="med" len="med"/>
                      <a:tailEnd type="none" w="med" len="med"/>
                    </a:lnB>
                    <a:solidFill>
                      <a:srgbClr val="FFFFFF"/>
                    </a:solidFill>
                  </a:tcPr>
                </a:tc>
                <a:extLst>
                  <a:ext uri="{0D108BD9-81ED-4DB2-BD59-A6C34878D82A}">
                    <a16:rowId xmlns:a16="http://schemas.microsoft.com/office/drawing/2014/main" val="1420174745"/>
                  </a:ext>
                </a:extLst>
              </a:tr>
              <a:tr h="0">
                <a:tc>
                  <a:txBody>
                    <a:bodyPr/>
                    <a:lstStyle/>
                    <a:p>
                      <a:pPr>
                        <a:buNone/>
                      </a:pPr>
                      <a:r>
                        <a:rPr lang="en-IN" u="sng">
                          <a:solidFill>
                            <a:srgbClr val="0D6EFD"/>
                          </a:solidFill>
                          <a:effectLst/>
                          <a:hlinkClick r:id="rId3"/>
                        </a:rPr>
                        <a:t>BERT-Large, Uncased</a:t>
                      </a:r>
                      <a:endParaRPr lang="en-IN">
                        <a:effectLst/>
                      </a:endParaRPr>
                    </a:p>
                  </a:txBody>
                  <a:tcPr anchor="ctr">
                    <a:lnL w="6096" cap="flat" cmpd="sng" algn="ctr">
                      <a:solidFill>
                        <a:srgbClr val="F0DE91"/>
                      </a:solidFill>
                      <a:prstDash val="solid"/>
                      <a:round/>
                      <a:headEnd type="none" w="med" len="med"/>
                      <a:tailEnd type="none" w="med" len="med"/>
                    </a:lnL>
                    <a:lnR w="6096" cap="flat" cmpd="sng" algn="ctr">
                      <a:solidFill>
                        <a:srgbClr val="30DF91"/>
                      </a:solidFill>
                      <a:prstDash val="solid"/>
                      <a:round/>
                      <a:headEnd type="none" w="med" len="med"/>
                      <a:tailEnd type="none" w="med" len="med"/>
                    </a:lnR>
                    <a:lnT w="12700" cap="flat" cmpd="sng" algn="ctr">
                      <a:solidFill>
                        <a:srgbClr val="F0DE91"/>
                      </a:solidFill>
                      <a:prstDash val="solid"/>
                      <a:round/>
                      <a:headEnd type="none" w="med" len="med"/>
                      <a:tailEnd type="none" w="med" len="med"/>
                    </a:lnT>
                    <a:lnB w="12700" cap="flat" cmpd="sng" algn="ctr">
                      <a:solidFill>
                        <a:srgbClr val="90DC91"/>
                      </a:solidFill>
                      <a:prstDash val="solid"/>
                      <a:round/>
                      <a:headEnd type="none" w="med" len="med"/>
                      <a:tailEnd type="none" w="med" len="med"/>
                    </a:lnB>
                    <a:solidFill>
                      <a:srgbClr val="FFFFFF"/>
                    </a:solidFill>
                  </a:tcPr>
                </a:tc>
                <a:tc>
                  <a:txBody>
                    <a:bodyPr/>
                    <a:lstStyle/>
                    <a:p>
                      <a:pPr>
                        <a:buNone/>
                      </a:pPr>
                      <a:r>
                        <a:rPr lang="en-US">
                          <a:effectLst/>
                        </a:rPr>
                        <a:t>24-layer, 1024-hidden, 16-heads, 340M parameters</a:t>
                      </a:r>
                    </a:p>
                  </a:txBody>
                  <a:tcPr anchor="ctr">
                    <a:lnL w="6096" cap="flat" cmpd="sng" algn="ctr">
                      <a:solidFill>
                        <a:srgbClr val="30DF91"/>
                      </a:solidFill>
                      <a:prstDash val="solid"/>
                      <a:round/>
                      <a:headEnd type="none" w="med" len="med"/>
                      <a:tailEnd type="none" w="med" len="med"/>
                    </a:lnL>
                    <a:lnR w="6096" cap="flat" cmpd="sng" algn="ctr">
                      <a:solidFill>
                        <a:srgbClr val="30DF91"/>
                      </a:solidFill>
                      <a:prstDash val="solid"/>
                      <a:round/>
                      <a:headEnd type="none" w="med" len="med"/>
                      <a:tailEnd type="none" w="med" len="med"/>
                    </a:lnR>
                    <a:lnT w="12700" cap="flat" cmpd="sng" algn="ctr">
                      <a:solidFill>
                        <a:srgbClr val="30DF91"/>
                      </a:solidFill>
                      <a:prstDash val="solid"/>
                      <a:round/>
                      <a:headEnd type="none" w="med" len="med"/>
                      <a:tailEnd type="none" w="med" len="med"/>
                    </a:lnT>
                    <a:lnB w="12700" cap="flat" cmpd="sng" algn="ctr">
                      <a:solidFill>
                        <a:srgbClr val="B0E091"/>
                      </a:solidFill>
                      <a:prstDash val="solid"/>
                      <a:round/>
                      <a:headEnd type="none" w="med" len="med"/>
                      <a:tailEnd type="none" w="med" len="med"/>
                    </a:lnB>
                    <a:solidFill>
                      <a:srgbClr val="FFFFFF"/>
                    </a:solidFill>
                  </a:tcPr>
                </a:tc>
                <a:extLst>
                  <a:ext uri="{0D108BD9-81ED-4DB2-BD59-A6C34878D82A}">
                    <a16:rowId xmlns:a16="http://schemas.microsoft.com/office/drawing/2014/main" val="1598895142"/>
                  </a:ext>
                </a:extLst>
              </a:tr>
              <a:tr h="0">
                <a:tc>
                  <a:txBody>
                    <a:bodyPr/>
                    <a:lstStyle/>
                    <a:p>
                      <a:pPr>
                        <a:buNone/>
                      </a:pPr>
                      <a:r>
                        <a:rPr lang="en-IN" u="sng" dirty="0">
                          <a:solidFill>
                            <a:srgbClr val="0D6EFD"/>
                          </a:solidFill>
                          <a:effectLst/>
                          <a:hlinkClick r:id="rId4"/>
                        </a:rPr>
                        <a:t>BERT-Base, Cased</a:t>
                      </a:r>
                      <a:endParaRPr lang="en-IN" dirty="0">
                        <a:effectLst/>
                      </a:endParaRPr>
                    </a:p>
                  </a:txBody>
                  <a:tcPr anchor="ctr">
                    <a:lnL w="6096" cap="flat" cmpd="sng" algn="ctr">
                      <a:solidFill>
                        <a:srgbClr val="90DC91"/>
                      </a:solidFill>
                      <a:prstDash val="solid"/>
                      <a:round/>
                      <a:headEnd type="none" w="med" len="med"/>
                      <a:tailEnd type="none" w="med" len="med"/>
                    </a:lnL>
                    <a:lnR w="6096" cap="flat" cmpd="sng" algn="ctr">
                      <a:solidFill>
                        <a:srgbClr val="B0E091"/>
                      </a:solidFill>
                      <a:prstDash val="solid"/>
                      <a:round/>
                      <a:headEnd type="none" w="med" len="med"/>
                      <a:tailEnd type="none" w="med" len="med"/>
                    </a:lnR>
                    <a:lnT w="12700" cap="flat" cmpd="sng" algn="ctr">
                      <a:solidFill>
                        <a:srgbClr val="90DC91"/>
                      </a:solidFill>
                      <a:prstDash val="solid"/>
                      <a:round/>
                      <a:headEnd type="none" w="med" len="med"/>
                      <a:tailEnd type="none" w="med" len="med"/>
                    </a:lnT>
                    <a:lnB w="12700" cap="flat" cmpd="sng" algn="ctr">
                      <a:solidFill>
                        <a:srgbClr val="B0E091"/>
                      </a:solidFill>
                      <a:prstDash val="solid"/>
                      <a:round/>
                      <a:headEnd type="none" w="med" len="med"/>
                      <a:tailEnd type="none" w="med" len="med"/>
                    </a:lnB>
                    <a:solidFill>
                      <a:srgbClr val="FFFFFF"/>
                    </a:solidFill>
                  </a:tcPr>
                </a:tc>
                <a:tc>
                  <a:txBody>
                    <a:bodyPr/>
                    <a:lstStyle/>
                    <a:p>
                      <a:pPr>
                        <a:buNone/>
                      </a:pPr>
                      <a:r>
                        <a:rPr lang="en-US">
                          <a:effectLst/>
                        </a:rPr>
                        <a:t>12-layer, 768-hidden, 12-heads, 110M parameters</a:t>
                      </a:r>
                    </a:p>
                  </a:txBody>
                  <a:tcPr anchor="ctr">
                    <a:lnL w="6096" cap="flat" cmpd="sng" algn="ctr">
                      <a:solidFill>
                        <a:srgbClr val="B0E091"/>
                      </a:solidFill>
                      <a:prstDash val="solid"/>
                      <a:round/>
                      <a:headEnd type="none" w="med" len="med"/>
                      <a:tailEnd type="none" w="med" len="med"/>
                    </a:lnL>
                    <a:lnR w="6096" cap="flat" cmpd="sng" algn="ctr">
                      <a:solidFill>
                        <a:srgbClr val="B0E091"/>
                      </a:solidFill>
                      <a:prstDash val="solid"/>
                      <a:round/>
                      <a:headEnd type="none" w="med" len="med"/>
                      <a:tailEnd type="none" w="med" len="med"/>
                    </a:lnR>
                    <a:lnT w="12700" cap="flat" cmpd="sng" algn="ctr">
                      <a:solidFill>
                        <a:srgbClr val="B0E091"/>
                      </a:solidFill>
                      <a:prstDash val="solid"/>
                      <a:round/>
                      <a:headEnd type="none" w="med" len="med"/>
                      <a:tailEnd type="none" w="med" len="med"/>
                    </a:lnT>
                    <a:lnB w="12700" cap="flat" cmpd="sng" algn="ctr">
                      <a:solidFill>
                        <a:srgbClr val="F0DA91"/>
                      </a:solidFill>
                      <a:prstDash val="solid"/>
                      <a:round/>
                      <a:headEnd type="none" w="med" len="med"/>
                      <a:tailEnd type="none" w="med" len="med"/>
                    </a:lnB>
                    <a:solidFill>
                      <a:srgbClr val="FFFFFF"/>
                    </a:solidFill>
                  </a:tcPr>
                </a:tc>
                <a:extLst>
                  <a:ext uri="{0D108BD9-81ED-4DB2-BD59-A6C34878D82A}">
                    <a16:rowId xmlns:a16="http://schemas.microsoft.com/office/drawing/2014/main" val="2708458212"/>
                  </a:ext>
                </a:extLst>
              </a:tr>
              <a:tr h="0">
                <a:tc>
                  <a:txBody>
                    <a:bodyPr/>
                    <a:lstStyle/>
                    <a:p>
                      <a:pPr>
                        <a:buNone/>
                      </a:pPr>
                      <a:r>
                        <a:rPr lang="en-IN" u="sng">
                          <a:solidFill>
                            <a:srgbClr val="0D6EFD"/>
                          </a:solidFill>
                          <a:effectLst/>
                          <a:hlinkClick r:id="rId5"/>
                        </a:rPr>
                        <a:t>BERT-Large, Cased</a:t>
                      </a:r>
                      <a:endParaRPr lang="en-IN">
                        <a:effectLst/>
                      </a:endParaRPr>
                    </a:p>
                  </a:txBody>
                  <a:tcPr anchor="ctr">
                    <a:lnL w="6096" cap="flat" cmpd="sng" algn="ctr">
                      <a:solidFill>
                        <a:srgbClr val="B0E091"/>
                      </a:solidFill>
                      <a:prstDash val="solid"/>
                      <a:round/>
                      <a:headEnd type="none" w="med" len="med"/>
                      <a:tailEnd type="none" w="med" len="med"/>
                    </a:lnL>
                    <a:lnR w="6096" cap="flat" cmpd="sng" algn="ctr">
                      <a:solidFill>
                        <a:srgbClr val="F0DA91"/>
                      </a:solidFill>
                      <a:prstDash val="solid"/>
                      <a:round/>
                      <a:headEnd type="none" w="med" len="med"/>
                      <a:tailEnd type="none" w="med" len="med"/>
                    </a:lnR>
                    <a:lnT w="12700" cap="flat" cmpd="sng" algn="ctr">
                      <a:solidFill>
                        <a:srgbClr val="B0E091"/>
                      </a:solidFill>
                      <a:prstDash val="solid"/>
                      <a:round/>
                      <a:headEnd type="none" w="med" len="med"/>
                      <a:tailEnd type="none" w="med" len="med"/>
                    </a:lnT>
                    <a:lnB w="12700" cap="flat" cmpd="sng" algn="ctr">
                      <a:solidFill>
                        <a:srgbClr val="30DE91"/>
                      </a:solidFill>
                      <a:prstDash val="solid"/>
                      <a:round/>
                      <a:headEnd type="none" w="med" len="med"/>
                      <a:tailEnd type="none" w="med" len="med"/>
                    </a:lnB>
                    <a:solidFill>
                      <a:srgbClr val="FFFFFF"/>
                    </a:solidFill>
                  </a:tcPr>
                </a:tc>
                <a:tc>
                  <a:txBody>
                    <a:bodyPr/>
                    <a:lstStyle/>
                    <a:p>
                      <a:pPr>
                        <a:buNone/>
                      </a:pPr>
                      <a:r>
                        <a:rPr lang="en-US">
                          <a:effectLst/>
                        </a:rPr>
                        <a:t>24-layer, 1024-hidden, 16-heads, 340M parameters</a:t>
                      </a:r>
                    </a:p>
                  </a:txBody>
                  <a:tcPr anchor="ctr">
                    <a:lnL w="6096" cap="flat" cmpd="sng" algn="ctr">
                      <a:solidFill>
                        <a:srgbClr val="F0DA91"/>
                      </a:solidFill>
                      <a:prstDash val="solid"/>
                      <a:round/>
                      <a:headEnd type="none" w="med" len="med"/>
                      <a:tailEnd type="none" w="med" len="med"/>
                    </a:lnL>
                    <a:lnR w="6096" cap="flat" cmpd="sng" algn="ctr">
                      <a:solidFill>
                        <a:srgbClr val="F0DA91"/>
                      </a:solidFill>
                      <a:prstDash val="solid"/>
                      <a:round/>
                      <a:headEnd type="none" w="med" len="med"/>
                      <a:tailEnd type="none" w="med" len="med"/>
                    </a:lnR>
                    <a:lnT w="12700" cap="flat" cmpd="sng" algn="ctr">
                      <a:solidFill>
                        <a:srgbClr val="F0DA91"/>
                      </a:solidFill>
                      <a:prstDash val="solid"/>
                      <a:round/>
                      <a:headEnd type="none" w="med" len="med"/>
                      <a:tailEnd type="none" w="med" len="med"/>
                    </a:lnT>
                    <a:lnB w="12700" cap="flat" cmpd="sng" algn="ctr">
                      <a:solidFill>
                        <a:srgbClr val="10DB91"/>
                      </a:solidFill>
                      <a:prstDash val="solid"/>
                      <a:round/>
                      <a:headEnd type="none" w="med" len="med"/>
                      <a:tailEnd type="none" w="med" len="med"/>
                    </a:lnB>
                    <a:solidFill>
                      <a:srgbClr val="FFFFFF"/>
                    </a:solidFill>
                  </a:tcPr>
                </a:tc>
                <a:extLst>
                  <a:ext uri="{0D108BD9-81ED-4DB2-BD59-A6C34878D82A}">
                    <a16:rowId xmlns:a16="http://schemas.microsoft.com/office/drawing/2014/main" val="1895095646"/>
                  </a:ext>
                </a:extLst>
              </a:tr>
              <a:tr h="0">
                <a:tc>
                  <a:txBody>
                    <a:bodyPr/>
                    <a:lstStyle/>
                    <a:p>
                      <a:pPr>
                        <a:buNone/>
                      </a:pPr>
                      <a:r>
                        <a:rPr lang="en-IN" u="sng">
                          <a:solidFill>
                            <a:srgbClr val="0D6EFD"/>
                          </a:solidFill>
                          <a:effectLst/>
                          <a:hlinkClick r:id="rId6"/>
                        </a:rPr>
                        <a:t>BERT-Base, Multilingual Cased (New)</a:t>
                      </a:r>
                      <a:endParaRPr lang="en-IN">
                        <a:effectLst/>
                      </a:endParaRPr>
                    </a:p>
                  </a:txBody>
                  <a:tcPr anchor="ctr">
                    <a:lnL w="6096" cap="flat" cmpd="sng" algn="ctr">
                      <a:solidFill>
                        <a:srgbClr val="30DE91"/>
                      </a:solidFill>
                      <a:prstDash val="solid"/>
                      <a:round/>
                      <a:headEnd type="none" w="med" len="med"/>
                      <a:tailEnd type="none" w="med" len="med"/>
                    </a:lnL>
                    <a:lnR w="6096" cap="flat" cmpd="sng" algn="ctr">
                      <a:solidFill>
                        <a:srgbClr val="10DB91"/>
                      </a:solidFill>
                      <a:prstDash val="solid"/>
                      <a:round/>
                      <a:headEnd type="none" w="med" len="med"/>
                      <a:tailEnd type="none" w="med" len="med"/>
                    </a:lnR>
                    <a:lnT w="12700" cap="flat" cmpd="sng" algn="ctr">
                      <a:solidFill>
                        <a:srgbClr val="30DE91"/>
                      </a:solidFill>
                      <a:prstDash val="solid"/>
                      <a:round/>
                      <a:headEnd type="none" w="med" len="med"/>
                      <a:tailEnd type="none" w="med" len="med"/>
                    </a:lnT>
                    <a:lnB w="12700" cap="flat" cmpd="sng" algn="ctr">
                      <a:solidFill>
                        <a:srgbClr val="D0E691"/>
                      </a:solidFill>
                      <a:prstDash val="solid"/>
                      <a:round/>
                      <a:headEnd type="none" w="med" len="med"/>
                      <a:tailEnd type="none" w="med" len="med"/>
                    </a:lnB>
                    <a:solidFill>
                      <a:srgbClr val="FFFFFF"/>
                    </a:solidFill>
                  </a:tcPr>
                </a:tc>
                <a:tc>
                  <a:txBody>
                    <a:bodyPr/>
                    <a:lstStyle/>
                    <a:p>
                      <a:pPr>
                        <a:buNone/>
                      </a:pPr>
                      <a:r>
                        <a:rPr lang="en-US">
                          <a:effectLst/>
                        </a:rPr>
                        <a:t>104 languages, 12-layer, 768-hidden, 12-heads, 110M parameters</a:t>
                      </a:r>
                    </a:p>
                  </a:txBody>
                  <a:tcPr anchor="ctr">
                    <a:lnL w="6096" cap="flat" cmpd="sng" algn="ctr">
                      <a:solidFill>
                        <a:srgbClr val="10DB91"/>
                      </a:solidFill>
                      <a:prstDash val="solid"/>
                      <a:round/>
                      <a:headEnd type="none" w="med" len="med"/>
                      <a:tailEnd type="none" w="med" len="med"/>
                    </a:lnL>
                    <a:lnR w="6096" cap="flat" cmpd="sng" algn="ctr">
                      <a:solidFill>
                        <a:srgbClr val="10DB91"/>
                      </a:solidFill>
                      <a:prstDash val="solid"/>
                      <a:round/>
                      <a:headEnd type="none" w="med" len="med"/>
                      <a:tailEnd type="none" w="med" len="med"/>
                    </a:lnR>
                    <a:lnT w="12700" cap="flat" cmpd="sng" algn="ctr">
                      <a:solidFill>
                        <a:srgbClr val="10DB91"/>
                      </a:solidFill>
                      <a:prstDash val="solid"/>
                      <a:round/>
                      <a:headEnd type="none" w="med" len="med"/>
                      <a:tailEnd type="none" w="med" len="med"/>
                    </a:lnT>
                    <a:lnB w="12700" cap="flat" cmpd="sng" algn="ctr">
                      <a:solidFill>
                        <a:srgbClr val="30E791"/>
                      </a:solidFill>
                      <a:prstDash val="solid"/>
                      <a:round/>
                      <a:headEnd type="none" w="med" len="med"/>
                      <a:tailEnd type="none" w="med" len="med"/>
                    </a:lnB>
                    <a:solidFill>
                      <a:srgbClr val="FFFFFF"/>
                    </a:solidFill>
                  </a:tcPr>
                </a:tc>
                <a:extLst>
                  <a:ext uri="{0D108BD9-81ED-4DB2-BD59-A6C34878D82A}">
                    <a16:rowId xmlns:a16="http://schemas.microsoft.com/office/drawing/2014/main" val="3645124991"/>
                  </a:ext>
                </a:extLst>
              </a:tr>
              <a:tr h="0">
                <a:tc>
                  <a:txBody>
                    <a:bodyPr/>
                    <a:lstStyle/>
                    <a:p>
                      <a:pPr>
                        <a:buNone/>
                      </a:pPr>
                      <a:r>
                        <a:rPr lang="en-IN" u="sng">
                          <a:solidFill>
                            <a:srgbClr val="0D6EFD"/>
                          </a:solidFill>
                          <a:effectLst/>
                          <a:hlinkClick r:id="rId7"/>
                        </a:rPr>
                        <a:t>BERT-Base, Multilingual Cased (Old)</a:t>
                      </a:r>
                      <a:endParaRPr lang="en-IN">
                        <a:effectLst/>
                      </a:endParaRPr>
                    </a:p>
                  </a:txBody>
                  <a:tcPr anchor="ctr">
                    <a:lnL w="6096" cap="flat" cmpd="sng" algn="ctr">
                      <a:solidFill>
                        <a:srgbClr val="D0E691"/>
                      </a:solidFill>
                      <a:prstDash val="solid"/>
                      <a:round/>
                      <a:headEnd type="none" w="med" len="med"/>
                      <a:tailEnd type="none" w="med" len="med"/>
                    </a:lnL>
                    <a:lnR w="6096" cap="flat" cmpd="sng" algn="ctr">
                      <a:solidFill>
                        <a:srgbClr val="30E791"/>
                      </a:solidFill>
                      <a:prstDash val="solid"/>
                      <a:round/>
                      <a:headEnd type="none" w="med" len="med"/>
                      <a:tailEnd type="none" w="med" len="med"/>
                    </a:lnR>
                    <a:lnT w="12700" cap="flat" cmpd="sng" algn="ctr">
                      <a:solidFill>
                        <a:srgbClr val="D0E691"/>
                      </a:solidFill>
                      <a:prstDash val="solid"/>
                      <a:round/>
                      <a:headEnd type="none" w="med" len="med"/>
                      <a:tailEnd type="none" w="med" len="med"/>
                    </a:lnT>
                    <a:lnB w="12700" cap="flat" cmpd="sng" algn="ctr">
                      <a:solidFill>
                        <a:srgbClr val="50E991"/>
                      </a:solidFill>
                      <a:prstDash val="solid"/>
                      <a:round/>
                      <a:headEnd type="none" w="med" len="med"/>
                      <a:tailEnd type="none" w="med" len="med"/>
                    </a:lnB>
                    <a:solidFill>
                      <a:srgbClr val="FFFFFF"/>
                    </a:solidFill>
                  </a:tcPr>
                </a:tc>
                <a:tc>
                  <a:txBody>
                    <a:bodyPr/>
                    <a:lstStyle/>
                    <a:p>
                      <a:pPr>
                        <a:buNone/>
                      </a:pPr>
                      <a:r>
                        <a:rPr lang="en-US">
                          <a:effectLst/>
                        </a:rPr>
                        <a:t>102 languages, 12-layer, 768-hidden, 12-heads, 110M parameters</a:t>
                      </a:r>
                    </a:p>
                  </a:txBody>
                  <a:tcPr anchor="ctr">
                    <a:lnL w="6096" cap="flat" cmpd="sng" algn="ctr">
                      <a:solidFill>
                        <a:srgbClr val="30E791"/>
                      </a:solidFill>
                      <a:prstDash val="solid"/>
                      <a:round/>
                      <a:headEnd type="none" w="med" len="med"/>
                      <a:tailEnd type="none" w="med" len="med"/>
                    </a:lnL>
                    <a:lnR w="6096" cap="flat" cmpd="sng" algn="ctr">
                      <a:solidFill>
                        <a:srgbClr val="30E791"/>
                      </a:solidFill>
                      <a:prstDash val="solid"/>
                      <a:round/>
                      <a:headEnd type="none" w="med" len="med"/>
                      <a:tailEnd type="none" w="med" len="med"/>
                    </a:lnR>
                    <a:lnT w="12700" cap="flat" cmpd="sng" algn="ctr">
                      <a:solidFill>
                        <a:srgbClr val="30E791"/>
                      </a:solidFill>
                      <a:prstDash val="solid"/>
                      <a:round/>
                      <a:headEnd type="none" w="med" len="med"/>
                      <a:tailEnd type="none" w="med" len="med"/>
                    </a:lnT>
                    <a:lnB w="12700" cap="flat" cmpd="sng" algn="ctr">
                      <a:solidFill>
                        <a:srgbClr val="B0E591"/>
                      </a:solidFill>
                      <a:prstDash val="solid"/>
                      <a:round/>
                      <a:headEnd type="none" w="med" len="med"/>
                      <a:tailEnd type="none" w="med" len="med"/>
                    </a:lnB>
                    <a:solidFill>
                      <a:srgbClr val="FFFFFF"/>
                    </a:solidFill>
                  </a:tcPr>
                </a:tc>
                <a:extLst>
                  <a:ext uri="{0D108BD9-81ED-4DB2-BD59-A6C34878D82A}">
                    <a16:rowId xmlns:a16="http://schemas.microsoft.com/office/drawing/2014/main" val="903840008"/>
                  </a:ext>
                </a:extLst>
              </a:tr>
              <a:tr h="0">
                <a:tc>
                  <a:txBody>
                    <a:bodyPr/>
                    <a:lstStyle/>
                    <a:p>
                      <a:pPr>
                        <a:buNone/>
                      </a:pPr>
                      <a:r>
                        <a:rPr lang="en-IN" u="sng">
                          <a:solidFill>
                            <a:srgbClr val="0D6EFD"/>
                          </a:solidFill>
                          <a:effectLst/>
                          <a:hlinkClick r:id="rId8"/>
                        </a:rPr>
                        <a:t>BERT-Base, Chinese</a:t>
                      </a:r>
                      <a:endParaRPr lang="en-IN">
                        <a:effectLst/>
                      </a:endParaRPr>
                    </a:p>
                  </a:txBody>
                  <a:tcPr anchor="ctr">
                    <a:lnL w="6096" cap="flat" cmpd="sng" algn="ctr">
                      <a:solidFill>
                        <a:srgbClr val="50E991"/>
                      </a:solidFill>
                      <a:prstDash val="solid"/>
                      <a:round/>
                      <a:headEnd type="none" w="med" len="med"/>
                      <a:tailEnd type="none" w="med" len="med"/>
                    </a:lnL>
                    <a:lnR w="6096" cap="flat" cmpd="sng" algn="ctr">
                      <a:solidFill>
                        <a:srgbClr val="B0E591"/>
                      </a:solidFill>
                      <a:prstDash val="solid"/>
                      <a:round/>
                      <a:headEnd type="none" w="med" len="med"/>
                      <a:tailEnd type="none" w="med" len="med"/>
                    </a:lnR>
                    <a:lnT w="12700" cap="flat" cmpd="sng" algn="ctr">
                      <a:solidFill>
                        <a:srgbClr val="50E991"/>
                      </a:solidFill>
                      <a:prstDash val="solid"/>
                      <a:round/>
                      <a:headEnd type="none" w="med" len="med"/>
                      <a:tailEnd type="none" w="med" len="med"/>
                    </a:lnT>
                    <a:lnB w="12700" cap="flat" cmpd="sng" algn="ctr">
                      <a:solidFill>
                        <a:srgbClr val="50E991"/>
                      </a:solidFill>
                      <a:prstDash val="solid"/>
                      <a:round/>
                      <a:headEnd type="none" w="med" len="med"/>
                      <a:tailEnd type="none" w="med" len="med"/>
                    </a:lnB>
                    <a:solidFill>
                      <a:srgbClr val="FFFFFF"/>
                    </a:solidFill>
                  </a:tcPr>
                </a:tc>
                <a:tc>
                  <a:txBody>
                    <a:bodyPr/>
                    <a:lstStyle/>
                    <a:p>
                      <a:pPr>
                        <a:buNone/>
                      </a:pPr>
                      <a:r>
                        <a:rPr lang="en-US" dirty="0">
                          <a:effectLst/>
                        </a:rPr>
                        <a:t>Chinese Simplified and Traditional, 12-layer, 768-hidden, 12-heads, 110M parameters</a:t>
                      </a:r>
                    </a:p>
                  </a:txBody>
                  <a:tcPr anchor="ctr">
                    <a:lnL w="6096" cap="flat" cmpd="sng" algn="ctr">
                      <a:solidFill>
                        <a:srgbClr val="B0E591"/>
                      </a:solidFill>
                      <a:prstDash val="solid"/>
                      <a:round/>
                      <a:headEnd type="none" w="med" len="med"/>
                      <a:tailEnd type="none" w="med" len="med"/>
                    </a:lnL>
                    <a:lnR w="6096" cap="flat" cmpd="sng" algn="ctr">
                      <a:solidFill>
                        <a:srgbClr val="B0E591"/>
                      </a:solidFill>
                      <a:prstDash val="solid"/>
                      <a:round/>
                      <a:headEnd type="none" w="med" len="med"/>
                      <a:tailEnd type="none" w="med" len="med"/>
                    </a:lnR>
                    <a:lnT w="12700" cap="flat" cmpd="sng" algn="ctr">
                      <a:solidFill>
                        <a:srgbClr val="B0E591"/>
                      </a:solidFill>
                      <a:prstDash val="solid"/>
                      <a:round/>
                      <a:headEnd type="none" w="med" len="med"/>
                      <a:tailEnd type="none" w="med" len="med"/>
                    </a:lnT>
                    <a:lnB w="12700" cap="flat" cmpd="sng" algn="ctr">
                      <a:solidFill>
                        <a:srgbClr val="B0E591"/>
                      </a:solidFill>
                      <a:prstDash val="solid"/>
                      <a:round/>
                      <a:headEnd type="none" w="med" len="med"/>
                      <a:tailEnd type="none" w="med" len="med"/>
                    </a:lnB>
                    <a:solidFill>
                      <a:srgbClr val="FFFFFF"/>
                    </a:solidFill>
                  </a:tcPr>
                </a:tc>
                <a:extLst>
                  <a:ext uri="{0D108BD9-81ED-4DB2-BD59-A6C34878D82A}">
                    <a16:rowId xmlns:a16="http://schemas.microsoft.com/office/drawing/2014/main" val="1159766221"/>
                  </a:ext>
                </a:extLst>
              </a:tr>
            </a:tbl>
          </a:graphicData>
        </a:graphic>
      </p:graphicFrame>
    </p:spTree>
    <p:extLst>
      <p:ext uri="{BB962C8B-B14F-4D97-AF65-F5344CB8AC3E}">
        <p14:creationId xmlns:p14="http://schemas.microsoft.com/office/powerpoint/2010/main" val="1877099453"/>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BEB10-42C2-0784-3E73-6CACDF65AD29}"/>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AC8C5FC5-2EF0-CEEB-B235-517606E5C2E0}"/>
              </a:ext>
            </a:extLst>
          </p:cNvPr>
          <p:cNvSpPr>
            <a:spLocks noGrp="1"/>
          </p:cNvSpPr>
          <p:nvPr>
            <p:ph idx="1"/>
          </p:nvPr>
        </p:nvSpPr>
        <p:spPr>
          <a:xfrm>
            <a:off x="1025842" y="1696720"/>
            <a:ext cx="10201275" cy="4429550"/>
          </a:xfrm>
        </p:spPr>
        <p:txBody>
          <a:bodyPr/>
          <a:lstStyle/>
          <a:p>
            <a:r>
              <a:rPr lang="en-IN" dirty="0">
                <a:hlinkClick r:id="rId2"/>
              </a:rPr>
              <a:t>https://dilipkumar.medium.com/sequence-to-sequence-seq2seq-models-37318a342b1d</a:t>
            </a:r>
            <a:endParaRPr lang="en-IN" dirty="0"/>
          </a:p>
          <a:p>
            <a:r>
              <a:rPr lang="en-IN" dirty="0">
                <a:hlinkClick r:id="rId3"/>
              </a:rPr>
              <a:t>https://www.geeksforgeeks.org/deep-learning/what-is-sequence-to-sequence-learning/</a:t>
            </a:r>
            <a:endParaRPr lang="en-IN" dirty="0"/>
          </a:p>
          <a:p>
            <a:endParaRPr lang="en-IN" dirty="0"/>
          </a:p>
        </p:txBody>
      </p:sp>
    </p:spTree>
    <p:extLst>
      <p:ext uri="{BB962C8B-B14F-4D97-AF65-F5344CB8AC3E}">
        <p14:creationId xmlns:p14="http://schemas.microsoft.com/office/powerpoint/2010/main" val="134697721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BE95-7BCA-A4FB-F4F6-A15A5F5C2B4F}"/>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2C925BB-9E52-6E3E-667D-FB534E6520F5}"/>
              </a:ext>
            </a:extLst>
          </p:cNvPr>
          <p:cNvSpPr>
            <a:spLocks noGrp="1"/>
          </p:cNvSpPr>
          <p:nvPr>
            <p:ph idx="1"/>
          </p:nvPr>
        </p:nvSpPr>
        <p:spPr/>
        <p:txBody>
          <a:bodyPr/>
          <a:lstStyle/>
          <a:p>
            <a:r>
              <a:rPr lang="en-IN" dirty="0">
                <a:hlinkClick r:id="rId2"/>
              </a:rPr>
              <a:t>https://www.geeksforgeeks.org/machine-learning/introduction-to-recurrent-neural-network/</a:t>
            </a:r>
            <a:endParaRPr lang="en-IN" dirty="0"/>
          </a:p>
          <a:p>
            <a:r>
              <a:rPr lang="en-IN" dirty="0">
                <a:hlinkClick r:id="rId3"/>
              </a:rPr>
              <a:t>https://www.ibm.com/think/topics/recurrent-neural-networks</a:t>
            </a:r>
            <a:endParaRPr lang="en-IN" dirty="0"/>
          </a:p>
          <a:p>
            <a:r>
              <a:rPr lang="en-IN" dirty="0">
                <a:hlinkClick r:id="rId4"/>
              </a:rPr>
              <a:t>https://www.analyticsvidhya.com/blog/2022/03/a-brief-overview-of-recurrent-neural-networks-rnn/</a:t>
            </a:r>
            <a:endParaRPr lang="en-IN" dirty="0"/>
          </a:p>
          <a:p>
            <a:r>
              <a:rPr lang="en-IN" dirty="0">
                <a:hlinkClick r:id="rId5"/>
              </a:rPr>
              <a:t>https://www.d2l.ai/chapter_recurrent-neural-networks/</a:t>
            </a:r>
            <a:endParaRPr lang="en-IN" dirty="0"/>
          </a:p>
          <a:p>
            <a:endParaRPr lang="en-IN" dirty="0"/>
          </a:p>
        </p:txBody>
      </p:sp>
    </p:spTree>
    <p:extLst>
      <p:ext uri="{BB962C8B-B14F-4D97-AF65-F5344CB8AC3E}">
        <p14:creationId xmlns:p14="http://schemas.microsoft.com/office/powerpoint/2010/main" val="2140296723"/>
      </p:ext>
    </p:extLst>
  </p:cSld>
  <p:clrMapOvr>
    <a:masterClrMapping/>
  </p:clrMapOvr>
</p:sld>
</file>

<file path=ppt/theme/theme1.xml><?xml version="1.0" encoding="utf-8"?>
<a:theme xmlns:a="http://schemas.openxmlformats.org/drawingml/2006/main" name="Retrospec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9D9A2368AF1418CA9A4BDBEB848A7" ma:contentTypeVersion="3" ma:contentTypeDescription="Create a new document." ma:contentTypeScope="" ma:versionID="ed4482c8128c479f1c7ed524388f5946">
  <xsd:schema xmlns:xsd="http://www.w3.org/2001/XMLSchema" xmlns:xs="http://www.w3.org/2001/XMLSchema" xmlns:p="http://schemas.microsoft.com/office/2006/metadata/properties" xmlns:ns2="ae805b06-2a12-48cc-9df9-71e0a5172f32" targetNamespace="http://schemas.microsoft.com/office/2006/metadata/properties" ma:root="true" ma:fieldsID="2b049cf2964ab8f6ee39770229980d91" ns2:_="">
    <xsd:import namespace="ae805b06-2a12-48cc-9df9-71e0a5172f3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805b06-2a12-48cc-9df9-71e0a5172f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2084F19-A2EA-4A80-B8AC-FB2AFC9AB2A5}">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3328EA2F-5D18-4527-A040-7BBDB14C18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e805b06-2a12-48cc-9df9-71e0a5172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C4DCA0E-931A-4305-A505-58C89132638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Retrospect</Template>
  <TotalTime>9290</TotalTime>
  <Words>13516</Words>
  <Application>Microsoft Office PowerPoint</Application>
  <PresentationFormat>Widescreen</PresentationFormat>
  <Paragraphs>993</Paragraphs>
  <Slides>202</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202</vt:i4>
      </vt:variant>
    </vt:vector>
  </HeadingPairs>
  <TitlesOfParts>
    <vt:vector size="212" baseType="lpstr">
      <vt:lpstr>Arial</vt:lpstr>
      <vt:lpstr>Calibri</vt:lpstr>
      <vt:lpstr>Calibri Light</vt:lpstr>
      <vt:lpstr>Cambria Math</vt:lpstr>
      <vt:lpstr>Helvetica</vt:lpstr>
      <vt:lpstr>Inter</vt:lpstr>
      <vt:lpstr>MathJax_Main</vt:lpstr>
      <vt:lpstr>MathJax_Main-bold</vt:lpstr>
      <vt:lpstr>MathJax_Math-italic</vt:lpstr>
      <vt:lpstr>Retrospect</vt:lpstr>
      <vt:lpstr>Deep Learning Module 4</vt:lpstr>
      <vt:lpstr>Recurrent Neural Networks</vt:lpstr>
      <vt:lpstr>PowerPoint Presentation</vt:lpstr>
      <vt:lpstr>PowerPoint Presentation</vt:lpstr>
      <vt:lpstr>PowerPoint Presentation</vt:lpstr>
      <vt:lpstr>PowerPoint Presentation</vt:lpstr>
      <vt:lpstr>PowerPoint Presentation</vt:lpstr>
      <vt:lpstr>PowerPoint Presentation</vt:lpstr>
      <vt:lpstr>Key Components of RNNs</vt:lpstr>
      <vt:lpstr>PowerPoint Presentation</vt:lpstr>
      <vt:lpstr>PowerPoint Presentation</vt:lpstr>
      <vt:lpstr>PowerPoint Presentation</vt:lpstr>
      <vt:lpstr>PowerPoint Presentation</vt:lpstr>
      <vt:lpstr>PowerPoint Presentation</vt:lpstr>
      <vt:lpstr>PowerPoint Presentation</vt:lpstr>
      <vt:lpstr>What Makes RNN Special?</vt:lpstr>
      <vt:lpstr>RNN Architecture</vt:lpstr>
      <vt:lpstr>PowerPoint Presentation</vt:lpstr>
      <vt:lpstr>PowerPoint Presentation</vt:lpstr>
      <vt:lpstr>Architecture of a Traditional RNN</vt:lpstr>
      <vt:lpstr>PowerPoint Presentation</vt:lpstr>
      <vt:lpstr>PowerPoint Presentation</vt:lpstr>
      <vt:lpstr>PowerPoint Presentation</vt:lpstr>
      <vt:lpstr>PowerPoint Presentation</vt:lpstr>
      <vt:lpstr>PowerPoint Presentation</vt:lpstr>
      <vt:lpstr>How do Recurrent Neural Networks Work?</vt:lpstr>
      <vt:lpstr>PowerPoint Presentation</vt:lpstr>
      <vt:lpstr>Recurrent Neural Network vs Feed-forward Neural Network</vt:lpstr>
      <vt:lpstr>PowerPoint Presentation</vt:lpstr>
      <vt:lpstr>Backpropagation Through Time (BPTT)</vt:lpstr>
      <vt:lpstr>PowerPoint Presentation</vt:lpstr>
      <vt:lpstr>PowerPoint Presentation</vt:lpstr>
      <vt:lpstr>Feed Forward</vt:lpstr>
      <vt:lpstr>PowerPoint Presentation</vt:lpstr>
      <vt:lpstr>Two Issues of Standard RNNs</vt:lpstr>
      <vt:lpstr>PowerPoint Presentation</vt:lpstr>
      <vt:lpstr>What Are the Different Variations of RNN?</vt:lpstr>
      <vt:lpstr>PowerPoint Presentation</vt:lpstr>
      <vt:lpstr>PowerPoint Presentation</vt:lpstr>
      <vt:lpstr>PowerPoint Presentation</vt:lpstr>
      <vt:lpstr>PowerPoint Presentation</vt:lpstr>
      <vt:lpstr>PowerPoint Presentation</vt:lpstr>
      <vt:lpstr>RNN Applications</vt:lpstr>
      <vt:lpstr>PowerPoint Presentation</vt:lpstr>
      <vt:lpstr>Advantages and Disadvantages of RNNs</vt:lpstr>
      <vt:lpstr>Back Propagation through time - RNN</vt:lpstr>
      <vt:lpstr>PowerPoint Presentation</vt:lpstr>
      <vt:lpstr>PowerPoint Presentation</vt:lpstr>
      <vt:lpstr>Derivation of BPTT</vt:lpstr>
      <vt:lpstr>PowerPoint Presentation</vt:lpstr>
      <vt:lpstr>Backward pass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Updating Weights and Bias Using Gradient Descent</vt:lpstr>
      <vt:lpstr>PowerPoint Presentation</vt:lpstr>
      <vt:lpstr>Bidirectional RNNs</vt:lpstr>
      <vt:lpstr>PowerPoint Presentation</vt:lpstr>
      <vt:lpstr>PowerPoint Presentation</vt:lpstr>
      <vt:lpstr>PowerPoint Presentation</vt:lpstr>
      <vt:lpstr>PowerPoint Presentation</vt:lpstr>
      <vt:lpstr>PowerPoint Presentation</vt:lpstr>
      <vt:lpstr>PowerPoint Presentation</vt:lpstr>
      <vt:lpstr>Working of Bidirectional Recurrent Neural Networks (BRNNs)</vt:lpstr>
      <vt:lpstr>PowerPoint Presentation</vt:lpstr>
      <vt:lpstr>PowerPoint Presentation</vt:lpstr>
      <vt:lpstr>PowerPoint Presentation</vt:lpstr>
      <vt:lpstr>Encoder Decoder Models</vt:lpstr>
      <vt:lpstr>Encoder-Decoder Model Architecture</vt:lpstr>
      <vt:lpstr>PowerPoint Presentation</vt:lpstr>
      <vt:lpstr>PowerPoint Presentation</vt:lpstr>
      <vt:lpstr>PowerPoint Presentation</vt:lpstr>
      <vt:lpstr>What is Self-Attention?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4. Multi-Head Attention (8 heads working in parallel)</vt:lpstr>
      <vt:lpstr>PowerPoint Presentation</vt:lpstr>
      <vt:lpstr>PowerPoint Presentation</vt:lpstr>
      <vt:lpstr>PowerPoint Presentation</vt:lpstr>
      <vt:lpstr>PowerPoint Presentation</vt:lpstr>
      <vt:lpstr>Defining the Weight Matrices</vt:lpstr>
      <vt:lpstr>PowerPoint Presentation</vt:lpstr>
      <vt:lpstr>PowerPoint Presentation</vt:lpstr>
      <vt:lpstr>Computing the Attention Scores</vt:lpstr>
      <vt:lpstr>PowerPoint Presentation</vt:lpstr>
      <vt:lpstr>PowerPoint Presentation</vt:lpstr>
      <vt:lpstr>PowerPoint Presentation</vt:lpstr>
      <vt:lpstr>PowerPoint Presentation</vt:lpstr>
      <vt:lpstr>Working of Encoder Decoder Model</vt:lpstr>
      <vt:lpstr>PowerPoint Presentation</vt:lpstr>
      <vt:lpstr>PowerPoint Presentation</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Encoder-Decoder Model</vt:lpstr>
      <vt:lpstr>PowerPoint Presentation</vt:lpstr>
      <vt:lpstr>PowerPoint Presentation</vt:lpstr>
      <vt:lpstr>PowerPoint Presentation</vt:lpstr>
      <vt:lpstr>PowerPoint Presentation</vt:lpstr>
      <vt:lpstr>PowerPoint Presentation</vt:lpstr>
      <vt:lpstr> A Step-by-Step Walkthrough: Machine Translation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Deep Recurrent Networks (Deep RNNs)</vt:lpstr>
      <vt:lpstr>Core Architecture of Deep RNNs</vt:lpstr>
      <vt:lpstr>PowerPoint Presentation</vt:lpstr>
      <vt:lpstr>PowerPoint Presentation</vt:lpstr>
      <vt:lpstr>PowerPoint Presentation</vt:lpstr>
      <vt:lpstr>Autoencoders</vt:lpstr>
      <vt:lpstr>PowerPoint Presentation</vt:lpstr>
      <vt:lpstr>PowerPoint Presentation</vt:lpstr>
      <vt:lpstr>PowerPoint Presentation</vt:lpstr>
      <vt:lpstr>PowerPoint Presentation</vt:lpstr>
      <vt:lpstr>PowerPoint Presentation</vt:lpstr>
      <vt:lpstr>PowerPoint Presentation</vt:lpstr>
      <vt:lpstr>Architecture of Autoencoder</vt:lpstr>
      <vt:lpstr>PowerPoint Presentation</vt:lpstr>
      <vt:lpstr>PowerPoint Presentation</vt:lpstr>
      <vt:lpstr>PowerPoint Presentation</vt:lpstr>
      <vt:lpstr>PowerPoint Presentation</vt:lpstr>
      <vt:lpstr>PowerPoint Presentation</vt:lpstr>
      <vt:lpstr>Types of Autoencoders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Autoencoder use cases</vt:lpstr>
      <vt:lpstr>PowerPoint Presentation</vt:lpstr>
      <vt:lpstr>Transformers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BERT- Bidirectional Encoder Representations from Transformers</vt:lpstr>
      <vt:lpstr>PowerPoint Presentation</vt:lpstr>
      <vt:lpstr>PowerPoint Presentation</vt:lpstr>
      <vt:lpstr>PowerPoint Presentation</vt:lpstr>
      <vt:lpstr>BERT’s Architecture</vt:lpstr>
      <vt:lpstr>PowerPoint Presentation</vt:lpstr>
      <vt:lpstr>Text Preprocessing</vt:lpstr>
      <vt:lpstr>PowerPoint Presentation</vt:lpstr>
      <vt:lpstr>3. Pre-training Tasks</vt:lpstr>
      <vt:lpstr>PowerPoint Presentation</vt:lpstr>
      <vt:lpstr>PowerPoint Presentation</vt:lpstr>
      <vt:lpstr>PowerPoint Presentation</vt:lpstr>
      <vt:lpstr>PowerPoint Presentation</vt:lpstr>
      <vt:lpstr> Masked Language Model</vt:lpstr>
      <vt:lpstr>PowerPoint Presentation</vt:lpstr>
      <vt:lpstr>PowerPoint Presentation</vt:lpstr>
      <vt:lpstr>PowerPoint Presentation</vt:lpstr>
      <vt:lpstr>PowerPoint Presentation</vt:lpstr>
      <vt:lpstr>Next Sentence Prediction</vt:lpstr>
      <vt:lpstr>PowerPoint Presentation</vt:lpstr>
      <vt:lpstr>PowerPoint Presentation</vt:lpstr>
      <vt:lpstr>PowerPoint Presentation</vt:lpstr>
      <vt:lpstr>PowerPoint Presentation</vt:lpstr>
      <vt:lpstr>PowerPoint Presentation</vt:lpstr>
      <vt:lpstr>Pre-trained BERT Models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Rajarajeshwari S</dc:creator>
  <cp:lastModifiedBy>Dheetchanya Mohan</cp:lastModifiedBy>
  <cp:revision>5</cp:revision>
  <dcterms:created xsi:type="dcterms:W3CDTF">2025-07-15T13:21:18Z</dcterms:created>
  <dcterms:modified xsi:type="dcterms:W3CDTF">2026-04-26T04:30:34Z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0x01010079F9D9A2368AF1418CA9A4BDBEB848A7</vt:lpwstr>
  </property>
</Properties>
</file>