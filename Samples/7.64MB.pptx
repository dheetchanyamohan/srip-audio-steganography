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38"/>
  </p:notesMasterIdLst>
  <p:sldIdLst>
    <p:sldId id="256" r:id="rId2"/>
    <p:sldId id="296" r:id="rId3"/>
    <p:sldId id="311" r:id="rId4"/>
    <p:sldId id="312" r:id="rId5"/>
    <p:sldId id="257" r:id="rId6"/>
    <p:sldId id="258" r:id="rId7"/>
    <p:sldId id="263" r:id="rId8"/>
    <p:sldId id="262" r:id="rId9"/>
    <p:sldId id="259" r:id="rId10"/>
    <p:sldId id="260" r:id="rId11"/>
    <p:sldId id="261" r:id="rId12"/>
    <p:sldId id="264" r:id="rId13"/>
    <p:sldId id="265" r:id="rId14"/>
    <p:sldId id="295" r:id="rId15"/>
    <p:sldId id="266" r:id="rId16"/>
    <p:sldId id="313" r:id="rId17"/>
    <p:sldId id="267" r:id="rId18"/>
    <p:sldId id="268" r:id="rId19"/>
    <p:sldId id="269" r:id="rId20"/>
    <p:sldId id="270" r:id="rId21"/>
    <p:sldId id="271" r:id="rId22"/>
    <p:sldId id="294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422" r:id="rId45"/>
    <p:sldId id="423" r:id="rId46"/>
    <p:sldId id="424" r:id="rId47"/>
    <p:sldId id="425" r:id="rId48"/>
    <p:sldId id="426" r:id="rId49"/>
    <p:sldId id="427" r:id="rId50"/>
    <p:sldId id="442" r:id="rId51"/>
    <p:sldId id="428" r:id="rId52"/>
    <p:sldId id="352" r:id="rId53"/>
    <p:sldId id="443" r:id="rId54"/>
    <p:sldId id="429" r:id="rId55"/>
    <p:sldId id="430" r:id="rId56"/>
    <p:sldId id="431" r:id="rId57"/>
    <p:sldId id="432" r:id="rId58"/>
    <p:sldId id="433" r:id="rId59"/>
    <p:sldId id="444" r:id="rId60"/>
    <p:sldId id="434" r:id="rId61"/>
    <p:sldId id="435" r:id="rId62"/>
    <p:sldId id="445" r:id="rId63"/>
    <p:sldId id="436" r:id="rId64"/>
    <p:sldId id="437" r:id="rId65"/>
    <p:sldId id="438" r:id="rId66"/>
    <p:sldId id="439" r:id="rId67"/>
    <p:sldId id="440" r:id="rId68"/>
    <p:sldId id="441" r:id="rId69"/>
    <p:sldId id="293" r:id="rId70"/>
    <p:sldId id="314" r:id="rId71"/>
    <p:sldId id="315" r:id="rId72"/>
    <p:sldId id="316" r:id="rId73"/>
    <p:sldId id="317" r:id="rId74"/>
    <p:sldId id="318" r:id="rId75"/>
    <p:sldId id="319" r:id="rId76"/>
    <p:sldId id="320" r:id="rId77"/>
    <p:sldId id="321" r:id="rId78"/>
    <p:sldId id="322" r:id="rId79"/>
    <p:sldId id="323" r:id="rId80"/>
    <p:sldId id="324" r:id="rId81"/>
    <p:sldId id="325" r:id="rId82"/>
    <p:sldId id="446" r:id="rId83"/>
    <p:sldId id="326" r:id="rId84"/>
    <p:sldId id="327" r:id="rId85"/>
    <p:sldId id="328" r:id="rId86"/>
    <p:sldId id="332" r:id="rId87"/>
    <p:sldId id="329" r:id="rId88"/>
    <p:sldId id="330" r:id="rId89"/>
    <p:sldId id="331" r:id="rId90"/>
    <p:sldId id="338" r:id="rId91"/>
    <p:sldId id="339" r:id="rId92"/>
    <p:sldId id="340" r:id="rId93"/>
    <p:sldId id="341" r:id="rId94"/>
    <p:sldId id="333" r:id="rId95"/>
    <p:sldId id="334" r:id="rId96"/>
    <p:sldId id="335" r:id="rId97"/>
    <p:sldId id="336" r:id="rId98"/>
    <p:sldId id="337" r:id="rId99"/>
    <p:sldId id="342" r:id="rId100"/>
    <p:sldId id="343" r:id="rId101"/>
    <p:sldId id="344" r:id="rId102"/>
    <p:sldId id="345" r:id="rId103"/>
    <p:sldId id="346" r:id="rId104"/>
    <p:sldId id="347" r:id="rId105"/>
    <p:sldId id="348" r:id="rId106"/>
    <p:sldId id="349" r:id="rId107"/>
    <p:sldId id="350" r:id="rId108"/>
    <p:sldId id="407" r:id="rId109"/>
    <p:sldId id="408" r:id="rId110"/>
    <p:sldId id="447" r:id="rId111"/>
    <p:sldId id="409" r:id="rId112"/>
    <p:sldId id="519" r:id="rId113"/>
    <p:sldId id="521" r:id="rId114"/>
    <p:sldId id="522" r:id="rId115"/>
    <p:sldId id="410" r:id="rId116"/>
    <p:sldId id="520" r:id="rId117"/>
    <p:sldId id="523" r:id="rId118"/>
    <p:sldId id="524" r:id="rId119"/>
    <p:sldId id="411" r:id="rId120"/>
    <p:sldId id="525" r:id="rId121"/>
    <p:sldId id="412" r:id="rId122"/>
    <p:sldId id="526" r:id="rId123"/>
    <p:sldId id="413" r:id="rId124"/>
    <p:sldId id="527" r:id="rId125"/>
    <p:sldId id="528" r:id="rId126"/>
    <p:sldId id="414" r:id="rId127"/>
    <p:sldId id="415" r:id="rId128"/>
    <p:sldId id="416" r:id="rId129"/>
    <p:sldId id="417" r:id="rId130"/>
    <p:sldId id="418" r:id="rId131"/>
    <p:sldId id="419" r:id="rId132"/>
    <p:sldId id="420" r:id="rId133"/>
    <p:sldId id="351" r:id="rId134"/>
    <p:sldId id="421" r:id="rId135"/>
    <p:sldId id="448" r:id="rId136"/>
    <p:sldId id="449" r:id="rId137"/>
    <p:sldId id="450" r:id="rId138"/>
    <p:sldId id="451" r:id="rId139"/>
    <p:sldId id="452" r:id="rId140"/>
    <p:sldId id="453" r:id="rId141"/>
    <p:sldId id="456" r:id="rId142"/>
    <p:sldId id="457" r:id="rId143"/>
    <p:sldId id="458" r:id="rId144"/>
    <p:sldId id="454" r:id="rId145"/>
    <p:sldId id="455" r:id="rId146"/>
    <p:sldId id="459" r:id="rId147"/>
    <p:sldId id="460" r:id="rId148"/>
    <p:sldId id="461" r:id="rId149"/>
    <p:sldId id="463" r:id="rId150"/>
    <p:sldId id="462" r:id="rId151"/>
    <p:sldId id="464" r:id="rId152"/>
    <p:sldId id="465" r:id="rId153"/>
    <p:sldId id="466" r:id="rId154"/>
    <p:sldId id="467" r:id="rId155"/>
    <p:sldId id="471" r:id="rId156"/>
    <p:sldId id="472" r:id="rId157"/>
    <p:sldId id="473" r:id="rId158"/>
    <p:sldId id="468" r:id="rId159"/>
    <p:sldId id="469" r:id="rId160"/>
    <p:sldId id="470" r:id="rId161"/>
    <p:sldId id="474" r:id="rId162"/>
    <p:sldId id="475" r:id="rId163"/>
    <p:sldId id="476" r:id="rId164"/>
    <p:sldId id="477" r:id="rId165"/>
    <p:sldId id="478" r:id="rId166"/>
    <p:sldId id="479" r:id="rId167"/>
    <p:sldId id="480" r:id="rId168"/>
    <p:sldId id="485" r:id="rId169"/>
    <p:sldId id="481" r:id="rId170"/>
    <p:sldId id="482" r:id="rId171"/>
    <p:sldId id="483" r:id="rId172"/>
    <p:sldId id="484" r:id="rId173"/>
    <p:sldId id="486" r:id="rId174"/>
    <p:sldId id="487" r:id="rId175"/>
    <p:sldId id="488" r:id="rId176"/>
    <p:sldId id="489" r:id="rId177"/>
    <p:sldId id="491" r:id="rId178"/>
    <p:sldId id="492" r:id="rId179"/>
    <p:sldId id="493" r:id="rId180"/>
    <p:sldId id="494" r:id="rId181"/>
    <p:sldId id="495" r:id="rId182"/>
    <p:sldId id="496" r:id="rId183"/>
    <p:sldId id="497" r:id="rId184"/>
    <p:sldId id="498" r:id="rId185"/>
    <p:sldId id="499" r:id="rId186"/>
    <p:sldId id="372" r:id="rId187"/>
    <p:sldId id="373" r:id="rId188"/>
    <p:sldId id="374" r:id="rId189"/>
    <p:sldId id="375" r:id="rId190"/>
    <p:sldId id="500" r:id="rId191"/>
    <p:sldId id="501" r:id="rId192"/>
    <p:sldId id="503" r:id="rId193"/>
    <p:sldId id="530" r:id="rId194"/>
    <p:sldId id="531" r:id="rId195"/>
    <p:sldId id="532" r:id="rId196"/>
    <p:sldId id="533" r:id="rId197"/>
    <p:sldId id="504" r:id="rId198"/>
    <p:sldId id="505" r:id="rId199"/>
    <p:sldId id="506" r:id="rId200"/>
    <p:sldId id="507" r:id="rId201"/>
    <p:sldId id="534" r:id="rId202"/>
    <p:sldId id="535" r:id="rId203"/>
    <p:sldId id="508" r:id="rId204"/>
    <p:sldId id="512" r:id="rId205"/>
    <p:sldId id="536" r:id="rId206"/>
    <p:sldId id="513" r:id="rId207"/>
    <p:sldId id="537" r:id="rId208"/>
    <p:sldId id="538" r:id="rId209"/>
    <p:sldId id="539" r:id="rId210"/>
    <p:sldId id="514" r:id="rId211"/>
    <p:sldId id="515" r:id="rId212"/>
    <p:sldId id="516" r:id="rId213"/>
    <p:sldId id="517" r:id="rId214"/>
    <p:sldId id="540" r:id="rId215"/>
    <p:sldId id="541" r:id="rId216"/>
    <p:sldId id="542" r:id="rId217"/>
    <p:sldId id="543" r:id="rId218"/>
    <p:sldId id="544" r:id="rId219"/>
    <p:sldId id="545" r:id="rId220"/>
    <p:sldId id="546" r:id="rId221"/>
    <p:sldId id="547" r:id="rId222"/>
    <p:sldId id="548" r:id="rId223"/>
    <p:sldId id="518" r:id="rId224"/>
    <p:sldId id="529" r:id="rId225"/>
    <p:sldId id="559" r:id="rId226"/>
    <p:sldId id="549" r:id="rId227"/>
    <p:sldId id="550" r:id="rId228"/>
    <p:sldId id="551" r:id="rId229"/>
    <p:sldId id="552" r:id="rId230"/>
    <p:sldId id="553" r:id="rId231"/>
    <p:sldId id="554" r:id="rId232"/>
    <p:sldId id="555" r:id="rId233"/>
    <p:sldId id="556" r:id="rId234"/>
    <p:sldId id="558" r:id="rId235"/>
    <p:sldId id="560" r:id="rId236"/>
    <p:sldId id="557" r:id="rId2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C2191C-B565-469F-85B5-DC62B574B11F}" v="790" dt="2026-01-09T09:20:10.2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247" Type="http://schemas.openxmlformats.org/officeDocument/2006/relationships/customXml" Target="../customXml/item3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notesMaster" Target="notesMasters/notesMaster1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presProps" Target="presProps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viewProps" Target="viewProps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tableStyles" Target="tableStyles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microsoft.com/office/2016/11/relationships/changesInfo" Target="changesInfos/changesInfo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microsoft.com/office/2015/10/relationships/revisionInfo" Target="revisionInfo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customXml" Target="../customXml/item1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customXml" Target="../customXml/item2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rajeshwari S" userId="e4d90711455572c4" providerId="LiveId" clId="{CCD4E902-00B9-4B30-B952-A9A7A2B9871A}"/>
    <pc:docChg chg="undo redo custSel addSld delSld modSld sldOrd modMainMaster">
      <pc:chgData name="Rajarajeshwari S" userId="e4d90711455572c4" providerId="LiveId" clId="{CCD4E902-00B9-4B30-B952-A9A7A2B9871A}" dt="2026-01-09T09:20:11.505" v="4230" actId="20577"/>
      <pc:docMkLst>
        <pc:docMk/>
      </pc:docMkLst>
      <pc:sldChg chg="addSp modSp new mod">
        <pc:chgData name="Rajarajeshwari S" userId="e4d90711455572c4" providerId="LiveId" clId="{CCD4E902-00B9-4B30-B952-A9A7A2B9871A}" dt="2025-12-10T03:49:35.447" v="414"/>
        <pc:sldMkLst>
          <pc:docMk/>
          <pc:sldMk cId="26968918" sldId="271"/>
        </pc:sldMkLst>
      </pc:sldChg>
      <pc:sldChg chg="modSp new mod">
        <pc:chgData name="Rajarajeshwari S" userId="e4d90711455572c4" providerId="LiveId" clId="{CCD4E902-00B9-4B30-B952-A9A7A2B9871A}" dt="2025-12-10T03:09:59.579" v="381" actId="12"/>
        <pc:sldMkLst>
          <pc:docMk/>
          <pc:sldMk cId="1738168809" sldId="275"/>
        </pc:sldMkLst>
        <pc:spChg chg="mod">
          <ac:chgData name="Rajarajeshwari S" userId="e4d90711455572c4" providerId="LiveId" clId="{CCD4E902-00B9-4B30-B952-A9A7A2B9871A}" dt="2025-12-10T03:09:59.579" v="381" actId="12"/>
          <ac:spMkLst>
            <pc:docMk/>
            <pc:sldMk cId="1738168809" sldId="275"/>
            <ac:spMk id="3" creationId="{17804C56-B96A-65B1-AFCB-BA85A993A868}"/>
          </ac:spMkLst>
        </pc:spChg>
      </pc:sldChg>
      <pc:sldChg chg="modSp new mod">
        <pc:chgData name="Rajarajeshwari S" userId="e4d90711455572c4" providerId="LiveId" clId="{CCD4E902-00B9-4B30-B952-A9A7A2B9871A}" dt="2025-12-10T03:11:52.258" v="385" actId="113"/>
        <pc:sldMkLst>
          <pc:docMk/>
          <pc:sldMk cId="2019997074" sldId="276"/>
        </pc:sldMkLst>
        <pc:spChg chg="mod">
          <ac:chgData name="Rajarajeshwari S" userId="e4d90711455572c4" providerId="LiveId" clId="{CCD4E902-00B9-4B30-B952-A9A7A2B9871A}" dt="2025-12-10T03:11:52.258" v="385" actId="113"/>
          <ac:spMkLst>
            <pc:docMk/>
            <pc:sldMk cId="2019997074" sldId="276"/>
            <ac:spMk id="3" creationId="{C5A7D30B-96C5-C09C-B927-6929011F5839}"/>
          </ac:spMkLst>
        </pc:spChg>
      </pc:sldChg>
      <pc:sldChg chg="modSp new mod">
        <pc:chgData name="Rajarajeshwari S" userId="e4d90711455572c4" providerId="LiveId" clId="{CCD4E902-00B9-4B30-B952-A9A7A2B9871A}" dt="2025-12-10T03:13:57.131" v="390"/>
        <pc:sldMkLst>
          <pc:docMk/>
          <pc:sldMk cId="598685181" sldId="283"/>
        </pc:sldMkLst>
        <pc:spChg chg="mod">
          <ac:chgData name="Rajarajeshwari S" userId="e4d90711455572c4" providerId="LiveId" clId="{CCD4E902-00B9-4B30-B952-A9A7A2B9871A}" dt="2025-12-10T03:13:57.131" v="390"/>
          <ac:spMkLst>
            <pc:docMk/>
            <pc:sldMk cId="598685181" sldId="283"/>
            <ac:spMk id="3" creationId="{19427CFD-4C22-D2EC-9397-3CC4102901C7}"/>
          </ac:spMkLst>
        </pc:spChg>
      </pc:sldChg>
      <pc:sldChg chg="modSp new mod">
        <pc:chgData name="Rajarajeshwari S" userId="e4d90711455572c4" providerId="LiveId" clId="{CCD4E902-00B9-4B30-B952-A9A7A2B9871A}" dt="2025-12-10T03:16:02.403" v="401" actId="113"/>
        <pc:sldMkLst>
          <pc:docMk/>
          <pc:sldMk cId="1467277782" sldId="287"/>
        </pc:sldMkLst>
        <pc:spChg chg="mod">
          <ac:chgData name="Rajarajeshwari S" userId="e4d90711455572c4" providerId="LiveId" clId="{CCD4E902-00B9-4B30-B952-A9A7A2B9871A}" dt="2025-12-10T03:16:02.403" v="401" actId="113"/>
          <ac:spMkLst>
            <pc:docMk/>
            <pc:sldMk cId="1467277782" sldId="287"/>
            <ac:spMk id="3" creationId="{C208CBE3-C59C-1D49-AFE5-4869B172C5C9}"/>
          </ac:spMkLst>
        </pc:spChg>
      </pc:sldChg>
      <pc:sldChg chg="modSp new mod">
        <pc:chgData name="Rajarajeshwari S" userId="e4d90711455572c4" providerId="LiveId" clId="{CCD4E902-00B9-4B30-B952-A9A7A2B9871A}" dt="2025-12-10T03:16:56.868" v="404" actId="20577"/>
        <pc:sldMkLst>
          <pc:docMk/>
          <pc:sldMk cId="1617464054" sldId="288"/>
        </pc:sldMkLst>
        <pc:spChg chg="mod">
          <ac:chgData name="Rajarajeshwari S" userId="e4d90711455572c4" providerId="LiveId" clId="{CCD4E902-00B9-4B30-B952-A9A7A2B9871A}" dt="2025-12-10T03:16:56.868" v="404" actId="20577"/>
          <ac:spMkLst>
            <pc:docMk/>
            <pc:sldMk cId="1617464054" sldId="288"/>
            <ac:spMk id="3" creationId="{1EABC372-2182-6113-15AD-87035C3AB6FD}"/>
          </ac:spMkLst>
        </pc:spChg>
      </pc:sldChg>
      <pc:sldChg chg="modSp add mod">
        <pc:chgData name="Rajarajeshwari S" userId="e4d90711455572c4" providerId="LiveId" clId="{CCD4E902-00B9-4B30-B952-A9A7A2B9871A}" dt="2025-12-10T03:17:07.987" v="406" actId="20577"/>
        <pc:sldMkLst>
          <pc:docMk/>
          <pc:sldMk cId="2239263849" sldId="289"/>
        </pc:sldMkLst>
        <pc:spChg chg="mod">
          <ac:chgData name="Rajarajeshwari S" userId="e4d90711455572c4" providerId="LiveId" clId="{CCD4E902-00B9-4B30-B952-A9A7A2B9871A}" dt="2025-12-10T03:17:07.987" v="406" actId="20577"/>
          <ac:spMkLst>
            <pc:docMk/>
            <pc:sldMk cId="2239263849" sldId="289"/>
            <ac:spMk id="3" creationId="{911AC622-E1EA-B90F-5543-0392626A3145}"/>
          </ac:spMkLst>
        </pc:spChg>
      </pc:sldChg>
      <pc:sldChg chg="modSp add mod">
        <pc:chgData name="Rajarajeshwari S" userId="e4d90711455572c4" providerId="LiveId" clId="{CCD4E902-00B9-4B30-B952-A9A7A2B9871A}" dt="2025-12-10T03:17:23.722" v="408" actId="20577"/>
        <pc:sldMkLst>
          <pc:docMk/>
          <pc:sldMk cId="3433132209" sldId="290"/>
        </pc:sldMkLst>
        <pc:spChg chg="mod">
          <ac:chgData name="Rajarajeshwari S" userId="e4d90711455572c4" providerId="LiveId" clId="{CCD4E902-00B9-4B30-B952-A9A7A2B9871A}" dt="2025-12-10T03:17:23.722" v="408" actId="20577"/>
          <ac:spMkLst>
            <pc:docMk/>
            <pc:sldMk cId="3433132209" sldId="290"/>
            <ac:spMk id="3" creationId="{2B8D8403-B076-074E-D33F-1982C9483339}"/>
          </ac:spMkLst>
        </pc:spChg>
      </pc:sldChg>
      <pc:sldChg chg="modSp add mod">
        <pc:chgData name="Rajarajeshwari S" userId="e4d90711455572c4" providerId="LiveId" clId="{CCD4E902-00B9-4B30-B952-A9A7A2B9871A}" dt="2025-12-10T03:19:23.578" v="410" actId="20577"/>
        <pc:sldMkLst>
          <pc:docMk/>
          <pc:sldMk cId="2728725919" sldId="291"/>
        </pc:sldMkLst>
        <pc:spChg chg="mod">
          <ac:chgData name="Rajarajeshwari S" userId="e4d90711455572c4" providerId="LiveId" clId="{CCD4E902-00B9-4B30-B952-A9A7A2B9871A}" dt="2025-12-10T03:19:23.578" v="410" actId="20577"/>
          <ac:spMkLst>
            <pc:docMk/>
            <pc:sldMk cId="2728725919" sldId="291"/>
            <ac:spMk id="3" creationId="{75EC4CD6-6EB7-2FA0-AD5F-C07535F1232A}"/>
          </ac:spMkLst>
        </pc:spChg>
      </pc:sldChg>
      <pc:sldChg chg="modSp mod">
        <pc:chgData name="Rajarajeshwari S" userId="e4d90711455572c4" providerId="LiveId" clId="{CCD4E902-00B9-4B30-B952-A9A7A2B9871A}" dt="2026-01-09T09:09:28.454" v="4088" actId="27636"/>
        <pc:sldMkLst>
          <pc:docMk/>
          <pc:sldMk cId="14922868" sldId="292"/>
        </pc:sldMkLst>
        <pc:spChg chg="mod">
          <ac:chgData name="Rajarajeshwari S" userId="e4d90711455572c4" providerId="LiveId" clId="{CCD4E902-00B9-4B30-B952-A9A7A2B9871A}" dt="2026-01-09T09:09:28.454" v="4088" actId="27636"/>
          <ac:spMkLst>
            <pc:docMk/>
            <pc:sldMk cId="14922868" sldId="292"/>
            <ac:spMk id="3" creationId="{5FA6222E-9B6D-352B-B45A-EEAFD0855B23}"/>
          </ac:spMkLst>
        </pc:spChg>
      </pc:sldChg>
      <pc:sldChg chg="modSp new mod">
        <pc:chgData name="Rajarajeshwari S" userId="e4d90711455572c4" providerId="LiveId" clId="{CCD4E902-00B9-4B30-B952-A9A7A2B9871A}" dt="2025-12-15T03:21:43.282" v="520" actId="27636"/>
        <pc:sldMkLst>
          <pc:docMk/>
          <pc:sldMk cId="2339448916" sldId="293"/>
        </pc:sldMkLst>
        <pc:spChg chg="mod">
          <ac:chgData name="Rajarajeshwari S" userId="e4d90711455572c4" providerId="LiveId" clId="{CCD4E902-00B9-4B30-B952-A9A7A2B9871A}" dt="2025-12-15T03:21:20.292" v="515" actId="20577"/>
          <ac:spMkLst>
            <pc:docMk/>
            <pc:sldMk cId="2339448916" sldId="293"/>
            <ac:spMk id="2" creationId="{62E6FF1A-E02B-6BC6-2942-60BB8400FB91}"/>
          </ac:spMkLst>
        </pc:spChg>
        <pc:spChg chg="mod">
          <ac:chgData name="Rajarajeshwari S" userId="e4d90711455572c4" providerId="LiveId" clId="{CCD4E902-00B9-4B30-B952-A9A7A2B9871A}" dt="2025-12-15T03:21:43.282" v="520" actId="27636"/>
          <ac:spMkLst>
            <pc:docMk/>
            <pc:sldMk cId="2339448916" sldId="293"/>
            <ac:spMk id="3" creationId="{763E1D56-9700-A195-5854-6D341F616947}"/>
          </ac:spMkLst>
        </pc:spChg>
      </pc:sldChg>
      <pc:sldChg chg="addSp modSp new mod">
        <pc:chgData name="Rajarajeshwari S" userId="e4d90711455572c4" providerId="LiveId" clId="{CCD4E902-00B9-4B30-B952-A9A7A2B9871A}" dt="2025-12-10T03:50:03.185" v="429" actId="1076"/>
        <pc:sldMkLst>
          <pc:docMk/>
          <pc:sldMk cId="3154959409" sldId="294"/>
        </pc:sldMkLst>
        <pc:spChg chg="mod">
          <ac:chgData name="Rajarajeshwari S" userId="e4d90711455572c4" providerId="LiveId" clId="{CCD4E902-00B9-4B30-B952-A9A7A2B9871A}" dt="2025-12-10T03:49:47.176" v="426" actId="27636"/>
          <ac:spMkLst>
            <pc:docMk/>
            <pc:sldMk cId="3154959409" sldId="294"/>
            <ac:spMk id="2" creationId="{33AC5A8E-CB88-E8E9-7E45-90EFCF7F08B4}"/>
          </ac:spMkLst>
        </pc:spChg>
        <pc:spChg chg="add mod">
          <ac:chgData name="Rajarajeshwari S" userId="e4d90711455572c4" providerId="LiveId" clId="{CCD4E902-00B9-4B30-B952-A9A7A2B9871A}" dt="2025-12-10T03:49:47.160" v="425"/>
          <ac:spMkLst>
            <pc:docMk/>
            <pc:sldMk cId="3154959409" sldId="294"/>
            <ac:spMk id="6" creationId="{AFBC8153-88FA-802E-66A6-53DEEA0E6E16}"/>
          </ac:spMkLst>
        </pc:spChg>
        <pc:picChg chg="add mod">
          <ac:chgData name="Rajarajeshwari S" userId="e4d90711455572c4" providerId="LiveId" clId="{CCD4E902-00B9-4B30-B952-A9A7A2B9871A}" dt="2025-12-10T03:50:03.185" v="429" actId="1076"/>
          <ac:picMkLst>
            <pc:docMk/>
            <pc:sldMk cId="3154959409" sldId="294"/>
            <ac:picMk id="7" creationId="{580F3FEC-FEC2-8559-E083-C5B15B5A90E1}"/>
          </ac:picMkLst>
        </pc:picChg>
        <pc:picChg chg="add mod">
          <ac:chgData name="Rajarajeshwari S" userId="e4d90711455572c4" providerId="LiveId" clId="{CCD4E902-00B9-4B30-B952-A9A7A2B9871A}" dt="2025-12-10T03:50:03.185" v="429" actId="1076"/>
          <ac:picMkLst>
            <pc:docMk/>
            <pc:sldMk cId="3154959409" sldId="294"/>
            <ac:picMk id="8" creationId="{B67868A6-6EBB-59AE-FA3C-DEACE9F6AB3F}"/>
          </ac:picMkLst>
        </pc:picChg>
        <pc:picChg chg="add mod">
          <ac:chgData name="Rajarajeshwari S" userId="e4d90711455572c4" providerId="LiveId" clId="{CCD4E902-00B9-4B30-B952-A9A7A2B9871A}" dt="2025-12-10T03:50:03.185" v="429" actId="1076"/>
          <ac:picMkLst>
            <pc:docMk/>
            <pc:sldMk cId="3154959409" sldId="294"/>
            <ac:picMk id="9" creationId="{6C5427CB-D22E-108F-177D-BED962D944D0}"/>
          </ac:picMkLst>
        </pc:picChg>
      </pc:sldChg>
      <pc:sldChg chg="addSp modSp new mod">
        <pc:chgData name="Rajarajeshwari S" userId="e4d90711455572c4" providerId="LiveId" clId="{CCD4E902-00B9-4B30-B952-A9A7A2B9871A}" dt="2025-12-10T03:50:35.525" v="435" actId="1076"/>
        <pc:sldMkLst>
          <pc:docMk/>
          <pc:sldMk cId="2455531502" sldId="295"/>
        </pc:sldMkLst>
        <pc:spChg chg="mod">
          <ac:chgData name="Rajarajeshwari S" userId="e4d90711455572c4" providerId="LiveId" clId="{CCD4E902-00B9-4B30-B952-A9A7A2B9871A}" dt="2025-12-10T03:50:31.597" v="432" actId="27636"/>
          <ac:spMkLst>
            <pc:docMk/>
            <pc:sldMk cId="2455531502" sldId="295"/>
            <ac:spMk id="2" creationId="{2FF69D1A-E12A-ED20-4191-7BE7331ECA06}"/>
          </ac:spMkLst>
        </pc:spChg>
        <pc:picChg chg="add mod">
          <ac:chgData name="Rajarajeshwari S" userId="e4d90711455572c4" providerId="LiveId" clId="{CCD4E902-00B9-4B30-B952-A9A7A2B9871A}" dt="2025-12-10T03:50:35.525" v="435" actId="1076"/>
          <ac:picMkLst>
            <pc:docMk/>
            <pc:sldMk cId="2455531502" sldId="295"/>
            <ac:picMk id="4" creationId="{5108E148-5575-1BFF-988B-536C75511E17}"/>
          </ac:picMkLst>
        </pc:picChg>
      </pc:sldChg>
      <pc:sldChg chg="modSp new mod">
        <pc:chgData name="Rajarajeshwari S" userId="e4d90711455572c4" providerId="LiveId" clId="{CCD4E902-00B9-4B30-B952-A9A7A2B9871A}" dt="2025-12-10T03:53:15.494" v="439" actId="27636"/>
        <pc:sldMkLst>
          <pc:docMk/>
          <pc:sldMk cId="3579318936" sldId="296"/>
        </pc:sldMkLst>
        <pc:spChg chg="mod">
          <ac:chgData name="Rajarajeshwari S" userId="e4d90711455572c4" providerId="LiveId" clId="{CCD4E902-00B9-4B30-B952-A9A7A2B9871A}" dt="2025-12-10T03:53:15.494" v="439" actId="27636"/>
          <ac:spMkLst>
            <pc:docMk/>
            <pc:sldMk cId="3579318936" sldId="296"/>
            <ac:spMk id="2" creationId="{00B063BA-89F5-FE8E-689E-835893FB2106}"/>
          </ac:spMkLst>
        </pc:spChg>
      </pc:sldChg>
      <pc:sldChg chg="modSp add mod">
        <pc:chgData name="Rajarajeshwari S" userId="e4d90711455572c4" providerId="LiveId" clId="{CCD4E902-00B9-4B30-B952-A9A7A2B9871A}" dt="2025-12-10T03:53:17.579" v="440" actId="1076"/>
        <pc:sldMkLst>
          <pc:docMk/>
          <pc:sldMk cId="0" sldId="311"/>
        </pc:sldMkLst>
        <pc:spChg chg="mod">
          <ac:chgData name="Rajarajeshwari S" userId="e4d90711455572c4" providerId="LiveId" clId="{CCD4E902-00B9-4B30-B952-A9A7A2B9871A}" dt="2025-12-10T03:53:15.478" v="438" actId="27636"/>
          <ac:spMkLst>
            <pc:docMk/>
            <pc:sldMk cId="0" sldId="311"/>
            <ac:spMk id="2" creationId="{00000000-0000-0000-0000-000000000000}"/>
          </ac:spMkLst>
        </pc:spChg>
        <pc:picChg chg="mod">
          <ac:chgData name="Rajarajeshwari S" userId="e4d90711455572c4" providerId="LiveId" clId="{CCD4E902-00B9-4B30-B952-A9A7A2B9871A}" dt="2025-12-10T03:53:17.579" v="440" actId="1076"/>
          <ac:picMkLst>
            <pc:docMk/>
            <pc:sldMk cId="0" sldId="311"/>
            <ac:picMk id="1026" creationId="{00000000-0000-0000-0000-000000000000}"/>
          </ac:picMkLst>
        </pc:picChg>
      </pc:sldChg>
      <pc:sldChg chg="addSp modSp new mod">
        <pc:chgData name="Rajarajeshwari S" userId="e4d90711455572c4" providerId="LiveId" clId="{CCD4E902-00B9-4B30-B952-A9A7A2B9871A}" dt="2025-12-10T03:53:40.875" v="446" actId="14100"/>
        <pc:sldMkLst>
          <pc:docMk/>
          <pc:sldMk cId="3056165226" sldId="312"/>
        </pc:sldMkLst>
        <pc:spChg chg="mod">
          <ac:chgData name="Rajarajeshwari S" userId="e4d90711455572c4" providerId="LiveId" clId="{CCD4E902-00B9-4B30-B952-A9A7A2B9871A}" dt="2025-12-10T03:53:34.957" v="443" actId="27636"/>
          <ac:spMkLst>
            <pc:docMk/>
            <pc:sldMk cId="3056165226" sldId="312"/>
            <ac:spMk id="2" creationId="{246F2D16-FF41-6F9A-6E8A-D127C19F1B0F}"/>
          </ac:spMkLst>
        </pc:spChg>
        <pc:picChg chg="add mod">
          <ac:chgData name="Rajarajeshwari S" userId="e4d90711455572c4" providerId="LiveId" clId="{CCD4E902-00B9-4B30-B952-A9A7A2B9871A}" dt="2025-12-10T03:53:40.875" v="446" actId="14100"/>
          <ac:picMkLst>
            <pc:docMk/>
            <pc:sldMk cId="3056165226" sldId="312"/>
            <ac:picMk id="4" creationId="{D900503F-6CEA-3B73-EE11-6DF67D7F3DE7}"/>
          </ac:picMkLst>
        </pc:picChg>
      </pc:sldChg>
      <pc:sldChg chg="modSp new mod">
        <pc:chgData name="Rajarajeshwari S" userId="e4d90711455572c4" providerId="LiveId" clId="{CCD4E902-00B9-4B30-B952-A9A7A2B9871A}" dt="2025-12-10T03:54:31.406" v="474" actId="20577"/>
        <pc:sldMkLst>
          <pc:docMk/>
          <pc:sldMk cId="577583586" sldId="313"/>
        </pc:sldMkLst>
        <pc:spChg chg="mod">
          <ac:chgData name="Rajarajeshwari S" userId="e4d90711455572c4" providerId="LiveId" clId="{CCD4E902-00B9-4B30-B952-A9A7A2B9871A}" dt="2025-12-10T03:54:31.406" v="474" actId="20577"/>
          <ac:spMkLst>
            <pc:docMk/>
            <pc:sldMk cId="577583586" sldId="313"/>
            <ac:spMk id="2" creationId="{C98EE6E5-B8C0-B338-CA37-2080D32B36B1}"/>
          </ac:spMkLst>
        </pc:spChg>
        <pc:spChg chg="mod">
          <ac:chgData name="Rajarajeshwari S" userId="e4d90711455572c4" providerId="LiveId" clId="{CCD4E902-00B9-4B30-B952-A9A7A2B9871A}" dt="2025-12-10T03:54:23.156" v="448"/>
          <ac:spMkLst>
            <pc:docMk/>
            <pc:sldMk cId="577583586" sldId="313"/>
            <ac:spMk id="3" creationId="{BB435979-5D41-249D-7764-69F27DCF3CA1}"/>
          </ac:spMkLst>
        </pc:spChg>
      </pc:sldChg>
      <pc:sldChg chg="modSp new mod">
        <pc:chgData name="Rajarajeshwari S" userId="e4d90711455572c4" providerId="LiveId" clId="{CCD4E902-00B9-4B30-B952-A9A7A2B9871A}" dt="2025-12-15T03:22:19.261" v="536" actId="27636"/>
        <pc:sldMkLst>
          <pc:docMk/>
          <pc:sldMk cId="1871634175" sldId="314"/>
        </pc:sldMkLst>
        <pc:spChg chg="mod">
          <ac:chgData name="Rajarajeshwari S" userId="e4d90711455572c4" providerId="LiveId" clId="{CCD4E902-00B9-4B30-B952-A9A7A2B9871A}" dt="2025-12-15T03:22:03.649" v="528" actId="20577"/>
          <ac:spMkLst>
            <pc:docMk/>
            <pc:sldMk cId="1871634175" sldId="314"/>
            <ac:spMk id="2" creationId="{E909C17E-1F86-D2DA-D88F-D679E19CA900}"/>
          </ac:spMkLst>
        </pc:spChg>
        <pc:spChg chg="mod">
          <ac:chgData name="Rajarajeshwari S" userId="e4d90711455572c4" providerId="LiveId" clId="{CCD4E902-00B9-4B30-B952-A9A7A2B9871A}" dt="2025-12-15T03:22:19.261" v="536" actId="27636"/>
          <ac:spMkLst>
            <pc:docMk/>
            <pc:sldMk cId="1871634175" sldId="314"/>
            <ac:spMk id="3" creationId="{9D52E047-3AEE-78D2-33DA-56BC2AAD6866}"/>
          </ac:spMkLst>
        </pc:spChg>
      </pc:sldChg>
      <pc:sldChg chg="addSp delSp modSp new mod">
        <pc:chgData name="Rajarajeshwari S" userId="e4d90711455572c4" providerId="LiveId" clId="{CCD4E902-00B9-4B30-B952-A9A7A2B9871A}" dt="2025-12-15T03:23:19.690" v="551"/>
        <pc:sldMkLst>
          <pc:docMk/>
          <pc:sldMk cId="706511344" sldId="315"/>
        </pc:sldMkLst>
        <pc:spChg chg="mod">
          <ac:chgData name="Rajarajeshwari S" userId="e4d90711455572c4" providerId="LiveId" clId="{CCD4E902-00B9-4B30-B952-A9A7A2B9871A}" dt="2025-12-15T03:23:19.690" v="551"/>
          <ac:spMkLst>
            <pc:docMk/>
            <pc:sldMk cId="706511344" sldId="315"/>
            <ac:spMk id="2" creationId="{DE119DD4-E34A-8EC5-B49F-80537674E369}"/>
          </ac:spMkLst>
        </pc:spChg>
        <pc:graphicFrameChg chg="add mod modGraphic">
          <ac:chgData name="Rajarajeshwari S" userId="e4d90711455572c4" providerId="LiveId" clId="{CCD4E902-00B9-4B30-B952-A9A7A2B9871A}" dt="2025-12-15T03:23:09.069" v="550" actId="14100"/>
          <ac:graphicFrameMkLst>
            <pc:docMk/>
            <pc:sldMk cId="706511344" sldId="315"/>
            <ac:graphicFrameMk id="4" creationId="{C65E9958-7940-67D0-7024-6CDDFD2E3A72}"/>
          </ac:graphicFrameMkLst>
        </pc:graphicFrameChg>
      </pc:sldChg>
      <pc:sldChg chg="addSp modSp new mod">
        <pc:chgData name="Rajarajeshwari S" userId="e4d90711455572c4" providerId="LiveId" clId="{CCD4E902-00B9-4B30-B952-A9A7A2B9871A}" dt="2025-12-15T03:24:03.828" v="564" actId="14100"/>
        <pc:sldMkLst>
          <pc:docMk/>
          <pc:sldMk cId="1928169281" sldId="316"/>
        </pc:sldMkLst>
        <pc:spChg chg="mod">
          <ac:chgData name="Rajarajeshwari S" userId="e4d90711455572c4" providerId="LiveId" clId="{CCD4E902-00B9-4B30-B952-A9A7A2B9871A}" dt="2025-12-15T03:23:39.786" v="554" actId="27636"/>
          <ac:spMkLst>
            <pc:docMk/>
            <pc:sldMk cId="1928169281" sldId="316"/>
            <ac:spMk id="2" creationId="{F5C47D5E-E50D-1C4C-EBD1-15D6894789D7}"/>
          </ac:spMkLst>
        </pc:spChg>
        <pc:spChg chg="mod">
          <ac:chgData name="Rajarajeshwari S" userId="e4d90711455572c4" providerId="LiveId" clId="{CCD4E902-00B9-4B30-B952-A9A7A2B9871A}" dt="2025-12-15T03:23:48.006" v="559" actId="20577"/>
          <ac:spMkLst>
            <pc:docMk/>
            <pc:sldMk cId="1928169281" sldId="316"/>
            <ac:spMk id="3" creationId="{E28B39AD-DD7C-71B4-E236-90CC0E8C5982}"/>
          </ac:spMkLst>
        </pc:spChg>
        <pc:picChg chg="add mod">
          <ac:chgData name="Rajarajeshwari S" userId="e4d90711455572c4" providerId="LiveId" clId="{CCD4E902-00B9-4B30-B952-A9A7A2B9871A}" dt="2025-12-15T03:24:03.828" v="564" actId="14100"/>
          <ac:picMkLst>
            <pc:docMk/>
            <pc:sldMk cId="1928169281" sldId="316"/>
            <ac:picMk id="5" creationId="{C6E65A67-E67B-429C-9A68-BC3EC4C7DE00}"/>
          </ac:picMkLst>
        </pc:picChg>
      </pc:sldChg>
      <pc:sldChg chg="modSp new mod">
        <pc:chgData name="Rajarajeshwari S" userId="e4d90711455572c4" providerId="LiveId" clId="{CCD4E902-00B9-4B30-B952-A9A7A2B9871A}" dt="2025-12-15T03:24:24.227" v="570" actId="20577"/>
        <pc:sldMkLst>
          <pc:docMk/>
          <pc:sldMk cId="3740561356" sldId="317"/>
        </pc:sldMkLst>
        <pc:spChg chg="mod">
          <ac:chgData name="Rajarajeshwari S" userId="e4d90711455572c4" providerId="LiveId" clId="{CCD4E902-00B9-4B30-B952-A9A7A2B9871A}" dt="2025-12-15T03:24:24.227" v="570" actId="20577"/>
          <ac:spMkLst>
            <pc:docMk/>
            <pc:sldMk cId="3740561356" sldId="317"/>
            <ac:spMk id="2" creationId="{967DCC12-B496-87D0-2FA2-3DBB00D59186}"/>
          </ac:spMkLst>
        </pc:spChg>
        <pc:spChg chg="mod">
          <ac:chgData name="Rajarajeshwari S" userId="e4d90711455572c4" providerId="LiveId" clId="{CCD4E902-00B9-4B30-B952-A9A7A2B9871A}" dt="2025-12-15T03:24:21.645" v="568" actId="21"/>
          <ac:spMkLst>
            <pc:docMk/>
            <pc:sldMk cId="3740561356" sldId="317"/>
            <ac:spMk id="3" creationId="{95221A93-1538-48BA-426C-433DEEDFB534}"/>
          </ac:spMkLst>
        </pc:spChg>
      </pc:sldChg>
      <pc:sldChg chg="addSp modSp new mod">
        <pc:chgData name="Rajarajeshwari S" userId="e4d90711455572c4" providerId="LiveId" clId="{CCD4E902-00B9-4B30-B952-A9A7A2B9871A}" dt="2025-12-15T03:25:25.466" v="589" actId="1076"/>
        <pc:sldMkLst>
          <pc:docMk/>
          <pc:sldMk cId="2756828346" sldId="318"/>
        </pc:sldMkLst>
        <pc:spChg chg="mod">
          <ac:chgData name="Rajarajeshwari S" userId="e4d90711455572c4" providerId="LiveId" clId="{CCD4E902-00B9-4B30-B952-A9A7A2B9871A}" dt="2025-12-15T03:24:37.939" v="573" actId="27636"/>
          <ac:spMkLst>
            <pc:docMk/>
            <pc:sldMk cId="2756828346" sldId="318"/>
            <ac:spMk id="2" creationId="{804A90D6-46A1-6095-6B24-2A27C88F0B44}"/>
          </ac:spMkLst>
        </pc:spChg>
        <pc:spChg chg="mod">
          <ac:chgData name="Rajarajeshwari S" userId="e4d90711455572c4" providerId="LiveId" clId="{CCD4E902-00B9-4B30-B952-A9A7A2B9871A}" dt="2025-12-15T03:25:11.675" v="585" actId="27636"/>
          <ac:spMkLst>
            <pc:docMk/>
            <pc:sldMk cId="2756828346" sldId="318"/>
            <ac:spMk id="3" creationId="{3A74E0EF-E450-F935-1087-E85978C1A6C7}"/>
          </ac:spMkLst>
        </pc:spChg>
        <pc:picChg chg="add mod">
          <ac:chgData name="Rajarajeshwari S" userId="e4d90711455572c4" providerId="LiveId" clId="{CCD4E902-00B9-4B30-B952-A9A7A2B9871A}" dt="2025-12-15T03:25:25.466" v="589" actId="1076"/>
          <ac:picMkLst>
            <pc:docMk/>
            <pc:sldMk cId="2756828346" sldId="318"/>
            <ac:picMk id="5" creationId="{90711893-5E0C-83D1-5EA3-45D3D09DCC3A}"/>
          </ac:picMkLst>
        </pc:picChg>
      </pc:sldChg>
      <pc:sldChg chg="modSp new mod">
        <pc:chgData name="Rajarajeshwari S" userId="e4d90711455572c4" providerId="LiveId" clId="{CCD4E902-00B9-4B30-B952-A9A7A2B9871A}" dt="2025-12-15T03:25:47.729" v="595" actId="20577"/>
        <pc:sldMkLst>
          <pc:docMk/>
          <pc:sldMk cId="3367641835" sldId="319"/>
        </pc:sldMkLst>
        <pc:spChg chg="mod">
          <ac:chgData name="Rajarajeshwari S" userId="e4d90711455572c4" providerId="LiveId" clId="{CCD4E902-00B9-4B30-B952-A9A7A2B9871A}" dt="2025-12-15T03:25:42.619" v="592" actId="27636"/>
          <ac:spMkLst>
            <pc:docMk/>
            <pc:sldMk cId="3367641835" sldId="319"/>
            <ac:spMk id="2" creationId="{0DB730FB-172D-FF7D-214F-F66F280A9CC6}"/>
          </ac:spMkLst>
        </pc:spChg>
        <pc:spChg chg="mod">
          <ac:chgData name="Rajarajeshwari S" userId="e4d90711455572c4" providerId="LiveId" clId="{CCD4E902-00B9-4B30-B952-A9A7A2B9871A}" dt="2025-12-15T03:25:47.729" v="595" actId="20577"/>
          <ac:spMkLst>
            <pc:docMk/>
            <pc:sldMk cId="3367641835" sldId="319"/>
            <ac:spMk id="3" creationId="{0BCC9A70-5C5E-9BCD-CEAF-D1C58973406D}"/>
          </ac:spMkLst>
        </pc:spChg>
      </pc:sldChg>
      <pc:sldChg chg="modSp new mod">
        <pc:chgData name="Rajarajeshwari S" userId="e4d90711455572c4" providerId="LiveId" clId="{CCD4E902-00B9-4B30-B952-A9A7A2B9871A}" dt="2025-12-15T03:26:03.467" v="600" actId="20577"/>
        <pc:sldMkLst>
          <pc:docMk/>
          <pc:sldMk cId="729665781" sldId="320"/>
        </pc:sldMkLst>
        <pc:spChg chg="mod">
          <ac:chgData name="Rajarajeshwari S" userId="e4d90711455572c4" providerId="LiveId" clId="{CCD4E902-00B9-4B30-B952-A9A7A2B9871A}" dt="2025-12-15T03:26:00.534" v="598" actId="27636"/>
          <ac:spMkLst>
            <pc:docMk/>
            <pc:sldMk cId="729665781" sldId="320"/>
            <ac:spMk id="2" creationId="{6EF767E8-7DB5-2BD4-95ED-4F6540F525C0}"/>
          </ac:spMkLst>
        </pc:spChg>
        <pc:spChg chg="mod">
          <ac:chgData name="Rajarajeshwari S" userId="e4d90711455572c4" providerId="LiveId" clId="{CCD4E902-00B9-4B30-B952-A9A7A2B9871A}" dt="2025-12-15T03:26:03.467" v="600" actId="20577"/>
          <ac:spMkLst>
            <pc:docMk/>
            <pc:sldMk cId="729665781" sldId="320"/>
            <ac:spMk id="3" creationId="{C0F875DD-492F-4295-37EC-E7B11F80FF51}"/>
          </ac:spMkLst>
        </pc:spChg>
      </pc:sldChg>
      <pc:sldChg chg="modSp new mod">
        <pc:chgData name="Rajarajeshwari S" userId="e4d90711455572c4" providerId="LiveId" clId="{CCD4E902-00B9-4B30-B952-A9A7A2B9871A}" dt="2025-12-15T03:27:04.744" v="623" actId="113"/>
        <pc:sldMkLst>
          <pc:docMk/>
          <pc:sldMk cId="1867148689" sldId="321"/>
        </pc:sldMkLst>
        <pc:spChg chg="mod">
          <ac:chgData name="Rajarajeshwari S" userId="e4d90711455572c4" providerId="LiveId" clId="{CCD4E902-00B9-4B30-B952-A9A7A2B9871A}" dt="2025-12-15T03:26:13.967" v="603" actId="27636"/>
          <ac:spMkLst>
            <pc:docMk/>
            <pc:sldMk cId="1867148689" sldId="321"/>
            <ac:spMk id="2" creationId="{A4B0DEB4-D3F3-3BCE-FA72-8F90B2B0184A}"/>
          </ac:spMkLst>
        </pc:spChg>
        <pc:spChg chg="mod">
          <ac:chgData name="Rajarajeshwari S" userId="e4d90711455572c4" providerId="LiveId" clId="{CCD4E902-00B9-4B30-B952-A9A7A2B9871A}" dt="2025-12-15T03:27:04.744" v="623" actId="113"/>
          <ac:spMkLst>
            <pc:docMk/>
            <pc:sldMk cId="1867148689" sldId="321"/>
            <ac:spMk id="3" creationId="{EF248CDC-BA5A-D4D1-B027-707981053346}"/>
          </ac:spMkLst>
        </pc:spChg>
      </pc:sldChg>
      <pc:sldChg chg="addSp modSp new mod">
        <pc:chgData name="Rajarajeshwari S" userId="e4d90711455572c4" providerId="LiveId" clId="{CCD4E902-00B9-4B30-B952-A9A7A2B9871A}" dt="2025-12-15T03:27:38.150" v="634" actId="1076"/>
        <pc:sldMkLst>
          <pc:docMk/>
          <pc:sldMk cId="4001444448" sldId="322"/>
        </pc:sldMkLst>
        <pc:spChg chg="mod">
          <ac:chgData name="Rajarajeshwari S" userId="e4d90711455572c4" providerId="LiveId" clId="{CCD4E902-00B9-4B30-B952-A9A7A2B9871A}" dt="2025-12-15T03:27:19.697" v="626" actId="27636"/>
          <ac:spMkLst>
            <pc:docMk/>
            <pc:sldMk cId="4001444448" sldId="322"/>
            <ac:spMk id="2" creationId="{FF0AE95D-4DEC-A7A8-22C3-E86066B9C10F}"/>
          </ac:spMkLst>
        </pc:spChg>
        <pc:spChg chg="mod">
          <ac:chgData name="Rajarajeshwari S" userId="e4d90711455572c4" providerId="LiveId" clId="{CCD4E902-00B9-4B30-B952-A9A7A2B9871A}" dt="2025-12-15T03:27:24.850" v="630" actId="20577"/>
          <ac:spMkLst>
            <pc:docMk/>
            <pc:sldMk cId="4001444448" sldId="322"/>
            <ac:spMk id="3" creationId="{2155993F-B12D-6842-E27F-7C776DAACF85}"/>
          </ac:spMkLst>
        </pc:spChg>
        <pc:picChg chg="add mod">
          <ac:chgData name="Rajarajeshwari S" userId="e4d90711455572c4" providerId="LiveId" clId="{CCD4E902-00B9-4B30-B952-A9A7A2B9871A}" dt="2025-12-15T03:27:38.150" v="634" actId="1076"/>
          <ac:picMkLst>
            <pc:docMk/>
            <pc:sldMk cId="4001444448" sldId="322"/>
            <ac:picMk id="5" creationId="{A1986283-A774-DD22-0261-A15529C82417}"/>
          </ac:picMkLst>
        </pc:picChg>
      </pc:sldChg>
      <pc:sldChg chg="modSp new mod">
        <pc:chgData name="Rajarajeshwari S" userId="e4d90711455572c4" providerId="LiveId" clId="{CCD4E902-00B9-4B30-B952-A9A7A2B9871A}" dt="2025-12-15T03:27:54.096" v="639" actId="20577"/>
        <pc:sldMkLst>
          <pc:docMk/>
          <pc:sldMk cId="1777664666" sldId="323"/>
        </pc:sldMkLst>
        <pc:spChg chg="mod">
          <ac:chgData name="Rajarajeshwari S" userId="e4d90711455572c4" providerId="LiveId" clId="{CCD4E902-00B9-4B30-B952-A9A7A2B9871A}" dt="2025-12-15T03:27:51.698" v="637" actId="27636"/>
          <ac:spMkLst>
            <pc:docMk/>
            <pc:sldMk cId="1777664666" sldId="323"/>
            <ac:spMk id="2" creationId="{7A523BB1-2D4C-86ED-9459-EFC3045FFBFB}"/>
          </ac:spMkLst>
        </pc:spChg>
        <pc:spChg chg="mod">
          <ac:chgData name="Rajarajeshwari S" userId="e4d90711455572c4" providerId="LiveId" clId="{CCD4E902-00B9-4B30-B952-A9A7A2B9871A}" dt="2025-12-15T03:27:54.096" v="639" actId="20577"/>
          <ac:spMkLst>
            <pc:docMk/>
            <pc:sldMk cId="1777664666" sldId="323"/>
            <ac:spMk id="3" creationId="{AD1E579E-2BB0-5867-5CF8-21DD9BD6BEDC}"/>
          </ac:spMkLst>
        </pc:spChg>
      </pc:sldChg>
      <pc:sldChg chg="modSp new mod">
        <pc:chgData name="Rajarajeshwari S" userId="e4d90711455572c4" providerId="LiveId" clId="{CCD4E902-00B9-4B30-B952-A9A7A2B9871A}" dt="2025-12-15T03:28:44.337" v="703" actId="6549"/>
        <pc:sldMkLst>
          <pc:docMk/>
          <pc:sldMk cId="2164058110" sldId="324"/>
        </pc:sldMkLst>
        <pc:spChg chg="mod">
          <ac:chgData name="Rajarajeshwari S" userId="e4d90711455572c4" providerId="LiveId" clId="{CCD4E902-00B9-4B30-B952-A9A7A2B9871A}" dt="2025-12-15T03:28:07.217" v="642" actId="27636"/>
          <ac:spMkLst>
            <pc:docMk/>
            <pc:sldMk cId="2164058110" sldId="324"/>
            <ac:spMk id="2" creationId="{7D17A03B-D6FB-EECC-938B-6E0F10B5035A}"/>
          </ac:spMkLst>
        </pc:spChg>
        <pc:spChg chg="mod">
          <ac:chgData name="Rajarajeshwari S" userId="e4d90711455572c4" providerId="LiveId" clId="{CCD4E902-00B9-4B30-B952-A9A7A2B9871A}" dt="2025-12-15T03:28:44.337" v="703" actId="6549"/>
          <ac:spMkLst>
            <pc:docMk/>
            <pc:sldMk cId="2164058110" sldId="324"/>
            <ac:spMk id="3" creationId="{4248BBDA-B622-B80B-BB61-8A5325C2BF93}"/>
          </ac:spMkLst>
        </pc:spChg>
      </pc:sldChg>
      <pc:sldChg chg="modSp new mod">
        <pc:chgData name="Rajarajeshwari S" userId="e4d90711455572c4" providerId="LiveId" clId="{CCD4E902-00B9-4B30-B952-A9A7A2B9871A}" dt="2025-12-15T03:29:16.463" v="710" actId="20577"/>
        <pc:sldMkLst>
          <pc:docMk/>
          <pc:sldMk cId="592093893" sldId="325"/>
        </pc:sldMkLst>
        <pc:spChg chg="mod">
          <ac:chgData name="Rajarajeshwari S" userId="e4d90711455572c4" providerId="LiveId" clId="{CCD4E902-00B9-4B30-B952-A9A7A2B9871A}" dt="2025-12-15T03:28:56.937" v="706" actId="27636"/>
          <ac:spMkLst>
            <pc:docMk/>
            <pc:sldMk cId="592093893" sldId="325"/>
            <ac:spMk id="2" creationId="{D99F825B-98FD-A92D-79E0-BD6EE5D5907A}"/>
          </ac:spMkLst>
        </pc:spChg>
        <pc:spChg chg="mod">
          <ac:chgData name="Rajarajeshwari S" userId="e4d90711455572c4" providerId="LiveId" clId="{CCD4E902-00B9-4B30-B952-A9A7A2B9871A}" dt="2025-12-15T03:29:16.463" v="710" actId="20577"/>
          <ac:spMkLst>
            <pc:docMk/>
            <pc:sldMk cId="592093893" sldId="325"/>
            <ac:spMk id="3" creationId="{3D005C90-BCE6-C35A-4DF5-59C989F535D6}"/>
          </ac:spMkLst>
        </pc:spChg>
      </pc:sldChg>
      <pc:sldChg chg="modSp new mod">
        <pc:chgData name="Rajarajeshwari S" userId="e4d90711455572c4" providerId="LiveId" clId="{CCD4E902-00B9-4B30-B952-A9A7A2B9871A}" dt="2025-12-15T03:29:44.358" v="718" actId="20577"/>
        <pc:sldMkLst>
          <pc:docMk/>
          <pc:sldMk cId="513907664" sldId="326"/>
        </pc:sldMkLst>
        <pc:spChg chg="mod">
          <ac:chgData name="Rajarajeshwari S" userId="e4d90711455572c4" providerId="LiveId" clId="{CCD4E902-00B9-4B30-B952-A9A7A2B9871A}" dt="2025-12-15T03:29:44.358" v="718" actId="20577"/>
          <ac:spMkLst>
            <pc:docMk/>
            <pc:sldMk cId="513907664" sldId="326"/>
            <ac:spMk id="2" creationId="{24015F83-70A8-DCC8-FCDE-D766C525D121}"/>
          </ac:spMkLst>
        </pc:spChg>
        <pc:spChg chg="mod">
          <ac:chgData name="Rajarajeshwari S" userId="e4d90711455572c4" providerId="LiveId" clId="{CCD4E902-00B9-4B30-B952-A9A7A2B9871A}" dt="2025-12-15T03:29:42.071" v="716" actId="27636"/>
          <ac:spMkLst>
            <pc:docMk/>
            <pc:sldMk cId="513907664" sldId="326"/>
            <ac:spMk id="3" creationId="{30BA1274-4FFA-9314-5394-B473C197606D}"/>
          </ac:spMkLst>
        </pc:spChg>
      </pc:sldChg>
      <pc:sldChg chg="modSp new mod">
        <pc:chgData name="Rajarajeshwari S" userId="e4d90711455572c4" providerId="LiveId" clId="{CCD4E902-00B9-4B30-B952-A9A7A2B9871A}" dt="2026-01-05T03:36:34.335" v="3634" actId="20577"/>
        <pc:sldMkLst>
          <pc:docMk/>
          <pc:sldMk cId="3368564307" sldId="327"/>
        </pc:sldMkLst>
        <pc:spChg chg="mod">
          <ac:chgData name="Rajarajeshwari S" userId="e4d90711455572c4" providerId="LiveId" clId="{CCD4E902-00B9-4B30-B952-A9A7A2B9871A}" dt="2025-12-15T03:29:56.821" v="721" actId="27636"/>
          <ac:spMkLst>
            <pc:docMk/>
            <pc:sldMk cId="3368564307" sldId="327"/>
            <ac:spMk id="2" creationId="{418243FF-471F-8A76-D725-A7CF6C053CE3}"/>
          </ac:spMkLst>
        </pc:spChg>
        <pc:spChg chg="mod">
          <ac:chgData name="Rajarajeshwari S" userId="e4d90711455572c4" providerId="LiveId" clId="{CCD4E902-00B9-4B30-B952-A9A7A2B9871A}" dt="2026-01-05T03:36:34.335" v="3634" actId="20577"/>
          <ac:spMkLst>
            <pc:docMk/>
            <pc:sldMk cId="3368564307" sldId="327"/>
            <ac:spMk id="3" creationId="{298DC51D-474E-66D0-8926-48C9EDB21257}"/>
          </ac:spMkLst>
        </pc:spChg>
      </pc:sldChg>
      <pc:sldChg chg="addSp delSp modSp new mod">
        <pc:chgData name="Rajarajeshwari S" userId="e4d90711455572c4" providerId="LiveId" clId="{CCD4E902-00B9-4B30-B952-A9A7A2B9871A}" dt="2025-12-15T03:30:34.760" v="730" actId="113"/>
        <pc:sldMkLst>
          <pc:docMk/>
          <pc:sldMk cId="516001969" sldId="328"/>
        </pc:sldMkLst>
        <pc:spChg chg="mod">
          <ac:chgData name="Rajarajeshwari S" userId="e4d90711455572c4" providerId="LiveId" clId="{CCD4E902-00B9-4B30-B952-A9A7A2B9871A}" dt="2025-12-15T03:30:11.145" v="724" actId="27636"/>
          <ac:spMkLst>
            <pc:docMk/>
            <pc:sldMk cId="516001969" sldId="328"/>
            <ac:spMk id="2" creationId="{CB5179DF-5357-C8CB-2FC9-7B11D63D9AC1}"/>
          </ac:spMkLst>
        </pc:spChg>
        <pc:graphicFrameChg chg="add mod modGraphic">
          <ac:chgData name="Rajarajeshwari S" userId="e4d90711455572c4" providerId="LiveId" clId="{CCD4E902-00B9-4B30-B952-A9A7A2B9871A}" dt="2025-12-15T03:30:34.760" v="730" actId="113"/>
          <ac:graphicFrameMkLst>
            <pc:docMk/>
            <pc:sldMk cId="516001969" sldId="328"/>
            <ac:graphicFrameMk id="4" creationId="{E569CF22-FBD1-AB84-51D6-C1A258FA04A5}"/>
          </ac:graphicFrameMkLst>
        </pc:graphicFrameChg>
      </pc:sldChg>
      <pc:sldChg chg="modSp new mod">
        <pc:chgData name="Rajarajeshwari S" userId="e4d90711455572c4" providerId="LiveId" clId="{CCD4E902-00B9-4B30-B952-A9A7A2B9871A}" dt="2026-01-03T08:09:34.527" v="1290" actId="20577"/>
        <pc:sldMkLst>
          <pc:docMk/>
          <pc:sldMk cId="3387439244" sldId="329"/>
        </pc:sldMkLst>
        <pc:spChg chg="mod">
          <ac:chgData name="Rajarajeshwari S" userId="e4d90711455572c4" providerId="LiveId" clId="{CCD4E902-00B9-4B30-B952-A9A7A2B9871A}" dt="2026-01-03T08:09:34.527" v="1290" actId="20577"/>
          <ac:spMkLst>
            <pc:docMk/>
            <pc:sldMk cId="3387439244" sldId="329"/>
            <ac:spMk id="2" creationId="{957AF6B1-00FC-40E6-1FD4-0BD696B5ECFE}"/>
          </ac:spMkLst>
        </pc:spChg>
        <pc:spChg chg="mod">
          <ac:chgData name="Rajarajeshwari S" userId="e4d90711455572c4" providerId="LiveId" clId="{CCD4E902-00B9-4B30-B952-A9A7A2B9871A}" dt="2025-12-15T03:32:07.179" v="740" actId="6549"/>
          <ac:spMkLst>
            <pc:docMk/>
            <pc:sldMk cId="3387439244" sldId="329"/>
            <ac:spMk id="3" creationId="{2192AFDB-A200-BD2B-5922-8845A7FF5A90}"/>
          </ac:spMkLst>
        </pc:spChg>
      </pc:sldChg>
      <pc:sldChg chg="modSp new mod">
        <pc:chgData name="Rajarajeshwari S" userId="e4d90711455572c4" providerId="LiveId" clId="{CCD4E902-00B9-4B30-B952-A9A7A2B9871A}" dt="2026-01-03T08:46:33.453" v="1672" actId="20577"/>
        <pc:sldMkLst>
          <pc:docMk/>
          <pc:sldMk cId="3896288612" sldId="330"/>
        </pc:sldMkLst>
        <pc:spChg chg="mod">
          <ac:chgData name="Rajarajeshwari S" userId="e4d90711455572c4" providerId="LiveId" clId="{CCD4E902-00B9-4B30-B952-A9A7A2B9871A}" dt="2026-01-03T08:09:42.417" v="1303" actId="20577"/>
          <ac:spMkLst>
            <pc:docMk/>
            <pc:sldMk cId="3896288612" sldId="330"/>
            <ac:spMk id="2" creationId="{6BFC8882-0802-A6DA-FE48-0AF666B8A6F7}"/>
          </ac:spMkLst>
        </pc:spChg>
        <pc:spChg chg="mod">
          <ac:chgData name="Rajarajeshwari S" userId="e4d90711455572c4" providerId="LiveId" clId="{CCD4E902-00B9-4B30-B952-A9A7A2B9871A}" dt="2026-01-03T08:46:33.453" v="1672" actId="20577"/>
          <ac:spMkLst>
            <pc:docMk/>
            <pc:sldMk cId="3896288612" sldId="330"/>
            <ac:spMk id="3" creationId="{656E1026-FEA5-B405-89E3-261AF513A59C}"/>
          </ac:spMkLst>
        </pc:spChg>
      </pc:sldChg>
      <pc:sldChg chg="modSp new mod">
        <pc:chgData name="Rajarajeshwari S" userId="e4d90711455572c4" providerId="LiveId" clId="{CCD4E902-00B9-4B30-B952-A9A7A2B9871A}" dt="2026-01-03T08:09:47.818" v="1310" actId="20577"/>
        <pc:sldMkLst>
          <pc:docMk/>
          <pc:sldMk cId="2221454868" sldId="331"/>
        </pc:sldMkLst>
        <pc:spChg chg="mod">
          <ac:chgData name="Rajarajeshwari S" userId="e4d90711455572c4" providerId="LiveId" clId="{CCD4E902-00B9-4B30-B952-A9A7A2B9871A}" dt="2026-01-03T08:09:47.818" v="1310" actId="20577"/>
          <ac:spMkLst>
            <pc:docMk/>
            <pc:sldMk cId="2221454868" sldId="331"/>
            <ac:spMk id="2" creationId="{D2BC204C-1E68-1A75-D042-DF5492A9F580}"/>
          </ac:spMkLst>
        </pc:spChg>
        <pc:spChg chg="mod">
          <ac:chgData name="Rajarajeshwari S" userId="e4d90711455572c4" providerId="LiveId" clId="{CCD4E902-00B9-4B30-B952-A9A7A2B9871A}" dt="2026-01-03T08:09:22.974" v="1283" actId="20577"/>
          <ac:spMkLst>
            <pc:docMk/>
            <pc:sldMk cId="2221454868" sldId="331"/>
            <ac:spMk id="3" creationId="{5CC37B8B-5AAA-B498-DFAF-DA47E96713AB}"/>
          </ac:spMkLst>
        </pc:spChg>
      </pc:sldChg>
      <pc:sldChg chg="addSp delSp modSp new mod">
        <pc:chgData name="Rajarajeshwari S" userId="e4d90711455572c4" providerId="LiveId" clId="{CCD4E902-00B9-4B30-B952-A9A7A2B9871A}" dt="2025-12-15T03:36:07.264" v="766" actId="1076"/>
        <pc:sldMkLst>
          <pc:docMk/>
          <pc:sldMk cId="3535656443" sldId="332"/>
        </pc:sldMkLst>
        <pc:spChg chg="mod">
          <ac:chgData name="Rajarajeshwari S" userId="e4d90711455572c4" providerId="LiveId" clId="{CCD4E902-00B9-4B30-B952-A9A7A2B9871A}" dt="2025-12-15T03:32:48.184" v="748" actId="27636"/>
          <ac:spMkLst>
            <pc:docMk/>
            <pc:sldMk cId="3535656443" sldId="332"/>
            <ac:spMk id="2" creationId="{3EB67BB2-C3EC-84B1-1410-9A1E521637ED}"/>
          </ac:spMkLst>
        </pc:spChg>
        <pc:spChg chg="add del">
          <ac:chgData name="Rajarajeshwari S" userId="e4d90711455572c4" providerId="LiveId" clId="{CCD4E902-00B9-4B30-B952-A9A7A2B9871A}" dt="2025-12-15T03:32:48.168" v="747"/>
          <ac:spMkLst>
            <pc:docMk/>
            <pc:sldMk cId="3535656443" sldId="332"/>
            <ac:spMk id="3" creationId="{DD692C9C-7B7D-375A-EC36-AEE07CE7403C}"/>
          </ac:spMkLst>
        </pc:spChg>
        <pc:picChg chg="add mod">
          <ac:chgData name="Rajarajeshwari S" userId="e4d90711455572c4" providerId="LiveId" clId="{CCD4E902-00B9-4B30-B952-A9A7A2B9871A}" dt="2025-12-15T03:36:07.264" v="766" actId="1076"/>
          <ac:picMkLst>
            <pc:docMk/>
            <pc:sldMk cId="3535656443" sldId="332"/>
            <ac:picMk id="10" creationId="{12749E29-1527-C7D3-914C-4F3A9ADBD67A}"/>
          </ac:picMkLst>
        </pc:picChg>
      </pc:sldChg>
      <pc:sldChg chg="modSp new mod">
        <pc:chgData name="Rajarajeshwari S" userId="e4d90711455572c4" providerId="LiveId" clId="{CCD4E902-00B9-4B30-B952-A9A7A2B9871A}" dt="2026-01-03T08:48:23.389" v="1744" actId="20577"/>
        <pc:sldMkLst>
          <pc:docMk/>
          <pc:sldMk cId="1579931837" sldId="333"/>
        </pc:sldMkLst>
        <pc:spChg chg="mod">
          <ac:chgData name="Rajarajeshwari S" userId="e4d90711455572c4" providerId="LiveId" clId="{CCD4E902-00B9-4B30-B952-A9A7A2B9871A}" dt="2026-01-03T08:17:41.106" v="1518" actId="20577"/>
          <ac:spMkLst>
            <pc:docMk/>
            <pc:sldMk cId="1579931837" sldId="333"/>
            <ac:spMk id="2" creationId="{2D6FBF26-8FC3-BAB7-51E4-2C8495EB762F}"/>
          </ac:spMkLst>
        </pc:spChg>
        <pc:spChg chg="mod">
          <ac:chgData name="Rajarajeshwari S" userId="e4d90711455572c4" providerId="LiveId" clId="{CCD4E902-00B9-4B30-B952-A9A7A2B9871A}" dt="2026-01-03T08:48:23.389" v="1744" actId="20577"/>
          <ac:spMkLst>
            <pc:docMk/>
            <pc:sldMk cId="1579931837" sldId="333"/>
            <ac:spMk id="3" creationId="{E1D43C6C-6925-A853-4C8C-73D0F54D9139}"/>
          </ac:spMkLst>
        </pc:spChg>
      </pc:sldChg>
      <pc:sldChg chg="modSp new mod">
        <pc:chgData name="Rajarajeshwari S" userId="e4d90711455572c4" providerId="LiveId" clId="{CCD4E902-00B9-4B30-B952-A9A7A2B9871A}" dt="2026-01-03T08:17:35.846" v="1511" actId="20577"/>
        <pc:sldMkLst>
          <pc:docMk/>
          <pc:sldMk cId="3811995509" sldId="334"/>
        </pc:sldMkLst>
        <pc:spChg chg="mod">
          <ac:chgData name="Rajarajeshwari S" userId="e4d90711455572c4" providerId="LiveId" clId="{CCD4E902-00B9-4B30-B952-A9A7A2B9871A}" dt="2026-01-03T08:17:35.846" v="1511" actId="20577"/>
          <ac:spMkLst>
            <pc:docMk/>
            <pc:sldMk cId="3811995509" sldId="334"/>
            <ac:spMk id="2" creationId="{8101EA85-3E95-56EC-5E40-0D23628B7C7E}"/>
          </ac:spMkLst>
        </pc:spChg>
        <pc:spChg chg="mod">
          <ac:chgData name="Rajarajeshwari S" userId="e4d90711455572c4" providerId="LiveId" clId="{CCD4E902-00B9-4B30-B952-A9A7A2B9871A}" dt="2026-01-03T08:12:41.784" v="1406" actId="20577"/>
          <ac:spMkLst>
            <pc:docMk/>
            <pc:sldMk cId="3811995509" sldId="334"/>
            <ac:spMk id="3" creationId="{477DE088-E14B-3A95-E52E-0F287E2E8E40}"/>
          </ac:spMkLst>
        </pc:spChg>
      </pc:sldChg>
      <pc:sldChg chg="modSp new mod">
        <pc:chgData name="Rajarajeshwari S" userId="e4d90711455572c4" providerId="LiveId" clId="{CCD4E902-00B9-4B30-B952-A9A7A2B9871A}" dt="2026-01-03T08:18:01.010" v="1532" actId="20577"/>
        <pc:sldMkLst>
          <pc:docMk/>
          <pc:sldMk cId="3396675969" sldId="335"/>
        </pc:sldMkLst>
        <pc:spChg chg="mod">
          <ac:chgData name="Rajarajeshwari S" userId="e4d90711455572c4" providerId="LiveId" clId="{CCD4E902-00B9-4B30-B952-A9A7A2B9871A}" dt="2026-01-03T08:18:01.010" v="1532" actId="20577"/>
          <ac:spMkLst>
            <pc:docMk/>
            <pc:sldMk cId="3396675969" sldId="335"/>
            <ac:spMk id="2" creationId="{241DC2D9-CFF8-6FCF-94B7-0016C39E91EC}"/>
          </ac:spMkLst>
        </pc:spChg>
        <pc:spChg chg="mod">
          <ac:chgData name="Rajarajeshwari S" userId="e4d90711455572c4" providerId="LiveId" clId="{CCD4E902-00B9-4B30-B952-A9A7A2B9871A}" dt="2025-12-15T03:41:10.230" v="916" actId="14100"/>
          <ac:spMkLst>
            <pc:docMk/>
            <pc:sldMk cId="3396675969" sldId="335"/>
            <ac:spMk id="3" creationId="{10EE52F2-6AB4-BA58-7E76-D1F82885CFC8}"/>
          </ac:spMkLst>
        </pc:spChg>
      </pc:sldChg>
      <pc:sldChg chg="modSp new mod">
        <pc:chgData name="Rajarajeshwari S" userId="e4d90711455572c4" providerId="LiveId" clId="{CCD4E902-00B9-4B30-B952-A9A7A2B9871A}" dt="2026-01-03T08:21:12.678" v="1604" actId="20577"/>
        <pc:sldMkLst>
          <pc:docMk/>
          <pc:sldMk cId="1877788726" sldId="336"/>
        </pc:sldMkLst>
        <pc:spChg chg="mod">
          <ac:chgData name="Rajarajeshwari S" userId="e4d90711455572c4" providerId="LiveId" clId="{CCD4E902-00B9-4B30-B952-A9A7A2B9871A}" dt="2026-01-03T08:18:07.109" v="1539" actId="20577"/>
          <ac:spMkLst>
            <pc:docMk/>
            <pc:sldMk cId="1877788726" sldId="336"/>
            <ac:spMk id="2" creationId="{92B6CA4C-E3AF-3CA1-1BCB-ED4C815F8A9E}"/>
          </ac:spMkLst>
        </pc:spChg>
        <pc:spChg chg="mod">
          <ac:chgData name="Rajarajeshwari S" userId="e4d90711455572c4" providerId="LiveId" clId="{CCD4E902-00B9-4B30-B952-A9A7A2B9871A}" dt="2026-01-03T08:21:12.678" v="1604" actId="20577"/>
          <ac:spMkLst>
            <pc:docMk/>
            <pc:sldMk cId="1877788726" sldId="336"/>
            <ac:spMk id="3" creationId="{D9F57AAB-A329-840B-691F-F7EA55AE631D}"/>
          </ac:spMkLst>
        </pc:spChg>
      </pc:sldChg>
      <pc:sldChg chg="addSp modSp new mod">
        <pc:chgData name="Rajarajeshwari S" userId="e4d90711455572c4" providerId="LiveId" clId="{CCD4E902-00B9-4B30-B952-A9A7A2B9871A}" dt="2025-12-15T03:42:27.815" v="938" actId="20577"/>
        <pc:sldMkLst>
          <pc:docMk/>
          <pc:sldMk cId="1998140886" sldId="337"/>
        </pc:sldMkLst>
        <pc:spChg chg="mod">
          <ac:chgData name="Rajarajeshwari S" userId="e4d90711455572c4" providerId="LiveId" clId="{CCD4E902-00B9-4B30-B952-A9A7A2B9871A}" dt="2025-12-15T03:41:58.862" v="926" actId="27636"/>
          <ac:spMkLst>
            <pc:docMk/>
            <pc:sldMk cId="1998140886" sldId="337"/>
            <ac:spMk id="2" creationId="{374BCB8A-AB81-BC68-FDDF-604EDEDC7269}"/>
          </ac:spMkLst>
        </pc:spChg>
        <pc:spChg chg="mod">
          <ac:chgData name="Rajarajeshwari S" userId="e4d90711455572c4" providerId="LiveId" clId="{CCD4E902-00B9-4B30-B952-A9A7A2B9871A}" dt="2025-12-15T03:42:27.815" v="938" actId="20577"/>
          <ac:spMkLst>
            <pc:docMk/>
            <pc:sldMk cId="1998140886" sldId="337"/>
            <ac:spMk id="3" creationId="{FF58227A-0B8E-911B-BEC1-22F339ED4996}"/>
          </ac:spMkLst>
        </pc:spChg>
        <pc:picChg chg="add mod">
          <ac:chgData name="Rajarajeshwari S" userId="e4d90711455572c4" providerId="LiveId" clId="{CCD4E902-00B9-4B30-B952-A9A7A2B9871A}" dt="2025-12-15T03:42:24.279" v="935" actId="1076"/>
          <ac:picMkLst>
            <pc:docMk/>
            <pc:sldMk cId="1998140886" sldId="337"/>
            <ac:picMk id="5" creationId="{EFC5EEFD-137D-4989-8106-F733A10C0155}"/>
          </ac:picMkLst>
        </pc:picChg>
      </pc:sldChg>
      <pc:sldChg chg="addSp modSp new mod">
        <pc:chgData name="Rajarajeshwari S" userId="e4d90711455572c4" providerId="LiveId" clId="{CCD4E902-00B9-4B30-B952-A9A7A2B9871A}" dt="2026-01-03T08:10:58.472" v="1359" actId="20577"/>
        <pc:sldMkLst>
          <pc:docMk/>
          <pc:sldMk cId="3940911868" sldId="338"/>
        </pc:sldMkLst>
        <pc:spChg chg="mod">
          <ac:chgData name="Rajarajeshwari S" userId="e4d90711455572c4" providerId="LiveId" clId="{CCD4E902-00B9-4B30-B952-A9A7A2B9871A}" dt="2026-01-03T08:10:58.472" v="1359" actId="20577"/>
          <ac:spMkLst>
            <pc:docMk/>
            <pc:sldMk cId="3940911868" sldId="338"/>
            <ac:spMk id="2" creationId="{32B14983-E2DB-E310-7740-0EC4E24E103A}"/>
          </ac:spMkLst>
        </pc:spChg>
        <pc:spChg chg="mod">
          <ac:chgData name="Rajarajeshwari S" userId="e4d90711455572c4" providerId="LiveId" clId="{CCD4E902-00B9-4B30-B952-A9A7A2B9871A}" dt="2026-01-03T08:10:49.709" v="1351" actId="6549"/>
          <ac:spMkLst>
            <pc:docMk/>
            <pc:sldMk cId="3940911868" sldId="338"/>
            <ac:spMk id="3" creationId="{98D44B84-6C9C-91A6-1273-81A3E41C41EA}"/>
          </ac:spMkLst>
        </pc:spChg>
        <pc:picChg chg="add mod">
          <ac:chgData name="Rajarajeshwari S" userId="e4d90711455572c4" providerId="LiveId" clId="{CCD4E902-00B9-4B30-B952-A9A7A2B9871A}" dt="2026-01-03T08:10:54.145" v="1352" actId="1076"/>
          <ac:picMkLst>
            <pc:docMk/>
            <pc:sldMk cId="3940911868" sldId="338"/>
            <ac:picMk id="5" creationId="{D2AA9349-1712-2EF3-41CA-42457E29B750}"/>
          </ac:picMkLst>
        </pc:picChg>
      </pc:sldChg>
      <pc:sldChg chg="addSp modSp new mod">
        <pc:chgData name="Rajarajeshwari S" userId="e4d90711455572c4" providerId="LiveId" clId="{CCD4E902-00B9-4B30-B952-A9A7A2B9871A}" dt="2026-01-03T08:11:09.783" v="1366" actId="20577"/>
        <pc:sldMkLst>
          <pc:docMk/>
          <pc:sldMk cId="1259938718" sldId="339"/>
        </pc:sldMkLst>
        <pc:spChg chg="mod">
          <ac:chgData name="Rajarajeshwari S" userId="e4d90711455572c4" providerId="LiveId" clId="{CCD4E902-00B9-4B30-B952-A9A7A2B9871A}" dt="2026-01-03T08:11:09.783" v="1366" actId="20577"/>
          <ac:spMkLst>
            <pc:docMk/>
            <pc:sldMk cId="1259938718" sldId="339"/>
            <ac:spMk id="2" creationId="{531A54D6-4A6F-E261-EEB4-8DF2C2D6E889}"/>
          </ac:spMkLst>
        </pc:spChg>
        <pc:spChg chg="mod">
          <ac:chgData name="Rajarajeshwari S" userId="e4d90711455572c4" providerId="LiveId" clId="{CCD4E902-00B9-4B30-B952-A9A7A2B9871A}" dt="2025-12-15T03:46:02.925" v="979" actId="14100"/>
          <ac:spMkLst>
            <pc:docMk/>
            <pc:sldMk cId="1259938718" sldId="339"/>
            <ac:spMk id="3" creationId="{C63FA272-4F7B-C5BD-23D7-97BBB9C55663}"/>
          </ac:spMkLst>
        </pc:spChg>
        <pc:picChg chg="add mod">
          <ac:chgData name="Rajarajeshwari S" userId="e4d90711455572c4" providerId="LiveId" clId="{CCD4E902-00B9-4B30-B952-A9A7A2B9871A}" dt="2025-12-15T03:46:17.633" v="983" actId="1076"/>
          <ac:picMkLst>
            <pc:docMk/>
            <pc:sldMk cId="1259938718" sldId="339"/>
            <ac:picMk id="5" creationId="{1EA0C2C5-BFBB-5152-090A-6EA46BEAA80E}"/>
          </ac:picMkLst>
        </pc:picChg>
      </pc:sldChg>
      <pc:sldChg chg="modSp new mod">
        <pc:chgData name="Rajarajeshwari S" userId="e4d90711455572c4" providerId="LiveId" clId="{CCD4E902-00B9-4B30-B952-A9A7A2B9871A}" dt="2026-01-03T08:15:12.219" v="1470" actId="6549"/>
        <pc:sldMkLst>
          <pc:docMk/>
          <pc:sldMk cId="1098226364" sldId="340"/>
        </pc:sldMkLst>
        <pc:spChg chg="mod">
          <ac:chgData name="Rajarajeshwari S" userId="e4d90711455572c4" providerId="LiveId" clId="{CCD4E902-00B9-4B30-B952-A9A7A2B9871A}" dt="2026-01-03T08:11:16.490" v="1373" actId="20577"/>
          <ac:spMkLst>
            <pc:docMk/>
            <pc:sldMk cId="1098226364" sldId="340"/>
            <ac:spMk id="2" creationId="{51778FE3-7CFA-F470-9F1A-A6802A089125}"/>
          </ac:spMkLst>
        </pc:spChg>
        <pc:spChg chg="mod">
          <ac:chgData name="Rajarajeshwari S" userId="e4d90711455572c4" providerId="LiveId" clId="{CCD4E902-00B9-4B30-B952-A9A7A2B9871A}" dt="2026-01-03T08:15:12.219" v="1470" actId="6549"/>
          <ac:spMkLst>
            <pc:docMk/>
            <pc:sldMk cId="1098226364" sldId="340"/>
            <ac:spMk id="3" creationId="{5BD7808C-19E9-F1D1-041E-FBB4CB1B07EC}"/>
          </ac:spMkLst>
        </pc:spChg>
      </pc:sldChg>
      <pc:sldChg chg="addSp modSp new mod">
        <pc:chgData name="Rajarajeshwari S" userId="e4d90711455572c4" providerId="LiveId" clId="{CCD4E902-00B9-4B30-B952-A9A7A2B9871A}" dt="2026-01-03T08:17:46.079" v="1525" actId="20577"/>
        <pc:sldMkLst>
          <pc:docMk/>
          <pc:sldMk cId="2708129320" sldId="341"/>
        </pc:sldMkLst>
        <pc:spChg chg="mod">
          <ac:chgData name="Rajarajeshwari S" userId="e4d90711455572c4" providerId="LiveId" clId="{CCD4E902-00B9-4B30-B952-A9A7A2B9871A}" dt="2026-01-03T08:17:46.079" v="1525" actId="20577"/>
          <ac:spMkLst>
            <pc:docMk/>
            <pc:sldMk cId="2708129320" sldId="341"/>
            <ac:spMk id="2" creationId="{E37AE016-F161-9678-36C4-07FE88173BE7}"/>
          </ac:spMkLst>
        </pc:spChg>
        <pc:spChg chg="mod">
          <ac:chgData name="Rajarajeshwari S" userId="e4d90711455572c4" providerId="LiveId" clId="{CCD4E902-00B9-4B30-B952-A9A7A2B9871A}" dt="2025-12-15T03:47:24.106" v="996"/>
          <ac:spMkLst>
            <pc:docMk/>
            <pc:sldMk cId="2708129320" sldId="341"/>
            <ac:spMk id="3" creationId="{6407D864-1AE8-41D7-07AE-7EE438E784CB}"/>
          </ac:spMkLst>
        </pc:spChg>
        <pc:picChg chg="add mod">
          <ac:chgData name="Rajarajeshwari S" userId="e4d90711455572c4" providerId="LiveId" clId="{CCD4E902-00B9-4B30-B952-A9A7A2B9871A}" dt="2025-12-15T03:47:27.652" v="998" actId="1076"/>
          <ac:picMkLst>
            <pc:docMk/>
            <pc:sldMk cId="2708129320" sldId="341"/>
            <ac:picMk id="5" creationId="{61013F2A-09FA-2951-8902-D5C24BB0C332}"/>
          </ac:picMkLst>
        </pc:picChg>
      </pc:sldChg>
      <pc:sldChg chg="modSp add mod">
        <pc:chgData name="Rajarajeshwari S" userId="e4d90711455572c4" providerId="LiveId" clId="{CCD4E902-00B9-4B30-B952-A9A7A2B9871A}" dt="2025-12-16T06:54:45.312" v="1001" actId="27636"/>
        <pc:sldMkLst>
          <pc:docMk/>
          <pc:sldMk cId="0" sldId="342"/>
        </pc:sldMkLst>
        <pc:spChg chg="mod">
          <ac:chgData name="Rajarajeshwari S" userId="e4d90711455572c4" providerId="LiveId" clId="{CCD4E902-00B9-4B30-B952-A9A7A2B9871A}" dt="2025-12-16T06:54:45.290" v="1000" actId="27636"/>
          <ac:spMkLst>
            <pc:docMk/>
            <pc:sldMk cId="0" sldId="342"/>
            <ac:spMk id="2" creationId="{00000000-0000-0000-0000-000000000000}"/>
          </ac:spMkLst>
        </pc:spChg>
        <pc:spChg chg="mod">
          <ac:chgData name="Rajarajeshwari S" userId="e4d90711455572c4" providerId="LiveId" clId="{CCD4E902-00B9-4B30-B952-A9A7A2B9871A}" dt="2025-12-16T06:54:45.312" v="1001" actId="27636"/>
          <ac:spMkLst>
            <pc:docMk/>
            <pc:sldMk cId="0" sldId="342"/>
            <ac:spMk id="3" creationId="{00000000-0000-0000-0000-000000000000}"/>
          </ac:spMkLst>
        </pc:spChg>
      </pc:sldChg>
      <pc:sldChg chg="modSp add mod">
        <pc:chgData name="Rajarajeshwari S" userId="e4d90711455572c4" providerId="LiveId" clId="{CCD4E902-00B9-4B30-B952-A9A7A2B9871A}" dt="2026-01-03T08:50:12.023" v="1762" actId="12"/>
        <pc:sldMkLst>
          <pc:docMk/>
          <pc:sldMk cId="0" sldId="343"/>
        </pc:sldMkLst>
        <pc:spChg chg="mod">
          <ac:chgData name="Rajarajeshwari S" userId="e4d90711455572c4" providerId="LiveId" clId="{CCD4E902-00B9-4B30-B952-A9A7A2B9871A}" dt="2026-01-03T08:21:47.637" v="1605" actId="20577"/>
          <ac:spMkLst>
            <pc:docMk/>
            <pc:sldMk cId="0" sldId="343"/>
            <ac:spMk id="2" creationId="{00000000-0000-0000-0000-000000000000}"/>
          </ac:spMkLst>
        </pc:spChg>
        <pc:spChg chg="mod">
          <ac:chgData name="Rajarajeshwari S" userId="e4d90711455572c4" providerId="LiveId" clId="{CCD4E902-00B9-4B30-B952-A9A7A2B9871A}" dt="2026-01-03T08:50:12.023" v="1762" actId="12"/>
          <ac:spMkLst>
            <pc:docMk/>
            <pc:sldMk cId="0" sldId="343"/>
            <ac:spMk id="3" creationId="{00000000-0000-0000-0000-000000000000}"/>
          </ac:spMkLst>
        </pc:spChg>
        <pc:picChg chg="mod">
          <ac:chgData name="Rajarajeshwari S" userId="e4d90711455572c4" providerId="LiveId" clId="{CCD4E902-00B9-4B30-B952-A9A7A2B9871A}" dt="2026-01-03T08:49:11.024" v="1752" actId="1076"/>
          <ac:picMkLst>
            <pc:docMk/>
            <pc:sldMk cId="0" sldId="343"/>
            <ac:picMk id="3074" creationId="{00000000-0000-0000-0000-000000000000}"/>
          </ac:picMkLst>
        </pc:picChg>
      </pc:sldChg>
      <pc:sldChg chg="modSp add mod">
        <pc:chgData name="Rajarajeshwari S" userId="e4d90711455572c4" providerId="LiveId" clId="{CCD4E902-00B9-4B30-B952-A9A7A2B9871A}" dt="2025-12-16T06:54:45.366" v="1004" actId="27636"/>
        <pc:sldMkLst>
          <pc:docMk/>
          <pc:sldMk cId="0" sldId="344"/>
        </pc:sldMkLst>
        <pc:spChg chg="mod">
          <ac:chgData name="Rajarajeshwari S" userId="e4d90711455572c4" providerId="LiveId" clId="{CCD4E902-00B9-4B30-B952-A9A7A2B9871A}" dt="2025-12-16T06:54:45.366" v="1004" actId="27636"/>
          <ac:spMkLst>
            <pc:docMk/>
            <pc:sldMk cId="0" sldId="344"/>
            <ac:spMk id="2" creationId="{00000000-0000-0000-0000-000000000000}"/>
          </ac:spMkLst>
        </pc:spChg>
      </pc:sldChg>
      <pc:sldChg chg="modSp add mod">
        <pc:chgData name="Rajarajeshwari S" userId="e4d90711455572c4" providerId="LiveId" clId="{CCD4E902-00B9-4B30-B952-A9A7A2B9871A}" dt="2025-12-16T06:54:45.375" v="1005" actId="27636"/>
        <pc:sldMkLst>
          <pc:docMk/>
          <pc:sldMk cId="0" sldId="345"/>
        </pc:sldMkLst>
        <pc:spChg chg="mod">
          <ac:chgData name="Rajarajeshwari S" userId="e4d90711455572c4" providerId="LiveId" clId="{CCD4E902-00B9-4B30-B952-A9A7A2B9871A}" dt="2025-12-16T06:54:45.375" v="1005" actId="27636"/>
          <ac:spMkLst>
            <pc:docMk/>
            <pc:sldMk cId="0" sldId="345"/>
            <ac:spMk id="2" creationId="{00000000-0000-0000-0000-000000000000}"/>
          </ac:spMkLst>
        </pc:spChg>
      </pc:sldChg>
      <pc:sldChg chg="modSp add mod">
        <pc:chgData name="Rajarajeshwari S" userId="e4d90711455572c4" providerId="LiveId" clId="{CCD4E902-00B9-4B30-B952-A9A7A2B9871A}" dt="2026-01-03T08:50:31.129" v="1763" actId="14100"/>
        <pc:sldMkLst>
          <pc:docMk/>
          <pc:sldMk cId="0" sldId="346"/>
        </pc:sldMkLst>
        <pc:spChg chg="mod">
          <ac:chgData name="Rajarajeshwari S" userId="e4d90711455572c4" providerId="LiveId" clId="{CCD4E902-00B9-4B30-B952-A9A7A2B9871A}" dt="2025-12-16T06:54:45.385" v="1006" actId="27636"/>
          <ac:spMkLst>
            <pc:docMk/>
            <pc:sldMk cId="0" sldId="346"/>
            <ac:spMk id="2" creationId="{00000000-0000-0000-0000-000000000000}"/>
          </ac:spMkLst>
        </pc:spChg>
        <pc:spChg chg="mod">
          <ac:chgData name="Rajarajeshwari S" userId="e4d90711455572c4" providerId="LiveId" clId="{CCD4E902-00B9-4B30-B952-A9A7A2B9871A}" dt="2026-01-03T08:22:33.700" v="1617" actId="14100"/>
          <ac:spMkLst>
            <pc:docMk/>
            <pc:sldMk cId="0" sldId="346"/>
            <ac:spMk id="3" creationId="{00000000-0000-0000-0000-000000000000}"/>
          </ac:spMkLst>
        </pc:spChg>
        <pc:spChg chg="mod">
          <ac:chgData name="Rajarajeshwari S" userId="e4d90711455572c4" providerId="LiveId" clId="{CCD4E902-00B9-4B30-B952-A9A7A2B9871A}" dt="2026-01-03T08:50:31.129" v="1763" actId="14100"/>
          <ac:spMkLst>
            <pc:docMk/>
            <pc:sldMk cId="0" sldId="346"/>
            <ac:spMk id="6" creationId="{00000000-0000-0000-0000-000000000000}"/>
          </ac:spMkLst>
        </pc:spChg>
        <pc:picChg chg="mod">
          <ac:chgData name="Rajarajeshwari S" userId="e4d90711455572c4" providerId="LiveId" clId="{CCD4E902-00B9-4B30-B952-A9A7A2B9871A}" dt="2026-01-03T08:22:03.365" v="1607" actId="14100"/>
          <ac:picMkLst>
            <pc:docMk/>
            <pc:sldMk cId="0" sldId="346"/>
            <ac:picMk id="6146" creationId="{00000000-0000-0000-0000-000000000000}"/>
          </ac:picMkLst>
        </pc:picChg>
        <pc:picChg chg="mod">
          <ac:chgData name="Rajarajeshwari S" userId="e4d90711455572c4" providerId="LiveId" clId="{CCD4E902-00B9-4B30-B952-A9A7A2B9871A}" dt="2026-01-03T08:22:36.855" v="1618" actId="1076"/>
          <ac:picMkLst>
            <pc:docMk/>
            <pc:sldMk cId="0" sldId="346"/>
            <ac:picMk id="6148" creationId="{00000000-0000-0000-0000-000000000000}"/>
          </ac:picMkLst>
        </pc:picChg>
      </pc:sldChg>
      <pc:sldChg chg="modSp add mod">
        <pc:chgData name="Rajarajeshwari S" userId="e4d90711455572c4" providerId="LiveId" clId="{CCD4E902-00B9-4B30-B952-A9A7A2B9871A}" dt="2025-12-16T06:54:45.391" v="1007" actId="27636"/>
        <pc:sldMkLst>
          <pc:docMk/>
          <pc:sldMk cId="0" sldId="347"/>
        </pc:sldMkLst>
        <pc:spChg chg="mod">
          <ac:chgData name="Rajarajeshwari S" userId="e4d90711455572c4" providerId="LiveId" clId="{CCD4E902-00B9-4B30-B952-A9A7A2B9871A}" dt="2025-12-16T06:54:45.391" v="1007" actId="27636"/>
          <ac:spMkLst>
            <pc:docMk/>
            <pc:sldMk cId="0" sldId="347"/>
            <ac:spMk id="2" creationId="{00000000-0000-0000-0000-000000000000}"/>
          </ac:spMkLst>
        </pc:spChg>
      </pc:sldChg>
      <pc:sldChg chg="modSp add mod">
        <pc:chgData name="Rajarajeshwari S" userId="e4d90711455572c4" providerId="LiveId" clId="{CCD4E902-00B9-4B30-B952-A9A7A2B9871A}" dt="2026-01-03T08:26:39.592" v="1620" actId="1076"/>
        <pc:sldMkLst>
          <pc:docMk/>
          <pc:sldMk cId="0" sldId="348"/>
        </pc:sldMkLst>
        <pc:picChg chg="mod">
          <ac:chgData name="Rajarajeshwari S" userId="e4d90711455572c4" providerId="LiveId" clId="{CCD4E902-00B9-4B30-B952-A9A7A2B9871A}" dt="2026-01-03T08:26:37.623" v="1619" actId="1076"/>
          <ac:picMkLst>
            <pc:docMk/>
            <pc:sldMk cId="0" sldId="348"/>
            <ac:picMk id="7170" creationId="{00000000-0000-0000-0000-000000000000}"/>
          </ac:picMkLst>
        </pc:picChg>
        <pc:picChg chg="mod">
          <ac:chgData name="Rajarajeshwari S" userId="e4d90711455572c4" providerId="LiveId" clId="{CCD4E902-00B9-4B30-B952-A9A7A2B9871A}" dt="2026-01-03T08:26:39.592" v="1620" actId="1076"/>
          <ac:picMkLst>
            <pc:docMk/>
            <pc:sldMk cId="0" sldId="348"/>
            <ac:picMk id="7171" creationId="{00000000-0000-0000-0000-000000000000}"/>
          </ac:picMkLst>
        </pc:picChg>
      </pc:sldChg>
      <pc:sldChg chg="modSp add mod">
        <pc:chgData name="Rajarajeshwari S" userId="e4d90711455572c4" providerId="LiveId" clId="{CCD4E902-00B9-4B30-B952-A9A7A2B9871A}" dt="2025-12-16T06:54:45.407" v="1008" actId="27636"/>
        <pc:sldMkLst>
          <pc:docMk/>
          <pc:sldMk cId="0" sldId="349"/>
        </pc:sldMkLst>
        <pc:spChg chg="mod">
          <ac:chgData name="Rajarajeshwari S" userId="e4d90711455572c4" providerId="LiveId" clId="{CCD4E902-00B9-4B30-B952-A9A7A2B9871A}" dt="2025-12-16T06:54:45.407" v="1008" actId="27636"/>
          <ac:spMkLst>
            <pc:docMk/>
            <pc:sldMk cId="0" sldId="349"/>
            <ac:spMk id="2" creationId="{00000000-0000-0000-0000-000000000000}"/>
          </ac:spMkLst>
        </pc:spChg>
      </pc:sldChg>
      <pc:sldChg chg="modSp add mod">
        <pc:chgData name="Rajarajeshwari S" userId="e4d90711455572c4" providerId="LiveId" clId="{CCD4E902-00B9-4B30-B952-A9A7A2B9871A}" dt="2026-01-03T08:51:07.026" v="1782" actId="14100"/>
        <pc:sldMkLst>
          <pc:docMk/>
          <pc:sldMk cId="0" sldId="350"/>
        </pc:sldMkLst>
        <pc:spChg chg="mod">
          <ac:chgData name="Rajarajeshwari S" userId="e4d90711455572c4" providerId="LiveId" clId="{CCD4E902-00B9-4B30-B952-A9A7A2B9871A}" dt="2026-01-03T08:51:07.026" v="1782" actId="14100"/>
          <ac:spMkLst>
            <pc:docMk/>
            <pc:sldMk cId="0" sldId="350"/>
            <ac:spMk id="2" creationId="{00000000-0000-0000-0000-000000000000}"/>
          </ac:spMkLst>
        </pc:spChg>
        <pc:spChg chg="mod">
          <ac:chgData name="Rajarajeshwari S" userId="e4d90711455572c4" providerId="LiveId" clId="{CCD4E902-00B9-4B30-B952-A9A7A2B9871A}" dt="2026-01-03T08:26:53.661" v="1623" actId="20577"/>
          <ac:spMkLst>
            <pc:docMk/>
            <pc:sldMk cId="0" sldId="350"/>
            <ac:spMk id="3" creationId="{00000000-0000-0000-0000-000000000000}"/>
          </ac:spMkLst>
        </pc:spChg>
        <pc:picChg chg="mod">
          <ac:chgData name="Rajarajeshwari S" userId="e4d90711455572c4" providerId="LiveId" clId="{CCD4E902-00B9-4B30-B952-A9A7A2B9871A}" dt="2026-01-03T08:26:52.059" v="1622" actId="1076"/>
          <ac:picMkLst>
            <pc:docMk/>
            <pc:sldMk cId="0" sldId="350"/>
            <ac:picMk id="1027" creationId="{00000000-0000-0000-0000-000000000000}"/>
          </ac:picMkLst>
        </pc:picChg>
      </pc:sldChg>
      <pc:sldChg chg="modSp add mod">
        <pc:chgData name="Rajarajeshwari S" userId="e4d90711455572c4" providerId="LiveId" clId="{CCD4E902-00B9-4B30-B952-A9A7A2B9871A}" dt="2025-12-16T06:54:45.852" v="1026" actId="27636"/>
        <pc:sldMkLst>
          <pc:docMk/>
          <pc:sldMk cId="0" sldId="351"/>
        </pc:sldMkLst>
        <pc:spChg chg="mod">
          <ac:chgData name="Rajarajeshwari S" userId="e4d90711455572c4" providerId="LiveId" clId="{CCD4E902-00B9-4B30-B952-A9A7A2B9871A}" dt="2025-12-16T06:54:45.852" v="1026" actId="27636"/>
          <ac:spMkLst>
            <pc:docMk/>
            <pc:sldMk cId="0" sldId="351"/>
            <ac:spMk id="2" creationId="{00000000-0000-0000-0000-000000000000}"/>
          </ac:spMkLst>
        </pc:spChg>
      </pc:sldChg>
      <pc:sldChg chg="addSp delSp modSp add mod">
        <pc:chgData name="Rajarajeshwari S" userId="e4d90711455572c4" providerId="LiveId" clId="{CCD4E902-00B9-4B30-B952-A9A7A2B9871A}" dt="2026-01-03T08:00:25.493" v="1131" actId="22"/>
        <pc:sldMkLst>
          <pc:docMk/>
          <pc:sldMk cId="0" sldId="352"/>
        </pc:sldMkLst>
        <pc:spChg chg="mod">
          <ac:chgData name="Rajarajeshwari S" userId="e4d90711455572c4" providerId="LiveId" clId="{CCD4E902-00B9-4B30-B952-A9A7A2B9871A}" dt="2026-01-03T07:54:08.082" v="1073" actId="27636"/>
          <ac:spMkLst>
            <pc:docMk/>
            <pc:sldMk cId="0" sldId="352"/>
            <ac:spMk id="2" creationId="{00000000-0000-0000-0000-000000000000}"/>
          </ac:spMkLst>
        </pc:spChg>
        <pc:picChg chg="mod">
          <ac:chgData name="Rajarajeshwari S" userId="e4d90711455572c4" providerId="LiveId" clId="{CCD4E902-00B9-4B30-B952-A9A7A2B9871A}" dt="2026-01-03T07:55:32.782" v="1099" actId="1076"/>
          <ac:picMkLst>
            <pc:docMk/>
            <pc:sldMk cId="0" sldId="352"/>
            <ac:picMk id="3075" creationId="{00000000-0000-0000-0000-000000000000}"/>
          </ac:picMkLst>
        </pc:picChg>
      </pc:sldChg>
      <pc:sldChg chg="modSp add mod">
        <pc:chgData name="Rajarajeshwari S" userId="e4d90711455572c4" providerId="LiveId" clId="{CCD4E902-00B9-4B30-B952-A9A7A2B9871A}" dt="2026-01-04T06:03:22.382" v="3122" actId="1076"/>
        <pc:sldMkLst>
          <pc:docMk/>
          <pc:sldMk cId="0" sldId="372"/>
        </pc:sldMkLst>
        <pc:spChg chg="mod">
          <ac:chgData name="Rajarajeshwari S" userId="e4d90711455572c4" providerId="LiveId" clId="{CCD4E902-00B9-4B30-B952-A9A7A2B9871A}" dt="2026-01-04T06:02:45.718" v="3113" actId="20577"/>
          <ac:spMkLst>
            <pc:docMk/>
            <pc:sldMk cId="0" sldId="372"/>
            <ac:spMk id="2" creationId="{00000000-0000-0000-0000-000000000000}"/>
          </ac:spMkLst>
        </pc:spChg>
        <pc:spChg chg="mod">
          <ac:chgData name="Rajarajeshwari S" userId="e4d90711455572c4" providerId="LiveId" clId="{CCD4E902-00B9-4B30-B952-A9A7A2B9871A}" dt="2026-01-04T06:03:18.346" v="3121" actId="113"/>
          <ac:spMkLst>
            <pc:docMk/>
            <pc:sldMk cId="0" sldId="372"/>
            <ac:spMk id="3" creationId="{00000000-0000-0000-0000-000000000000}"/>
          </ac:spMkLst>
        </pc:spChg>
        <pc:picChg chg="mod">
          <ac:chgData name="Rajarajeshwari S" userId="e4d90711455572c4" providerId="LiveId" clId="{CCD4E902-00B9-4B30-B952-A9A7A2B9871A}" dt="2026-01-04T06:02:41.819" v="3112" actId="1076"/>
          <ac:picMkLst>
            <pc:docMk/>
            <pc:sldMk cId="0" sldId="372"/>
            <ac:picMk id="1027" creationId="{00000000-0000-0000-0000-000000000000}"/>
          </ac:picMkLst>
        </pc:picChg>
        <pc:picChg chg="mod">
          <ac:chgData name="Rajarajeshwari S" userId="e4d90711455572c4" providerId="LiveId" clId="{CCD4E902-00B9-4B30-B952-A9A7A2B9871A}" dt="2026-01-04T06:03:22.382" v="3122" actId="1076"/>
          <ac:picMkLst>
            <pc:docMk/>
            <pc:sldMk cId="0" sldId="372"/>
            <ac:picMk id="1028" creationId="{00000000-0000-0000-0000-000000000000}"/>
          </ac:picMkLst>
        </pc:picChg>
      </pc:sldChg>
      <pc:sldChg chg="delSp modSp add mod">
        <pc:chgData name="Rajarajeshwari S" userId="e4d90711455572c4" providerId="LiveId" clId="{CCD4E902-00B9-4B30-B952-A9A7A2B9871A}" dt="2026-01-04T06:04:39.301" v="3131" actId="478"/>
        <pc:sldMkLst>
          <pc:docMk/>
          <pc:sldMk cId="0" sldId="373"/>
        </pc:sldMkLst>
        <pc:spChg chg="mod">
          <ac:chgData name="Rajarajeshwari S" userId="e4d90711455572c4" providerId="LiveId" clId="{CCD4E902-00B9-4B30-B952-A9A7A2B9871A}" dt="2026-01-04T06:02:30.040" v="3108" actId="27636"/>
          <ac:spMkLst>
            <pc:docMk/>
            <pc:sldMk cId="0" sldId="373"/>
            <ac:spMk id="2" creationId="{00000000-0000-0000-0000-000000000000}"/>
          </ac:spMkLst>
        </pc:spChg>
        <pc:picChg chg="mod">
          <ac:chgData name="Rajarajeshwari S" userId="e4d90711455572c4" providerId="LiveId" clId="{CCD4E902-00B9-4B30-B952-A9A7A2B9871A}" dt="2026-01-04T06:04:30.181" v="3129" actId="1076"/>
          <ac:picMkLst>
            <pc:docMk/>
            <pc:sldMk cId="0" sldId="373"/>
            <ac:picMk id="2050" creationId="{00000000-0000-0000-0000-000000000000}"/>
          </ac:picMkLst>
        </pc:picChg>
        <pc:picChg chg="mod">
          <ac:chgData name="Rajarajeshwari S" userId="e4d90711455572c4" providerId="LiveId" clId="{CCD4E902-00B9-4B30-B952-A9A7A2B9871A}" dt="2026-01-04T06:04:27.240" v="3128" actId="1076"/>
          <ac:picMkLst>
            <pc:docMk/>
            <pc:sldMk cId="0" sldId="373"/>
            <ac:picMk id="2051" creationId="{00000000-0000-0000-0000-000000000000}"/>
          </ac:picMkLst>
        </pc:picChg>
        <pc:picChg chg="mod">
          <ac:chgData name="Rajarajeshwari S" userId="e4d90711455572c4" providerId="LiveId" clId="{CCD4E902-00B9-4B30-B952-A9A7A2B9871A}" dt="2026-01-04T06:04:32.950" v="3130" actId="1076"/>
          <ac:picMkLst>
            <pc:docMk/>
            <pc:sldMk cId="0" sldId="373"/>
            <ac:picMk id="2052" creationId="{00000000-0000-0000-0000-000000000000}"/>
          </ac:picMkLst>
        </pc:picChg>
      </pc:sldChg>
      <pc:sldChg chg="delSp modSp add mod">
        <pc:chgData name="Rajarajeshwari S" userId="e4d90711455572c4" providerId="LiveId" clId="{CCD4E902-00B9-4B30-B952-A9A7A2B9871A}" dt="2026-01-04T06:04:44.497" v="3132" actId="478"/>
        <pc:sldMkLst>
          <pc:docMk/>
          <pc:sldMk cId="0" sldId="374"/>
        </pc:sldMkLst>
        <pc:spChg chg="mod">
          <ac:chgData name="Rajarajeshwari S" userId="e4d90711455572c4" providerId="LiveId" clId="{CCD4E902-00B9-4B30-B952-A9A7A2B9871A}" dt="2026-01-04T06:02:30.051" v="3109" actId="27636"/>
          <ac:spMkLst>
            <pc:docMk/>
            <pc:sldMk cId="0" sldId="374"/>
            <ac:spMk id="2" creationId="{00000000-0000-0000-0000-000000000000}"/>
          </ac:spMkLst>
        </pc:spChg>
      </pc:sldChg>
      <pc:sldChg chg="addSp delSp modSp add mod">
        <pc:chgData name="Rajarajeshwari S" userId="e4d90711455572c4" providerId="LiveId" clId="{CCD4E902-00B9-4B30-B952-A9A7A2B9871A}" dt="2026-01-04T06:12:32.468" v="3251" actId="1076"/>
        <pc:sldMkLst>
          <pc:docMk/>
          <pc:sldMk cId="0" sldId="375"/>
        </pc:sldMkLst>
        <pc:spChg chg="mod">
          <ac:chgData name="Rajarajeshwari S" userId="e4d90711455572c4" providerId="LiveId" clId="{CCD4E902-00B9-4B30-B952-A9A7A2B9871A}" dt="2026-01-04T06:02:30.059" v="3110" actId="27636"/>
          <ac:spMkLst>
            <pc:docMk/>
            <pc:sldMk cId="0" sldId="375"/>
            <ac:spMk id="2" creationId="{00000000-0000-0000-0000-000000000000}"/>
          </ac:spMkLst>
        </pc:spChg>
        <pc:spChg chg="mod">
          <ac:chgData name="Rajarajeshwari S" userId="e4d90711455572c4" providerId="LiveId" clId="{CCD4E902-00B9-4B30-B952-A9A7A2B9871A}" dt="2026-01-04T06:12:18.254" v="3248" actId="20577"/>
          <ac:spMkLst>
            <pc:docMk/>
            <pc:sldMk cId="0" sldId="375"/>
            <ac:spMk id="3" creationId="{00000000-0000-0000-0000-000000000000}"/>
          </ac:spMkLst>
        </pc:spChg>
        <pc:spChg chg="add">
          <ac:chgData name="Rajarajeshwari S" userId="e4d90711455572c4" providerId="LiveId" clId="{CCD4E902-00B9-4B30-B952-A9A7A2B9871A}" dt="2026-01-04T06:07:14.276" v="3161"/>
          <ac:spMkLst>
            <pc:docMk/>
            <pc:sldMk cId="0" sldId="375"/>
            <ac:spMk id="5" creationId="{ECD0DD67-AD01-BD15-F200-6A4FC7239080}"/>
          </ac:spMkLst>
        </pc:spChg>
        <pc:spChg chg="add">
          <ac:chgData name="Rajarajeshwari S" userId="e4d90711455572c4" providerId="LiveId" clId="{CCD4E902-00B9-4B30-B952-A9A7A2B9871A}" dt="2026-01-04T06:07:14.276" v="3161"/>
          <ac:spMkLst>
            <pc:docMk/>
            <pc:sldMk cId="0" sldId="375"/>
            <ac:spMk id="6" creationId="{7342CA10-FA2D-9D57-07BB-CBD62389D667}"/>
          </ac:spMkLst>
        </pc:spChg>
        <pc:spChg chg="add">
          <ac:chgData name="Rajarajeshwari S" userId="e4d90711455572c4" providerId="LiveId" clId="{CCD4E902-00B9-4B30-B952-A9A7A2B9871A}" dt="2026-01-04T06:07:14.276" v="3161"/>
          <ac:spMkLst>
            <pc:docMk/>
            <pc:sldMk cId="0" sldId="375"/>
            <ac:spMk id="7" creationId="{F7C07153-093A-7427-5E99-1B7A65A597B4}"/>
          </ac:spMkLst>
        </pc:spChg>
        <pc:picChg chg="mod">
          <ac:chgData name="Rajarajeshwari S" userId="e4d90711455572c4" providerId="LiveId" clId="{CCD4E902-00B9-4B30-B952-A9A7A2B9871A}" dt="2026-01-04T06:12:32.468" v="3251" actId="1076"/>
          <ac:picMkLst>
            <pc:docMk/>
            <pc:sldMk cId="0" sldId="375"/>
            <ac:picMk id="4098" creationId="{00000000-0000-0000-0000-000000000000}"/>
          </ac:picMkLst>
        </pc:picChg>
      </pc:sldChg>
      <pc:sldChg chg="modSp add mod">
        <pc:chgData name="Rajarajeshwari S" userId="e4d90711455572c4" providerId="LiveId" clId="{CCD4E902-00B9-4B30-B952-A9A7A2B9871A}" dt="2026-01-03T08:28:11.113" v="1635" actId="27636"/>
        <pc:sldMkLst>
          <pc:docMk/>
          <pc:sldMk cId="986000158" sldId="407"/>
        </pc:sldMkLst>
        <pc:spChg chg="mod">
          <ac:chgData name="Rajarajeshwari S" userId="e4d90711455572c4" providerId="LiveId" clId="{CCD4E902-00B9-4B30-B952-A9A7A2B9871A}" dt="2026-01-03T08:28:11.113" v="1635" actId="27636"/>
          <ac:spMkLst>
            <pc:docMk/>
            <pc:sldMk cId="986000158" sldId="407"/>
            <ac:spMk id="3" creationId="{61D4436F-60FA-A120-BF55-5AA167FF7C70}"/>
          </ac:spMkLst>
        </pc:spChg>
      </pc:sldChg>
      <pc:sldChg chg="modSp add mod">
        <pc:chgData name="Rajarajeshwari S" userId="e4d90711455572c4" providerId="LiveId" clId="{CCD4E902-00B9-4B30-B952-A9A7A2B9871A}" dt="2025-12-16T06:54:45.535" v="1011" actId="27636"/>
        <pc:sldMkLst>
          <pc:docMk/>
          <pc:sldMk cId="1670538071" sldId="408"/>
        </pc:sldMkLst>
        <pc:spChg chg="mod">
          <ac:chgData name="Rajarajeshwari S" userId="e4d90711455572c4" providerId="LiveId" clId="{CCD4E902-00B9-4B30-B952-A9A7A2B9871A}" dt="2025-12-16T06:54:45.441" v="1010" actId="27636"/>
          <ac:spMkLst>
            <pc:docMk/>
            <pc:sldMk cId="1670538071" sldId="408"/>
            <ac:spMk id="2" creationId="{7DDCAFE7-BE09-B9DC-0D2B-04F339B482F6}"/>
          </ac:spMkLst>
        </pc:spChg>
        <pc:spChg chg="mod">
          <ac:chgData name="Rajarajeshwari S" userId="e4d90711455572c4" providerId="LiveId" clId="{CCD4E902-00B9-4B30-B952-A9A7A2B9871A}" dt="2025-12-16T06:54:45.535" v="1011" actId="27636"/>
          <ac:spMkLst>
            <pc:docMk/>
            <pc:sldMk cId="1670538071" sldId="408"/>
            <ac:spMk id="3" creationId="{6BEDDD20-3E75-0D73-C610-B720CEDE5F5B}"/>
          </ac:spMkLst>
        </pc:spChg>
      </pc:sldChg>
      <pc:sldChg chg="modSp add mod">
        <pc:chgData name="Rajarajeshwari S" userId="e4d90711455572c4" providerId="LiveId" clId="{CCD4E902-00B9-4B30-B952-A9A7A2B9871A}" dt="2026-01-05T03:37:52.154" v="3635" actId="6549"/>
        <pc:sldMkLst>
          <pc:docMk/>
          <pc:sldMk cId="1109416878" sldId="409"/>
        </pc:sldMkLst>
        <pc:spChg chg="mod">
          <ac:chgData name="Rajarajeshwari S" userId="e4d90711455572c4" providerId="LiveId" clId="{CCD4E902-00B9-4B30-B952-A9A7A2B9871A}" dt="2025-12-16T06:54:45.633" v="1013" actId="27636"/>
          <ac:spMkLst>
            <pc:docMk/>
            <pc:sldMk cId="1109416878" sldId="409"/>
            <ac:spMk id="2" creationId="{F7499A70-812D-EF70-2834-918F17238265}"/>
          </ac:spMkLst>
        </pc:spChg>
        <pc:spChg chg="mod">
          <ac:chgData name="Rajarajeshwari S" userId="e4d90711455572c4" providerId="LiveId" clId="{CCD4E902-00B9-4B30-B952-A9A7A2B9871A}" dt="2026-01-05T03:37:52.154" v="3635" actId="6549"/>
          <ac:spMkLst>
            <pc:docMk/>
            <pc:sldMk cId="1109416878" sldId="409"/>
            <ac:spMk id="3" creationId="{AFCBEACA-CCF8-57D9-EAF9-807B1CB2B7F7}"/>
          </ac:spMkLst>
        </pc:spChg>
      </pc:sldChg>
      <pc:sldChg chg="modSp add mod">
        <pc:chgData name="Rajarajeshwari S" userId="e4d90711455572c4" providerId="LiveId" clId="{CCD4E902-00B9-4B30-B952-A9A7A2B9871A}" dt="2026-01-05T03:38:02.721" v="3636" actId="6549"/>
        <pc:sldMkLst>
          <pc:docMk/>
          <pc:sldMk cId="2045951088" sldId="410"/>
        </pc:sldMkLst>
        <pc:spChg chg="mod">
          <ac:chgData name="Rajarajeshwari S" userId="e4d90711455572c4" providerId="LiveId" clId="{CCD4E902-00B9-4B30-B952-A9A7A2B9871A}" dt="2025-12-16T06:54:45.655" v="1015" actId="27636"/>
          <ac:spMkLst>
            <pc:docMk/>
            <pc:sldMk cId="2045951088" sldId="410"/>
            <ac:spMk id="2" creationId="{3AA190B7-CEAC-A3A9-CFF7-2FA5F7051354}"/>
          </ac:spMkLst>
        </pc:spChg>
        <pc:spChg chg="mod">
          <ac:chgData name="Rajarajeshwari S" userId="e4d90711455572c4" providerId="LiveId" clId="{CCD4E902-00B9-4B30-B952-A9A7A2B9871A}" dt="2026-01-05T03:38:02.721" v="3636" actId="6549"/>
          <ac:spMkLst>
            <pc:docMk/>
            <pc:sldMk cId="2045951088" sldId="410"/>
            <ac:spMk id="3" creationId="{D7FE3E62-AD04-D85F-EBF9-F9753CE1A366}"/>
          </ac:spMkLst>
        </pc:spChg>
      </pc:sldChg>
      <pc:sldChg chg="modSp add mod">
        <pc:chgData name="Rajarajeshwari S" userId="e4d90711455572c4" providerId="LiveId" clId="{CCD4E902-00B9-4B30-B952-A9A7A2B9871A}" dt="2025-12-16T06:54:45.677" v="1016" actId="27636"/>
        <pc:sldMkLst>
          <pc:docMk/>
          <pc:sldMk cId="1512371122" sldId="411"/>
        </pc:sldMkLst>
        <pc:spChg chg="mod">
          <ac:chgData name="Rajarajeshwari S" userId="e4d90711455572c4" providerId="LiveId" clId="{CCD4E902-00B9-4B30-B952-A9A7A2B9871A}" dt="2025-12-16T06:54:45.677" v="1016" actId="27636"/>
          <ac:spMkLst>
            <pc:docMk/>
            <pc:sldMk cId="1512371122" sldId="411"/>
            <ac:spMk id="2" creationId="{0C594057-0D90-AF2A-5FFE-A961C9E057C9}"/>
          </ac:spMkLst>
        </pc:spChg>
      </pc:sldChg>
      <pc:sldChg chg="modSp add mod">
        <pc:chgData name="Rajarajeshwari S" userId="e4d90711455572c4" providerId="LiveId" clId="{CCD4E902-00B9-4B30-B952-A9A7A2B9871A}" dt="2025-12-17T06:05:37.921" v="1052" actId="27636"/>
        <pc:sldMkLst>
          <pc:docMk/>
          <pc:sldMk cId="2833031049" sldId="412"/>
        </pc:sldMkLst>
        <pc:spChg chg="mod">
          <ac:chgData name="Rajarajeshwari S" userId="e4d90711455572c4" providerId="LiveId" clId="{CCD4E902-00B9-4B30-B952-A9A7A2B9871A}" dt="2025-12-16T06:54:45.684" v="1017" actId="27636"/>
          <ac:spMkLst>
            <pc:docMk/>
            <pc:sldMk cId="2833031049" sldId="412"/>
            <ac:spMk id="2" creationId="{01B8875A-602A-A313-0D1A-6BBE332AF064}"/>
          </ac:spMkLst>
        </pc:spChg>
        <pc:spChg chg="mod">
          <ac:chgData name="Rajarajeshwari S" userId="e4d90711455572c4" providerId="LiveId" clId="{CCD4E902-00B9-4B30-B952-A9A7A2B9871A}" dt="2025-12-17T06:05:37.921" v="1052" actId="27636"/>
          <ac:spMkLst>
            <pc:docMk/>
            <pc:sldMk cId="2833031049" sldId="412"/>
            <ac:spMk id="3" creationId="{6319512D-5786-86E4-693A-6ED64D97CB2B}"/>
          </ac:spMkLst>
        </pc:spChg>
      </pc:sldChg>
      <pc:sldChg chg="addSp modSp add mod">
        <pc:chgData name="Rajarajeshwari S" userId="e4d90711455572c4" providerId="LiveId" clId="{CCD4E902-00B9-4B30-B952-A9A7A2B9871A}" dt="2026-01-03T08:29:58.881" v="1655" actId="14100"/>
        <pc:sldMkLst>
          <pc:docMk/>
          <pc:sldMk cId="903617171" sldId="413"/>
        </pc:sldMkLst>
        <pc:spChg chg="add mod">
          <ac:chgData name="Rajarajeshwari S" userId="e4d90711455572c4" providerId="LiveId" clId="{CCD4E902-00B9-4B30-B952-A9A7A2B9871A}" dt="2026-01-03T08:29:58.881" v="1655" actId="14100"/>
          <ac:spMkLst>
            <pc:docMk/>
            <pc:sldMk cId="903617171" sldId="413"/>
            <ac:spMk id="2" creationId="{46C1217E-124A-FB8E-CAA7-329EAA276A46}"/>
          </ac:spMkLst>
        </pc:spChg>
        <pc:spChg chg="mod">
          <ac:chgData name="Rajarajeshwari S" userId="e4d90711455572c4" providerId="LiveId" clId="{CCD4E902-00B9-4B30-B952-A9A7A2B9871A}" dt="2026-01-03T08:29:38.241" v="1650" actId="14100"/>
          <ac:spMkLst>
            <pc:docMk/>
            <pc:sldMk cId="903617171" sldId="413"/>
            <ac:spMk id="3" creationId="{903735AD-6310-22D9-7CDB-8D5E81AFC723}"/>
          </ac:spMkLst>
        </pc:spChg>
      </pc:sldChg>
      <pc:sldChg chg="modSp add mod">
        <pc:chgData name="Rajarajeshwari S" userId="e4d90711455572c4" providerId="LiveId" clId="{CCD4E902-00B9-4B30-B952-A9A7A2B9871A}" dt="2025-12-16T06:54:45.772" v="1019" actId="27636"/>
        <pc:sldMkLst>
          <pc:docMk/>
          <pc:sldMk cId="4108162884" sldId="414"/>
        </pc:sldMkLst>
        <pc:spChg chg="mod">
          <ac:chgData name="Rajarajeshwari S" userId="e4d90711455572c4" providerId="LiveId" clId="{CCD4E902-00B9-4B30-B952-A9A7A2B9871A}" dt="2025-12-16T06:54:45.772" v="1019" actId="27636"/>
          <ac:spMkLst>
            <pc:docMk/>
            <pc:sldMk cId="4108162884" sldId="414"/>
            <ac:spMk id="2" creationId="{27291E74-E762-6EF2-A4D5-654E8F195FB0}"/>
          </ac:spMkLst>
        </pc:spChg>
      </pc:sldChg>
      <pc:sldChg chg="modSp add mod">
        <pc:chgData name="Rajarajeshwari S" userId="e4d90711455572c4" providerId="LiveId" clId="{CCD4E902-00B9-4B30-B952-A9A7A2B9871A}" dt="2025-12-16T06:54:45.804" v="1021" actId="27636"/>
        <pc:sldMkLst>
          <pc:docMk/>
          <pc:sldMk cId="2248720774" sldId="415"/>
        </pc:sldMkLst>
        <pc:spChg chg="mod">
          <ac:chgData name="Rajarajeshwari S" userId="e4d90711455572c4" providerId="LiveId" clId="{CCD4E902-00B9-4B30-B952-A9A7A2B9871A}" dt="2025-12-16T06:54:45.772" v="1020" actId="27636"/>
          <ac:spMkLst>
            <pc:docMk/>
            <pc:sldMk cId="2248720774" sldId="415"/>
            <ac:spMk id="2" creationId="{67923F33-A2B0-CCCB-B823-076387C02EB0}"/>
          </ac:spMkLst>
        </pc:spChg>
        <pc:spChg chg="mod">
          <ac:chgData name="Rajarajeshwari S" userId="e4d90711455572c4" providerId="LiveId" clId="{CCD4E902-00B9-4B30-B952-A9A7A2B9871A}" dt="2025-12-16T06:54:45.804" v="1021" actId="27636"/>
          <ac:spMkLst>
            <pc:docMk/>
            <pc:sldMk cId="2248720774" sldId="415"/>
            <ac:spMk id="3" creationId="{E6785AEC-E1AC-907E-F603-D6E4AF2E8F6D}"/>
          </ac:spMkLst>
        </pc:spChg>
      </pc:sldChg>
      <pc:sldChg chg="modSp add mod">
        <pc:chgData name="Rajarajeshwari S" userId="e4d90711455572c4" providerId="LiveId" clId="{CCD4E902-00B9-4B30-B952-A9A7A2B9871A}" dt="2025-12-17T06:06:49.055" v="1065" actId="14100"/>
        <pc:sldMkLst>
          <pc:docMk/>
          <pc:sldMk cId="1728633417" sldId="416"/>
        </pc:sldMkLst>
        <pc:spChg chg="mod">
          <ac:chgData name="Rajarajeshwari S" userId="e4d90711455572c4" providerId="LiveId" clId="{CCD4E902-00B9-4B30-B952-A9A7A2B9871A}" dt="2025-12-16T06:54:45.831" v="1023" actId="27636"/>
          <ac:spMkLst>
            <pc:docMk/>
            <pc:sldMk cId="1728633417" sldId="416"/>
            <ac:spMk id="2" creationId="{B9BDC3AA-53B6-D92F-11FF-6C4F06EA4120}"/>
          </ac:spMkLst>
        </pc:spChg>
        <pc:spChg chg="mod">
          <ac:chgData name="Rajarajeshwari S" userId="e4d90711455572c4" providerId="LiveId" clId="{CCD4E902-00B9-4B30-B952-A9A7A2B9871A}" dt="2025-12-17T06:06:49.055" v="1065" actId="14100"/>
          <ac:spMkLst>
            <pc:docMk/>
            <pc:sldMk cId="1728633417" sldId="416"/>
            <ac:spMk id="3" creationId="{54ABC69D-836F-8E72-A6AE-CF2B60E08F13}"/>
          </ac:spMkLst>
        </pc:spChg>
      </pc:sldChg>
      <pc:sldChg chg="modSp add mod">
        <pc:chgData name="Rajarajeshwari S" userId="e4d90711455572c4" providerId="LiveId" clId="{CCD4E902-00B9-4B30-B952-A9A7A2B9871A}" dt="2025-12-16T06:55:56.830" v="1047" actId="20577"/>
        <pc:sldMkLst>
          <pc:docMk/>
          <pc:sldMk cId="1961556872" sldId="417"/>
        </pc:sldMkLst>
        <pc:spChg chg="mod">
          <ac:chgData name="Rajarajeshwari S" userId="e4d90711455572c4" providerId="LiveId" clId="{CCD4E902-00B9-4B30-B952-A9A7A2B9871A}" dt="2025-12-16T06:55:56.830" v="1047" actId="20577"/>
          <ac:spMkLst>
            <pc:docMk/>
            <pc:sldMk cId="1961556872" sldId="417"/>
            <ac:spMk id="2" creationId="{53DD7636-2D40-79FD-22A7-0F6D6F9BA7A9}"/>
          </ac:spMkLst>
        </pc:spChg>
        <pc:spChg chg="mod">
          <ac:chgData name="Rajarajeshwari S" userId="e4d90711455572c4" providerId="LiveId" clId="{CCD4E902-00B9-4B30-B952-A9A7A2B9871A}" dt="2025-12-16T06:55:40.689" v="1045" actId="14100"/>
          <ac:spMkLst>
            <pc:docMk/>
            <pc:sldMk cId="1961556872" sldId="417"/>
            <ac:spMk id="3" creationId="{0341BAD9-2FB0-8F43-310B-01394739165A}"/>
          </ac:spMkLst>
        </pc:spChg>
        <pc:picChg chg="mod">
          <ac:chgData name="Rajarajeshwari S" userId="e4d90711455572c4" providerId="LiveId" clId="{CCD4E902-00B9-4B30-B952-A9A7A2B9871A}" dt="2025-12-16T06:55:25.256" v="1038" actId="14100"/>
          <ac:picMkLst>
            <pc:docMk/>
            <pc:sldMk cId="1961556872" sldId="417"/>
            <ac:picMk id="4" creationId="{492F0103-84F1-D4F3-3F00-B95DC6C216CF}"/>
          </ac:picMkLst>
        </pc:picChg>
        <pc:picChg chg="mod">
          <ac:chgData name="Rajarajeshwari S" userId="e4d90711455572c4" providerId="LiveId" clId="{CCD4E902-00B9-4B30-B952-A9A7A2B9871A}" dt="2025-12-16T06:55:36.245" v="1043" actId="1076"/>
          <ac:picMkLst>
            <pc:docMk/>
            <pc:sldMk cId="1961556872" sldId="417"/>
            <ac:picMk id="1027" creationId="{9DF5CC22-2F5E-980B-10F6-95BB1B272D9B}"/>
          </ac:picMkLst>
        </pc:picChg>
      </pc:sldChg>
      <pc:sldChg chg="modSp add mod">
        <pc:chgData name="Rajarajeshwari S" userId="e4d90711455572c4" providerId="LiveId" clId="{CCD4E902-00B9-4B30-B952-A9A7A2B9871A}" dt="2025-12-16T06:55:04.963" v="1033" actId="14100"/>
        <pc:sldMkLst>
          <pc:docMk/>
          <pc:sldMk cId="0" sldId="418"/>
        </pc:sldMkLst>
        <pc:spChg chg="mod">
          <ac:chgData name="Rajarajeshwari S" userId="e4d90711455572c4" providerId="LiveId" clId="{CCD4E902-00B9-4B30-B952-A9A7A2B9871A}" dt="2025-12-16T06:55:04.963" v="1033" actId="14100"/>
          <ac:spMkLst>
            <pc:docMk/>
            <pc:sldMk cId="0" sldId="418"/>
            <ac:spMk id="3" creationId="{00000000-0000-0000-0000-000000000000}"/>
          </ac:spMkLst>
        </pc:spChg>
        <pc:picChg chg="mod">
          <ac:chgData name="Rajarajeshwari S" userId="e4d90711455572c4" providerId="LiveId" clId="{CCD4E902-00B9-4B30-B952-A9A7A2B9871A}" dt="2025-12-16T06:55:00.649" v="1032" actId="1076"/>
          <ac:picMkLst>
            <pc:docMk/>
            <pc:sldMk cId="0" sldId="418"/>
            <ac:picMk id="2050" creationId="{00000000-0000-0000-0000-000000000000}"/>
          </ac:picMkLst>
        </pc:picChg>
      </pc:sldChg>
      <pc:sldChg chg="modSp add mod">
        <pc:chgData name="Rajarajeshwari S" userId="e4d90711455572c4" providerId="LiveId" clId="{CCD4E902-00B9-4B30-B952-A9A7A2B9871A}" dt="2025-12-16T06:54:45.842" v="1024" actId="27636"/>
        <pc:sldMkLst>
          <pc:docMk/>
          <pc:sldMk cId="0" sldId="419"/>
        </pc:sldMkLst>
        <pc:spChg chg="mod">
          <ac:chgData name="Rajarajeshwari S" userId="e4d90711455572c4" providerId="LiveId" clId="{CCD4E902-00B9-4B30-B952-A9A7A2B9871A}" dt="2025-12-16T06:54:45.842" v="1024" actId="27636"/>
          <ac:spMkLst>
            <pc:docMk/>
            <pc:sldMk cId="0" sldId="419"/>
            <ac:spMk id="2" creationId="{00000000-0000-0000-0000-000000000000}"/>
          </ac:spMkLst>
        </pc:spChg>
      </pc:sldChg>
      <pc:sldChg chg="modSp add mod">
        <pc:chgData name="Rajarajeshwari S" userId="e4d90711455572c4" providerId="LiveId" clId="{CCD4E902-00B9-4B30-B952-A9A7A2B9871A}" dt="2025-12-16T06:54:53.548" v="1028" actId="1076"/>
        <pc:sldMkLst>
          <pc:docMk/>
          <pc:sldMk cId="0" sldId="420"/>
        </pc:sldMkLst>
        <pc:spChg chg="mod">
          <ac:chgData name="Rajarajeshwari S" userId="e4d90711455572c4" providerId="LiveId" clId="{CCD4E902-00B9-4B30-B952-A9A7A2B9871A}" dt="2025-12-16T06:54:45.842" v="1025" actId="27636"/>
          <ac:spMkLst>
            <pc:docMk/>
            <pc:sldMk cId="0" sldId="420"/>
            <ac:spMk id="2" creationId="{00000000-0000-0000-0000-000000000000}"/>
          </ac:spMkLst>
        </pc:spChg>
        <pc:picChg chg="mod">
          <ac:chgData name="Rajarajeshwari S" userId="e4d90711455572c4" providerId="LiveId" clId="{CCD4E902-00B9-4B30-B952-A9A7A2B9871A}" dt="2025-12-16T06:54:53.548" v="1028" actId="1076"/>
          <ac:picMkLst>
            <pc:docMk/>
            <pc:sldMk cId="0" sldId="420"/>
            <ac:picMk id="3074" creationId="{00000000-0000-0000-0000-000000000000}"/>
          </ac:picMkLst>
        </pc:picChg>
      </pc:sldChg>
      <pc:sldChg chg="addSp delSp modSp add mod">
        <pc:chgData name="Rajarajeshwari S" userId="e4d90711455572c4" providerId="LiveId" clId="{CCD4E902-00B9-4B30-B952-A9A7A2B9871A}" dt="2026-01-03T09:40:19.538" v="1834" actId="1076"/>
        <pc:sldMkLst>
          <pc:docMk/>
          <pc:sldMk cId="621463174" sldId="421"/>
        </pc:sldMkLst>
        <pc:spChg chg="mod">
          <ac:chgData name="Rajarajeshwari S" userId="e4d90711455572c4" providerId="LiveId" clId="{CCD4E902-00B9-4B30-B952-A9A7A2B9871A}" dt="2026-01-03T09:40:11.933" v="1831" actId="20577"/>
          <ac:spMkLst>
            <pc:docMk/>
            <pc:sldMk cId="621463174" sldId="421"/>
            <ac:spMk id="2" creationId="{363769BD-7C0E-F31B-442C-27CF6870570F}"/>
          </ac:spMkLst>
        </pc:spChg>
        <pc:picChg chg="add mod">
          <ac:chgData name="Rajarajeshwari S" userId="e4d90711455572c4" providerId="LiveId" clId="{CCD4E902-00B9-4B30-B952-A9A7A2B9871A}" dt="2026-01-03T09:40:19.538" v="1834" actId="1076"/>
          <ac:picMkLst>
            <pc:docMk/>
            <pc:sldMk cId="621463174" sldId="421"/>
            <ac:picMk id="1026" creationId="{633AD425-41D0-AD69-5D88-7AAFAC2CDBEB}"/>
          </ac:picMkLst>
        </pc:picChg>
      </pc:sldChg>
      <pc:sldChg chg="modSp add mod">
        <pc:chgData name="Rajarajeshwari S" userId="e4d90711455572c4" providerId="LiveId" clId="{CCD4E902-00B9-4B30-B952-A9A7A2B9871A}" dt="2026-01-03T07:54:08.013" v="1067" actId="27636"/>
        <pc:sldMkLst>
          <pc:docMk/>
          <pc:sldMk cId="0" sldId="422"/>
        </pc:sldMkLst>
        <pc:spChg chg="mod">
          <ac:chgData name="Rajarajeshwari S" userId="e4d90711455572c4" providerId="LiveId" clId="{CCD4E902-00B9-4B30-B952-A9A7A2B9871A}" dt="2026-01-03T07:54:08.013" v="1067" actId="27636"/>
          <ac:spMkLst>
            <pc:docMk/>
            <pc:sldMk cId="0" sldId="422"/>
            <ac:spMk id="2" creationId="{00000000-0000-0000-0000-000000000000}"/>
          </ac:spMkLst>
        </pc:spChg>
      </pc:sldChg>
      <pc:sldChg chg="modSp add mod">
        <pc:chgData name="Rajarajeshwari S" userId="e4d90711455572c4" providerId="LiveId" clId="{CCD4E902-00B9-4B30-B952-A9A7A2B9871A}" dt="2026-01-03T07:54:58.429" v="1094" actId="1076"/>
        <pc:sldMkLst>
          <pc:docMk/>
          <pc:sldMk cId="0" sldId="423"/>
        </pc:sldMkLst>
        <pc:spChg chg="mod">
          <ac:chgData name="Rajarajeshwari S" userId="e4d90711455572c4" providerId="LiveId" clId="{CCD4E902-00B9-4B30-B952-A9A7A2B9871A}" dt="2026-01-03T07:54:52.010" v="1092" actId="113"/>
          <ac:spMkLst>
            <pc:docMk/>
            <pc:sldMk cId="0" sldId="423"/>
            <ac:spMk id="3" creationId="{00000000-0000-0000-0000-000000000000}"/>
          </ac:spMkLst>
        </pc:spChg>
        <pc:picChg chg="mod">
          <ac:chgData name="Rajarajeshwari S" userId="e4d90711455572c4" providerId="LiveId" clId="{CCD4E902-00B9-4B30-B952-A9A7A2B9871A}" dt="2026-01-03T07:54:56.753" v="1093" actId="1076"/>
          <ac:picMkLst>
            <pc:docMk/>
            <pc:sldMk cId="0" sldId="423"/>
            <ac:picMk id="1026" creationId="{00000000-0000-0000-0000-000000000000}"/>
          </ac:picMkLst>
        </pc:picChg>
        <pc:picChg chg="mod">
          <ac:chgData name="Rajarajeshwari S" userId="e4d90711455572c4" providerId="LiveId" clId="{CCD4E902-00B9-4B30-B952-A9A7A2B9871A}" dt="2026-01-03T07:54:58.429" v="1094" actId="1076"/>
          <ac:picMkLst>
            <pc:docMk/>
            <pc:sldMk cId="0" sldId="423"/>
            <ac:picMk id="1027" creationId="{00000000-0000-0000-0000-000000000000}"/>
          </ac:picMkLst>
        </pc:picChg>
      </pc:sldChg>
      <pc:sldChg chg="modSp add mod">
        <pc:chgData name="Rajarajeshwari S" userId="e4d90711455572c4" providerId="LiveId" clId="{CCD4E902-00B9-4B30-B952-A9A7A2B9871A}" dt="2026-01-03T07:55:05.238" v="1095" actId="1076"/>
        <pc:sldMkLst>
          <pc:docMk/>
          <pc:sldMk cId="0" sldId="424"/>
        </pc:sldMkLst>
        <pc:spChg chg="mod">
          <ac:chgData name="Rajarajeshwari S" userId="e4d90711455572c4" providerId="LiveId" clId="{CCD4E902-00B9-4B30-B952-A9A7A2B9871A}" dt="2026-01-03T07:54:08.029" v="1068" actId="27636"/>
          <ac:spMkLst>
            <pc:docMk/>
            <pc:sldMk cId="0" sldId="424"/>
            <ac:spMk id="3" creationId="{00000000-0000-0000-0000-000000000000}"/>
          </ac:spMkLst>
        </pc:spChg>
        <pc:picChg chg="mod">
          <ac:chgData name="Rajarajeshwari S" userId="e4d90711455572c4" providerId="LiveId" clId="{CCD4E902-00B9-4B30-B952-A9A7A2B9871A}" dt="2026-01-03T07:55:05.238" v="1095" actId="1076"/>
          <ac:picMkLst>
            <pc:docMk/>
            <pc:sldMk cId="0" sldId="424"/>
            <ac:picMk id="2050" creationId="{00000000-0000-0000-0000-000000000000}"/>
          </ac:picMkLst>
        </pc:picChg>
      </pc:sldChg>
      <pc:sldChg chg="modSp add mod">
        <pc:chgData name="Rajarajeshwari S" userId="e4d90711455572c4" providerId="LiveId" clId="{CCD4E902-00B9-4B30-B952-A9A7A2B9871A}" dt="2026-01-03T07:54:08.045" v="1069" actId="27636"/>
        <pc:sldMkLst>
          <pc:docMk/>
          <pc:sldMk cId="0" sldId="425"/>
        </pc:sldMkLst>
        <pc:spChg chg="mod">
          <ac:chgData name="Rajarajeshwari S" userId="e4d90711455572c4" providerId="LiveId" clId="{CCD4E902-00B9-4B30-B952-A9A7A2B9871A}" dt="2026-01-03T07:54:08.045" v="1069" actId="27636"/>
          <ac:spMkLst>
            <pc:docMk/>
            <pc:sldMk cId="0" sldId="425"/>
            <ac:spMk id="2" creationId="{00000000-0000-0000-0000-000000000000}"/>
          </ac:spMkLst>
        </pc:spChg>
      </pc:sldChg>
      <pc:sldChg chg="modSp add mod">
        <pc:chgData name="Rajarajeshwari S" userId="e4d90711455572c4" providerId="LiveId" clId="{CCD4E902-00B9-4B30-B952-A9A7A2B9871A}" dt="2026-01-03T07:54:08.060" v="1070" actId="27636"/>
        <pc:sldMkLst>
          <pc:docMk/>
          <pc:sldMk cId="0" sldId="426"/>
        </pc:sldMkLst>
        <pc:spChg chg="mod">
          <ac:chgData name="Rajarajeshwari S" userId="e4d90711455572c4" providerId="LiveId" clId="{CCD4E902-00B9-4B30-B952-A9A7A2B9871A}" dt="2026-01-03T07:54:08.060" v="1070" actId="27636"/>
          <ac:spMkLst>
            <pc:docMk/>
            <pc:sldMk cId="0" sldId="426"/>
            <ac:spMk id="3" creationId="{00000000-0000-0000-0000-000000000000}"/>
          </ac:spMkLst>
        </pc:spChg>
      </pc:sldChg>
      <pc:sldChg chg="modSp add mod">
        <pc:chgData name="Rajarajeshwari S" userId="e4d90711455572c4" providerId="LiveId" clId="{CCD4E902-00B9-4B30-B952-A9A7A2B9871A}" dt="2026-01-03T07:55:25.751" v="1098" actId="1076"/>
        <pc:sldMkLst>
          <pc:docMk/>
          <pc:sldMk cId="0" sldId="427"/>
        </pc:sldMkLst>
        <pc:spChg chg="mod">
          <ac:chgData name="Rajarajeshwari S" userId="e4d90711455572c4" providerId="LiveId" clId="{CCD4E902-00B9-4B30-B952-A9A7A2B9871A}" dt="2026-01-03T07:54:08.068" v="1071" actId="27636"/>
          <ac:spMkLst>
            <pc:docMk/>
            <pc:sldMk cId="0" sldId="427"/>
            <ac:spMk id="2" creationId="{00000000-0000-0000-0000-000000000000}"/>
          </ac:spMkLst>
        </pc:spChg>
        <pc:picChg chg="mod">
          <ac:chgData name="Rajarajeshwari S" userId="e4d90711455572c4" providerId="LiveId" clId="{CCD4E902-00B9-4B30-B952-A9A7A2B9871A}" dt="2026-01-03T07:55:18.764" v="1097" actId="14100"/>
          <ac:picMkLst>
            <pc:docMk/>
            <pc:sldMk cId="0" sldId="427"/>
            <ac:picMk id="2050" creationId="{00000000-0000-0000-0000-000000000000}"/>
          </ac:picMkLst>
        </pc:picChg>
        <pc:picChg chg="mod">
          <ac:chgData name="Rajarajeshwari S" userId="e4d90711455572c4" providerId="LiveId" clId="{CCD4E902-00B9-4B30-B952-A9A7A2B9871A}" dt="2026-01-03T07:55:25.751" v="1098" actId="1076"/>
          <ac:picMkLst>
            <pc:docMk/>
            <pc:sldMk cId="0" sldId="427"/>
            <ac:picMk id="2051" creationId="{00000000-0000-0000-0000-000000000000}"/>
          </ac:picMkLst>
        </pc:picChg>
      </pc:sldChg>
      <pc:sldChg chg="modSp add mod">
        <pc:chgData name="Rajarajeshwari S" userId="e4d90711455572c4" providerId="LiveId" clId="{CCD4E902-00B9-4B30-B952-A9A7A2B9871A}" dt="2026-01-03T08:00:31.951" v="1132" actId="1076"/>
        <pc:sldMkLst>
          <pc:docMk/>
          <pc:sldMk cId="0" sldId="428"/>
        </pc:sldMkLst>
        <pc:spChg chg="mod">
          <ac:chgData name="Rajarajeshwari S" userId="e4d90711455572c4" providerId="LiveId" clId="{CCD4E902-00B9-4B30-B952-A9A7A2B9871A}" dt="2026-01-03T07:54:08.074" v="1072" actId="27636"/>
          <ac:spMkLst>
            <pc:docMk/>
            <pc:sldMk cId="0" sldId="428"/>
            <ac:spMk id="2" creationId="{00000000-0000-0000-0000-000000000000}"/>
          </ac:spMkLst>
        </pc:spChg>
        <pc:picChg chg="mod">
          <ac:chgData name="Rajarajeshwari S" userId="e4d90711455572c4" providerId="LiveId" clId="{CCD4E902-00B9-4B30-B952-A9A7A2B9871A}" dt="2026-01-03T08:00:31.951" v="1132" actId="1076"/>
          <ac:picMkLst>
            <pc:docMk/>
            <pc:sldMk cId="0" sldId="428"/>
            <ac:picMk id="4098" creationId="{00000000-0000-0000-0000-000000000000}"/>
          </ac:picMkLst>
        </pc:picChg>
      </pc:sldChg>
      <pc:sldChg chg="add">
        <pc:chgData name="Rajarajeshwari S" userId="e4d90711455572c4" providerId="LiveId" clId="{CCD4E902-00B9-4B30-B952-A9A7A2B9871A}" dt="2026-01-03T07:54:07.910" v="1066"/>
        <pc:sldMkLst>
          <pc:docMk/>
          <pc:sldMk cId="0" sldId="429"/>
        </pc:sldMkLst>
      </pc:sldChg>
      <pc:sldChg chg="modSp add mod">
        <pc:chgData name="Rajarajeshwari S" userId="e4d90711455572c4" providerId="LiveId" clId="{CCD4E902-00B9-4B30-B952-A9A7A2B9871A}" dt="2026-01-03T07:55:39.712" v="1100" actId="1076"/>
        <pc:sldMkLst>
          <pc:docMk/>
          <pc:sldMk cId="0" sldId="430"/>
        </pc:sldMkLst>
        <pc:spChg chg="mod">
          <ac:chgData name="Rajarajeshwari S" userId="e4d90711455572c4" providerId="LiveId" clId="{CCD4E902-00B9-4B30-B952-A9A7A2B9871A}" dt="2026-01-03T07:54:08.082" v="1074" actId="27636"/>
          <ac:spMkLst>
            <pc:docMk/>
            <pc:sldMk cId="0" sldId="430"/>
            <ac:spMk id="2" creationId="{00000000-0000-0000-0000-000000000000}"/>
          </ac:spMkLst>
        </pc:spChg>
        <pc:picChg chg="mod">
          <ac:chgData name="Rajarajeshwari S" userId="e4d90711455572c4" providerId="LiveId" clId="{CCD4E902-00B9-4B30-B952-A9A7A2B9871A}" dt="2026-01-03T07:55:39.712" v="1100" actId="1076"/>
          <ac:picMkLst>
            <pc:docMk/>
            <pc:sldMk cId="0" sldId="430"/>
            <ac:picMk id="5122" creationId="{00000000-0000-0000-0000-000000000000}"/>
          </ac:picMkLst>
        </pc:picChg>
      </pc:sldChg>
      <pc:sldChg chg="modSp add mod">
        <pc:chgData name="Rajarajeshwari S" userId="e4d90711455572c4" providerId="LiveId" clId="{CCD4E902-00B9-4B30-B952-A9A7A2B9871A}" dt="2026-01-03T07:54:08.097" v="1075" actId="27636"/>
        <pc:sldMkLst>
          <pc:docMk/>
          <pc:sldMk cId="0" sldId="431"/>
        </pc:sldMkLst>
        <pc:spChg chg="mod">
          <ac:chgData name="Rajarajeshwari S" userId="e4d90711455572c4" providerId="LiveId" clId="{CCD4E902-00B9-4B30-B952-A9A7A2B9871A}" dt="2026-01-03T07:54:08.097" v="1075" actId="27636"/>
          <ac:spMkLst>
            <pc:docMk/>
            <pc:sldMk cId="0" sldId="431"/>
            <ac:spMk id="2" creationId="{00000000-0000-0000-0000-000000000000}"/>
          </ac:spMkLst>
        </pc:spChg>
      </pc:sldChg>
      <pc:sldChg chg="modSp add mod">
        <pc:chgData name="Rajarajeshwari S" userId="e4d90711455572c4" providerId="LiveId" clId="{CCD4E902-00B9-4B30-B952-A9A7A2B9871A}" dt="2026-01-03T07:54:08.106" v="1076" actId="27636"/>
        <pc:sldMkLst>
          <pc:docMk/>
          <pc:sldMk cId="0" sldId="432"/>
        </pc:sldMkLst>
        <pc:spChg chg="mod">
          <ac:chgData name="Rajarajeshwari S" userId="e4d90711455572c4" providerId="LiveId" clId="{CCD4E902-00B9-4B30-B952-A9A7A2B9871A}" dt="2026-01-03T07:54:08.106" v="1076" actId="27636"/>
          <ac:spMkLst>
            <pc:docMk/>
            <pc:sldMk cId="0" sldId="432"/>
            <ac:spMk id="2" creationId="{00000000-0000-0000-0000-000000000000}"/>
          </ac:spMkLst>
        </pc:spChg>
      </pc:sldChg>
      <pc:sldChg chg="modSp add mod">
        <pc:chgData name="Rajarajeshwari S" userId="e4d90711455572c4" providerId="LiveId" clId="{CCD4E902-00B9-4B30-B952-A9A7A2B9871A}" dt="2026-01-03T07:54:08.116" v="1078" actId="27636"/>
        <pc:sldMkLst>
          <pc:docMk/>
          <pc:sldMk cId="0" sldId="433"/>
        </pc:sldMkLst>
        <pc:spChg chg="mod">
          <ac:chgData name="Rajarajeshwari S" userId="e4d90711455572c4" providerId="LiveId" clId="{CCD4E902-00B9-4B30-B952-A9A7A2B9871A}" dt="2026-01-03T07:54:08.116" v="1078" actId="27636"/>
          <ac:spMkLst>
            <pc:docMk/>
            <pc:sldMk cId="0" sldId="433"/>
            <ac:spMk id="2" creationId="{00000000-0000-0000-0000-000000000000}"/>
          </ac:spMkLst>
        </pc:spChg>
        <pc:spChg chg="mod">
          <ac:chgData name="Rajarajeshwari S" userId="e4d90711455572c4" providerId="LiveId" clId="{CCD4E902-00B9-4B30-B952-A9A7A2B9871A}" dt="2026-01-03T07:54:08.116" v="1077" actId="27636"/>
          <ac:spMkLst>
            <pc:docMk/>
            <pc:sldMk cId="0" sldId="433"/>
            <ac:spMk id="3" creationId="{00000000-0000-0000-0000-000000000000}"/>
          </ac:spMkLst>
        </pc:spChg>
      </pc:sldChg>
      <pc:sldChg chg="modSp add mod">
        <pc:chgData name="Rajarajeshwari S" userId="e4d90711455572c4" providerId="LiveId" clId="{CCD4E902-00B9-4B30-B952-A9A7A2B9871A}" dt="2026-01-03T08:03:39.348" v="1155" actId="20577"/>
        <pc:sldMkLst>
          <pc:docMk/>
          <pc:sldMk cId="0" sldId="434"/>
        </pc:sldMkLst>
        <pc:spChg chg="mod">
          <ac:chgData name="Rajarajeshwari S" userId="e4d90711455572c4" providerId="LiveId" clId="{CCD4E902-00B9-4B30-B952-A9A7A2B9871A}" dt="2026-01-03T08:03:39.348" v="1155" actId="20577"/>
          <ac:spMkLst>
            <pc:docMk/>
            <pc:sldMk cId="0" sldId="434"/>
            <ac:spMk id="2" creationId="{00000000-0000-0000-0000-000000000000}"/>
          </ac:spMkLst>
        </pc:spChg>
      </pc:sldChg>
      <pc:sldChg chg="modSp add mod">
        <pc:chgData name="Rajarajeshwari S" userId="e4d90711455572c4" providerId="LiveId" clId="{CCD4E902-00B9-4B30-B952-A9A7A2B9871A}" dt="2026-01-03T07:55:55.002" v="1102" actId="1076"/>
        <pc:sldMkLst>
          <pc:docMk/>
          <pc:sldMk cId="0" sldId="435"/>
        </pc:sldMkLst>
        <pc:spChg chg="mod">
          <ac:chgData name="Rajarajeshwari S" userId="e4d90711455572c4" providerId="LiveId" clId="{CCD4E902-00B9-4B30-B952-A9A7A2B9871A}" dt="2026-01-03T07:54:08.123" v="1080" actId="27636"/>
          <ac:spMkLst>
            <pc:docMk/>
            <pc:sldMk cId="0" sldId="435"/>
            <ac:spMk id="2" creationId="{00000000-0000-0000-0000-000000000000}"/>
          </ac:spMkLst>
        </pc:spChg>
        <pc:picChg chg="mod">
          <ac:chgData name="Rajarajeshwari S" userId="e4d90711455572c4" providerId="LiveId" clId="{CCD4E902-00B9-4B30-B952-A9A7A2B9871A}" dt="2026-01-03T07:55:52.048" v="1101" actId="1076"/>
          <ac:picMkLst>
            <pc:docMk/>
            <pc:sldMk cId="0" sldId="435"/>
            <ac:picMk id="8194" creationId="{00000000-0000-0000-0000-000000000000}"/>
          </ac:picMkLst>
        </pc:picChg>
        <pc:picChg chg="mod">
          <ac:chgData name="Rajarajeshwari S" userId="e4d90711455572c4" providerId="LiveId" clId="{CCD4E902-00B9-4B30-B952-A9A7A2B9871A}" dt="2026-01-03T07:55:55.002" v="1102" actId="1076"/>
          <ac:picMkLst>
            <pc:docMk/>
            <pc:sldMk cId="0" sldId="435"/>
            <ac:picMk id="8195" creationId="{00000000-0000-0000-0000-000000000000}"/>
          </ac:picMkLst>
        </pc:picChg>
      </pc:sldChg>
      <pc:sldChg chg="modSp add mod">
        <pc:chgData name="Rajarajeshwari S" userId="e4d90711455572c4" providerId="LiveId" clId="{CCD4E902-00B9-4B30-B952-A9A7A2B9871A}" dt="2026-01-03T07:56:12.322" v="1107" actId="1076"/>
        <pc:sldMkLst>
          <pc:docMk/>
          <pc:sldMk cId="0" sldId="436"/>
        </pc:sldMkLst>
        <pc:spChg chg="mod">
          <ac:chgData name="Rajarajeshwari S" userId="e4d90711455572c4" providerId="LiveId" clId="{CCD4E902-00B9-4B30-B952-A9A7A2B9871A}" dt="2026-01-03T07:54:08.123" v="1081" actId="27636"/>
          <ac:spMkLst>
            <pc:docMk/>
            <pc:sldMk cId="0" sldId="436"/>
            <ac:spMk id="2" creationId="{00000000-0000-0000-0000-000000000000}"/>
          </ac:spMkLst>
        </pc:spChg>
        <pc:picChg chg="mod">
          <ac:chgData name="Rajarajeshwari S" userId="e4d90711455572c4" providerId="LiveId" clId="{CCD4E902-00B9-4B30-B952-A9A7A2B9871A}" dt="2026-01-03T07:56:12.322" v="1107" actId="1076"/>
          <ac:picMkLst>
            <pc:docMk/>
            <pc:sldMk cId="0" sldId="436"/>
            <ac:picMk id="1026" creationId="{00000000-0000-0000-0000-000000000000}"/>
          </ac:picMkLst>
        </pc:picChg>
        <pc:picChg chg="mod">
          <ac:chgData name="Rajarajeshwari S" userId="e4d90711455572c4" providerId="LiveId" clId="{CCD4E902-00B9-4B30-B952-A9A7A2B9871A}" dt="2026-01-03T07:56:05.903" v="1105" actId="14100"/>
          <ac:picMkLst>
            <pc:docMk/>
            <pc:sldMk cId="0" sldId="436"/>
            <ac:picMk id="9218" creationId="{00000000-0000-0000-0000-000000000000}"/>
          </ac:picMkLst>
        </pc:picChg>
      </pc:sldChg>
      <pc:sldChg chg="modSp add mod">
        <pc:chgData name="Rajarajeshwari S" userId="e4d90711455572c4" providerId="LiveId" clId="{CCD4E902-00B9-4B30-B952-A9A7A2B9871A}" dt="2026-01-03T07:56:45.627" v="1111" actId="14100"/>
        <pc:sldMkLst>
          <pc:docMk/>
          <pc:sldMk cId="0" sldId="437"/>
        </pc:sldMkLst>
        <pc:spChg chg="mod">
          <ac:chgData name="Rajarajeshwari S" userId="e4d90711455572c4" providerId="LiveId" clId="{CCD4E902-00B9-4B30-B952-A9A7A2B9871A}" dt="2026-01-03T07:56:45.627" v="1111" actId="14100"/>
          <ac:spMkLst>
            <pc:docMk/>
            <pc:sldMk cId="0" sldId="437"/>
            <ac:spMk id="3" creationId="{00000000-0000-0000-0000-000000000000}"/>
          </ac:spMkLst>
        </pc:spChg>
        <pc:picChg chg="mod">
          <ac:chgData name="Rajarajeshwari S" userId="e4d90711455572c4" providerId="LiveId" clId="{CCD4E902-00B9-4B30-B952-A9A7A2B9871A}" dt="2026-01-03T07:56:34.203" v="1110" actId="1076"/>
          <ac:picMkLst>
            <pc:docMk/>
            <pc:sldMk cId="0" sldId="437"/>
            <ac:picMk id="2050" creationId="{00000000-0000-0000-0000-000000000000}"/>
          </ac:picMkLst>
        </pc:picChg>
      </pc:sldChg>
      <pc:sldChg chg="modSp add mod">
        <pc:chgData name="Rajarajeshwari S" userId="e4d90711455572c4" providerId="LiveId" clId="{CCD4E902-00B9-4B30-B952-A9A7A2B9871A}" dt="2026-01-03T07:54:08.139" v="1082" actId="27636"/>
        <pc:sldMkLst>
          <pc:docMk/>
          <pc:sldMk cId="0" sldId="438"/>
        </pc:sldMkLst>
        <pc:spChg chg="mod">
          <ac:chgData name="Rajarajeshwari S" userId="e4d90711455572c4" providerId="LiveId" clId="{CCD4E902-00B9-4B30-B952-A9A7A2B9871A}" dt="2026-01-03T07:54:08.139" v="1082" actId="27636"/>
          <ac:spMkLst>
            <pc:docMk/>
            <pc:sldMk cId="0" sldId="438"/>
            <ac:spMk id="2" creationId="{00000000-0000-0000-0000-000000000000}"/>
          </ac:spMkLst>
        </pc:spChg>
      </pc:sldChg>
      <pc:sldChg chg="modSp add mod">
        <pc:chgData name="Rajarajeshwari S" userId="e4d90711455572c4" providerId="LiveId" clId="{CCD4E902-00B9-4B30-B952-A9A7A2B9871A}" dt="2026-01-03T07:54:08.139" v="1083" actId="27636"/>
        <pc:sldMkLst>
          <pc:docMk/>
          <pc:sldMk cId="0" sldId="439"/>
        </pc:sldMkLst>
        <pc:spChg chg="mod">
          <ac:chgData name="Rajarajeshwari S" userId="e4d90711455572c4" providerId="LiveId" clId="{CCD4E902-00B9-4B30-B952-A9A7A2B9871A}" dt="2026-01-03T07:54:08.139" v="1083" actId="27636"/>
          <ac:spMkLst>
            <pc:docMk/>
            <pc:sldMk cId="0" sldId="439"/>
            <ac:spMk id="2" creationId="{00000000-0000-0000-0000-000000000000}"/>
          </ac:spMkLst>
        </pc:spChg>
      </pc:sldChg>
      <pc:sldChg chg="modSp add mod">
        <pc:chgData name="Rajarajeshwari S" userId="e4d90711455572c4" providerId="LiveId" clId="{CCD4E902-00B9-4B30-B952-A9A7A2B9871A}" dt="2026-01-03T07:54:08.157" v="1084" actId="27636"/>
        <pc:sldMkLst>
          <pc:docMk/>
          <pc:sldMk cId="0" sldId="440"/>
        </pc:sldMkLst>
        <pc:spChg chg="mod">
          <ac:chgData name="Rajarajeshwari S" userId="e4d90711455572c4" providerId="LiveId" clId="{CCD4E902-00B9-4B30-B952-A9A7A2B9871A}" dt="2026-01-03T07:54:08.157" v="1084" actId="27636"/>
          <ac:spMkLst>
            <pc:docMk/>
            <pc:sldMk cId="0" sldId="440"/>
            <ac:spMk id="2" creationId="{00000000-0000-0000-0000-000000000000}"/>
          </ac:spMkLst>
        </pc:spChg>
      </pc:sldChg>
      <pc:sldChg chg="modSp add mod">
        <pc:chgData name="Rajarajeshwari S" userId="e4d90711455572c4" providerId="LiveId" clId="{CCD4E902-00B9-4B30-B952-A9A7A2B9871A}" dt="2026-01-03T07:54:08.160" v="1085" actId="27636"/>
        <pc:sldMkLst>
          <pc:docMk/>
          <pc:sldMk cId="0" sldId="441"/>
        </pc:sldMkLst>
        <pc:spChg chg="mod">
          <ac:chgData name="Rajarajeshwari S" userId="e4d90711455572c4" providerId="LiveId" clId="{CCD4E902-00B9-4B30-B952-A9A7A2B9871A}" dt="2026-01-03T07:54:08.160" v="1085" actId="27636"/>
          <ac:spMkLst>
            <pc:docMk/>
            <pc:sldMk cId="0" sldId="441"/>
            <ac:spMk id="2" creationId="{00000000-0000-0000-0000-000000000000}"/>
          </ac:spMkLst>
        </pc:spChg>
      </pc:sldChg>
      <pc:sldChg chg="modSp new mod">
        <pc:chgData name="Rajarajeshwari S" userId="e4d90711455572c4" providerId="LiveId" clId="{CCD4E902-00B9-4B30-B952-A9A7A2B9871A}" dt="2026-01-03T07:58:19.190" v="1129" actId="27636"/>
        <pc:sldMkLst>
          <pc:docMk/>
          <pc:sldMk cId="940599760" sldId="442"/>
        </pc:sldMkLst>
        <pc:spChg chg="mod">
          <ac:chgData name="Rajarajeshwari S" userId="e4d90711455572c4" providerId="LiveId" clId="{CCD4E902-00B9-4B30-B952-A9A7A2B9871A}" dt="2026-01-03T07:58:07.666" v="1125" actId="20577"/>
          <ac:spMkLst>
            <pc:docMk/>
            <pc:sldMk cId="940599760" sldId="442"/>
            <ac:spMk id="2" creationId="{8B0001A9-9DEC-0B62-1188-1243910B0826}"/>
          </ac:spMkLst>
        </pc:spChg>
        <pc:spChg chg="mod">
          <ac:chgData name="Rajarajeshwari S" userId="e4d90711455572c4" providerId="LiveId" clId="{CCD4E902-00B9-4B30-B952-A9A7A2B9871A}" dt="2026-01-03T07:58:19.190" v="1129" actId="27636"/>
          <ac:spMkLst>
            <pc:docMk/>
            <pc:sldMk cId="940599760" sldId="442"/>
            <ac:spMk id="3" creationId="{72D15B91-A387-08FE-B08D-A8488437E41F}"/>
          </ac:spMkLst>
        </pc:spChg>
      </pc:sldChg>
      <pc:sldChg chg="modSp new mod">
        <pc:chgData name="Rajarajeshwari S" userId="e4d90711455572c4" providerId="LiveId" clId="{CCD4E902-00B9-4B30-B952-A9A7A2B9871A}" dt="2026-01-03T08:03:01.792" v="1145" actId="27636"/>
        <pc:sldMkLst>
          <pc:docMk/>
          <pc:sldMk cId="98340570" sldId="443"/>
        </pc:sldMkLst>
        <pc:spChg chg="mod">
          <ac:chgData name="Rajarajeshwari S" userId="e4d90711455572c4" providerId="LiveId" clId="{CCD4E902-00B9-4B30-B952-A9A7A2B9871A}" dt="2026-01-03T08:02:04.735" v="1141" actId="20577"/>
          <ac:spMkLst>
            <pc:docMk/>
            <pc:sldMk cId="98340570" sldId="443"/>
            <ac:spMk id="2" creationId="{B3E1DBCC-863B-FC31-EFCF-6911C6CFD38A}"/>
          </ac:spMkLst>
        </pc:spChg>
        <pc:spChg chg="mod">
          <ac:chgData name="Rajarajeshwari S" userId="e4d90711455572c4" providerId="LiveId" clId="{CCD4E902-00B9-4B30-B952-A9A7A2B9871A}" dt="2026-01-03T08:03:01.792" v="1145" actId="27636"/>
          <ac:spMkLst>
            <pc:docMk/>
            <pc:sldMk cId="98340570" sldId="443"/>
            <ac:spMk id="3" creationId="{09057281-79A1-E749-6EFB-3DB283C3439B}"/>
          </ac:spMkLst>
        </pc:spChg>
      </pc:sldChg>
      <pc:sldChg chg="modSp new mod">
        <pc:chgData name="Rajarajeshwari S" userId="e4d90711455572c4" providerId="LiveId" clId="{CCD4E902-00B9-4B30-B952-A9A7A2B9871A}" dt="2026-01-03T08:05:15.220" v="1168" actId="27636"/>
        <pc:sldMkLst>
          <pc:docMk/>
          <pc:sldMk cId="2302974117" sldId="444"/>
        </pc:sldMkLst>
        <pc:spChg chg="mod">
          <ac:chgData name="Rajarajeshwari S" userId="e4d90711455572c4" providerId="LiveId" clId="{CCD4E902-00B9-4B30-B952-A9A7A2B9871A}" dt="2026-01-03T08:04:15.245" v="1164" actId="20577"/>
          <ac:spMkLst>
            <pc:docMk/>
            <pc:sldMk cId="2302974117" sldId="444"/>
            <ac:spMk id="2" creationId="{75121413-56BC-9FF0-3EE3-8E770F93AF6B}"/>
          </ac:spMkLst>
        </pc:spChg>
        <pc:spChg chg="mod">
          <ac:chgData name="Rajarajeshwari S" userId="e4d90711455572c4" providerId="LiveId" clId="{CCD4E902-00B9-4B30-B952-A9A7A2B9871A}" dt="2026-01-03T08:05:15.220" v="1168" actId="27636"/>
          <ac:spMkLst>
            <pc:docMk/>
            <pc:sldMk cId="2302974117" sldId="444"/>
            <ac:spMk id="3" creationId="{D0A38B5B-9C17-2494-4A22-F268BE58690A}"/>
          </ac:spMkLst>
        </pc:spChg>
      </pc:sldChg>
      <pc:sldChg chg="modSp new mod">
        <pc:chgData name="Rajarajeshwari S" userId="e4d90711455572c4" providerId="LiveId" clId="{CCD4E902-00B9-4B30-B952-A9A7A2B9871A}" dt="2026-01-03T08:06:16.123" v="1181" actId="27636"/>
        <pc:sldMkLst>
          <pc:docMk/>
          <pc:sldMk cId="2179143199" sldId="445"/>
        </pc:sldMkLst>
        <pc:spChg chg="mod">
          <ac:chgData name="Rajarajeshwari S" userId="e4d90711455572c4" providerId="LiveId" clId="{CCD4E902-00B9-4B30-B952-A9A7A2B9871A}" dt="2026-01-03T08:05:38.986" v="1177" actId="20577"/>
          <ac:spMkLst>
            <pc:docMk/>
            <pc:sldMk cId="2179143199" sldId="445"/>
            <ac:spMk id="2" creationId="{8A320D2F-F288-DE56-C83B-DD137E845378}"/>
          </ac:spMkLst>
        </pc:spChg>
        <pc:spChg chg="mod">
          <ac:chgData name="Rajarajeshwari S" userId="e4d90711455572c4" providerId="LiveId" clId="{CCD4E902-00B9-4B30-B952-A9A7A2B9871A}" dt="2026-01-03T08:06:16.123" v="1181" actId="27636"/>
          <ac:spMkLst>
            <pc:docMk/>
            <pc:sldMk cId="2179143199" sldId="445"/>
            <ac:spMk id="3" creationId="{F37D83BB-8F92-4127-8FD6-1F8F27B6F679}"/>
          </ac:spMkLst>
        </pc:spChg>
      </pc:sldChg>
      <pc:sldChg chg="modSp new mod">
        <pc:chgData name="Rajarajeshwari S" userId="e4d90711455572c4" providerId="LiveId" clId="{CCD4E902-00B9-4B30-B952-A9A7A2B9871A}" dt="2026-01-03T08:20:11.884" v="1548" actId="27636"/>
        <pc:sldMkLst>
          <pc:docMk/>
          <pc:sldMk cId="2970309808" sldId="446"/>
        </pc:sldMkLst>
        <pc:spChg chg="mod">
          <ac:chgData name="Rajarajeshwari S" userId="e4d90711455572c4" providerId="LiveId" clId="{CCD4E902-00B9-4B30-B952-A9A7A2B9871A}" dt="2026-01-03T08:20:11.884" v="1548" actId="27636"/>
          <ac:spMkLst>
            <pc:docMk/>
            <pc:sldMk cId="2970309808" sldId="446"/>
            <ac:spMk id="2" creationId="{655BBBDE-74BD-578E-67F4-EF7221DE8A07}"/>
          </ac:spMkLst>
        </pc:spChg>
      </pc:sldChg>
      <pc:sldChg chg="modSp new mod">
        <pc:chgData name="Rajarajeshwari S" userId="e4d90711455572c4" providerId="LiveId" clId="{CCD4E902-00B9-4B30-B952-A9A7A2B9871A}" dt="2026-01-05T03:41:01.588" v="3642" actId="27636"/>
        <pc:sldMkLst>
          <pc:docMk/>
          <pc:sldMk cId="298208366" sldId="447"/>
        </pc:sldMkLst>
        <pc:spChg chg="mod">
          <ac:chgData name="Rajarajeshwari S" userId="e4d90711455572c4" providerId="LiveId" clId="{CCD4E902-00B9-4B30-B952-A9A7A2B9871A}" dt="2026-01-03T08:51:55.052" v="1800" actId="20577"/>
          <ac:spMkLst>
            <pc:docMk/>
            <pc:sldMk cId="298208366" sldId="447"/>
            <ac:spMk id="2" creationId="{B8006D7D-92A8-962D-179E-0DE1C6FE9E26}"/>
          </ac:spMkLst>
        </pc:spChg>
        <pc:spChg chg="mod">
          <ac:chgData name="Rajarajeshwari S" userId="e4d90711455572c4" providerId="LiveId" clId="{CCD4E902-00B9-4B30-B952-A9A7A2B9871A}" dt="2026-01-05T03:41:01.588" v="3642" actId="27636"/>
          <ac:spMkLst>
            <pc:docMk/>
            <pc:sldMk cId="298208366" sldId="447"/>
            <ac:spMk id="3" creationId="{ADD9F2F6-4723-1FE0-0566-C090A41A889B}"/>
          </ac:spMkLst>
        </pc:spChg>
      </pc:sldChg>
      <pc:sldChg chg="addSp delSp modSp new mod">
        <pc:chgData name="Rajarajeshwari S" userId="e4d90711455572c4" providerId="LiveId" clId="{CCD4E902-00B9-4B30-B952-A9A7A2B9871A}" dt="2026-01-03T09:41:45.180" v="1853" actId="27636"/>
        <pc:sldMkLst>
          <pc:docMk/>
          <pc:sldMk cId="1825537563" sldId="448"/>
        </pc:sldMkLst>
        <pc:spChg chg="mod">
          <ac:chgData name="Rajarajeshwari S" userId="e4d90711455572c4" providerId="LiveId" clId="{CCD4E902-00B9-4B30-B952-A9A7A2B9871A}" dt="2026-01-03T09:40:56.069" v="1839" actId="27636"/>
          <ac:spMkLst>
            <pc:docMk/>
            <pc:sldMk cId="1825537563" sldId="448"/>
            <ac:spMk id="2" creationId="{44BAB9D4-F532-D2A9-4FD8-D6244524D578}"/>
          </ac:spMkLst>
        </pc:spChg>
        <pc:spChg chg="add del mod">
          <ac:chgData name="Rajarajeshwari S" userId="e4d90711455572c4" providerId="LiveId" clId="{CCD4E902-00B9-4B30-B952-A9A7A2B9871A}" dt="2026-01-03T09:41:45.180" v="1853" actId="27636"/>
          <ac:spMkLst>
            <pc:docMk/>
            <pc:sldMk cId="1825537563" sldId="448"/>
            <ac:spMk id="3" creationId="{79B90A77-E8D5-1F1C-8FE6-6752B9DAFCA0}"/>
          </ac:spMkLst>
        </pc:spChg>
      </pc:sldChg>
      <pc:sldChg chg="modSp new mod">
        <pc:chgData name="Rajarajeshwari S" userId="e4d90711455572c4" providerId="LiveId" clId="{CCD4E902-00B9-4B30-B952-A9A7A2B9871A}" dt="2026-01-03T09:42:04.433" v="1856" actId="27636"/>
        <pc:sldMkLst>
          <pc:docMk/>
          <pc:sldMk cId="2990429299" sldId="449"/>
        </pc:sldMkLst>
        <pc:spChg chg="mod">
          <ac:chgData name="Rajarajeshwari S" userId="e4d90711455572c4" providerId="LiveId" clId="{CCD4E902-00B9-4B30-B952-A9A7A2B9871A}" dt="2026-01-03T09:42:04.433" v="1856" actId="27636"/>
          <ac:spMkLst>
            <pc:docMk/>
            <pc:sldMk cId="2990429299" sldId="449"/>
            <ac:spMk id="2" creationId="{6875EA4D-EA0D-A098-D4F1-927C076BB20D}"/>
          </ac:spMkLst>
        </pc:spChg>
        <pc:spChg chg="mod">
          <ac:chgData name="Rajarajeshwari S" userId="e4d90711455572c4" providerId="LiveId" clId="{CCD4E902-00B9-4B30-B952-A9A7A2B9871A}" dt="2026-01-03T09:42:04.338" v="1855"/>
          <ac:spMkLst>
            <pc:docMk/>
            <pc:sldMk cId="2990429299" sldId="449"/>
            <ac:spMk id="3" creationId="{C8A868F9-7D97-F2A9-A037-AA65F2138607}"/>
          </ac:spMkLst>
        </pc:spChg>
      </pc:sldChg>
      <pc:sldChg chg="modSp new mod">
        <pc:chgData name="Rajarajeshwari S" userId="e4d90711455572c4" providerId="LiveId" clId="{CCD4E902-00B9-4B30-B952-A9A7A2B9871A}" dt="2026-01-03T09:42:31.530" v="1868" actId="20577"/>
        <pc:sldMkLst>
          <pc:docMk/>
          <pc:sldMk cId="3574935007" sldId="450"/>
        </pc:sldMkLst>
        <pc:spChg chg="mod">
          <ac:chgData name="Rajarajeshwari S" userId="e4d90711455572c4" providerId="LiveId" clId="{CCD4E902-00B9-4B30-B952-A9A7A2B9871A}" dt="2026-01-03T09:42:31.530" v="1868" actId="20577"/>
          <ac:spMkLst>
            <pc:docMk/>
            <pc:sldMk cId="3574935007" sldId="450"/>
            <ac:spMk id="2" creationId="{E60A3B49-CFD0-3FF7-DCFA-1C7D20E50BF1}"/>
          </ac:spMkLst>
        </pc:spChg>
        <pc:spChg chg="mod">
          <ac:chgData name="Rajarajeshwari S" userId="e4d90711455572c4" providerId="LiveId" clId="{CCD4E902-00B9-4B30-B952-A9A7A2B9871A}" dt="2026-01-03T09:42:28.742" v="1866" actId="27636"/>
          <ac:spMkLst>
            <pc:docMk/>
            <pc:sldMk cId="3574935007" sldId="450"/>
            <ac:spMk id="3" creationId="{7BFC2C55-B05C-31B5-8C0D-D8901346D475}"/>
          </ac:spMkLst>
        </pc:spChg>
      </pc:sldChg>
      <pc:sldChg chg="modSp new mod">
        <pc:chgData name="Rajarajeshwari S" userId="e4d90711455572c4" providerId="LiveId" clId="{CCD4E902-00B9-4B30-B952-A9A7A2B9871A}" dt="2026-01-03T09:43:03.648" v="1879" actId="14100"/>
        <pc:sldMkLst>
          <pc:docMk/>
          <pc:sldMk cId="2780286411" sldId="451"/>
        </pc:sldMkLst>
        <pc:spChg chg="mod">
          <ac:chgData name="Rajarajeshwari S" userId="e4d90711455572c4" providerId="LiveId" clId="{CCD4E902-00B9-4B30-B952-A9A7A2B9871A}" dt="2026-01-03T09:42:58.120" v="1876" actId="20577"/>
          <ac:spMkLst>
            <pc:docMk/>
            <pc:sldMk cId="2780286411" sldId="451"/>
            <ac:spMk id="2" creationId="{9ADEA42A-9717-A892-3320-2E44E34D02DC}"/>
          </ac:spMkLst>
        </pc:spChg>
        <pc:spChg chg="mod">
          <ac:chgData name="Rajarajeshwari S" userId="e4d90711455572c4" providerId="LiveId" clId="{CCD4E902-00B9-4B30-B952-A9A7A2B9871A}" dt="2026-01-03T09:43:03.648" v="1879" actId="14100"/>
          <ac:spMkLst>
            <pc:docMk/>
            <pc:sldMk cId="2780286411" sldId="451"/>
            <ac:spMk id="3" creationId="{5E5C3563-82DB-4455-D3A6-13A4C370956A}"/>
          </ac:spMkLst>
        </pc:spChg>
      </pc:sldChg>
      <pc:sldChg chg="modSp new mod">
        <pc:chgData name="Rajarajeshwari S" userId="e4d90711455572c4" providerId="LiveId" clId="{CCD4E902-00B9-4B30-B952-A9A7A2B9871A}" dt="2026-01-05T03:53:56.808" v="3700" actId="113"/>
        <pc:sldMkLst>
          <pc:docMk/>
          <pc:sldMk cId="3374963890" sldId="452"/>
        </pc:sldMkLst>
        <pc:spChg chg="mod">
          <ac:chgData name="Rajarajeshwari S" userId="e4d90711455572c4" providerId="LiveId" clId="{CCD4E902-00B9-4B30-B952-A9A7A2B9871A}" dt="2026-01-03T10:25:08.563" v="1883"/>
          <ac:spMkLst>
            <pc:docMk/>
            <pc:sldMk cId="3374963890" sldId="452"/>
            <ac:spMk id="2" creationId="{4D241CF0-0B17-F844-A591-5573038443DB}"/>
          </ac:spMkLst>
        </pc:spChg>
        <pc:spChg chg="mod">
          <ac:chgData name="Rajarajeshwari S" userId="e4d90711455572c4" providerId="LiveId" clId="{CCD4E902-00B9-4B30-B952-A9A7A2B9871A}" dt="2026-01-05T03:53:56.808" v="3700" actId="113"/>
          <ac:spMkLst>
            <pc:docMk/>
            <pc:sldMk cId="3374963890" sldId="452"/>
            <ac:spMk id="3" creationId="{2C26CB87-B9EF-F008-F126-670A968D6A51}"/>
          </ac:spMkLst>
        </pc:spChg>
      </pc:sldChg>
      <pc:sldChg chg="modSp new mod">
        <pc:chgData name="Rajarajeshwari S" userId="e4d90711455572c4" providerId="LiveId" clId="{CCD4E902-00B9-4B30-B952-A9A7A2B9871A}" dt="2026-01-05T03:54:20.463" v="3701" actId="113"/>
        <pc:sldMkLst>
          <pc:docMk/>
          <pc:sldMk cId="3333421587" sldId="453"/>
        </pc:sldMkLst>
        <pc:spChg chg="mod">
          <ac:chgData name="Rajarajeshwari S" userId="e4d90711455572c4" providerId="LiveId" clId="{CCD4E902-00B9-4B30-B952-A9A7A2B9871A}" dt="2026-01-03T10:39:53.894" v="1902" actId="27636"/>
          <ac:spMkLst>
            <pc:docMk/>
            <pc:sldMk cId="3333421587" sldId="453"/>
            <ac:spMk id="2" creationId="{EA86DC6E-5420-B2AA-3AFA-FAAB6FCA73CF}"/>
          </ac:spMkLst>
        </pc:spChg>
        <pc:spChg chg="mod">
          <ac:chgData name="Rajarajeshwari S" userId="e4d90711455572c4" providerId="LiveId" clId="{CCD4E902-00B9-4B30-B952-A9A7A2B9871A}" dt="2026-01-05T03:54:20.463" v="3701" actId="113"/>
          <ac:spMkLst>
            <pc:docMk/>
            <pc:sldMk cId="3333421587" sldId="453"/>
            <ac:spMk id="3" creationId="{B733EB64-4BF9-FC78-9A16-D63AA33C2948}"/>
          </ac:spMkLst>
        </pc:spChg>
      </pc:sldChg>
      <pc:sldChg chg="modSp new mod">
        <pc:chgData name="Rajarajeshwari S" userId="e4d90711455572c4" providerId="LiveId" clId="{CCD4E902-00B9-4B30-B952-A9A7A2B9871A}" dt="2026-01-03T10:40:36.877" v="1915" actId="27636"/>
        <pc:sldMkLst>
          <pc:docMk/>
          <pc:sldMk cId="3356412081" sldId="454"/>
        </pc:sldMkLst>
        <pc:spChg chg="mod">
          <ac:chgData name="Rajarajeshwari S" userId="e4d90711455572c4" providerId="LiveId" clId="{CCD4E902-00B9-4B30-B952-A9A7A2B9871A}" dt="2026-01-03T10:40:28.328" v="1909" actId="27636"/>
          <ac:spMkLst>
            <pc:docMk/>
            <pc:sldMk cId="3356412081" sldId="454"/>
            <ac:spMk id="2" creationId="{25190FBA-3907-2E54-A317-EF754A21B758}"/>
          </ac:spMkLst>
        </pc:spChg>
        <pc:spChg chg="mod">
          <ac:chgData name="Rajarajeshwari S" userId="e4d90711455572c4" providerId="LiveId" clId="{CCD4E902-00B9-4B30-B952-A9A7A2B9871A}" dt="2026-01-03T10:40:36.877" v="1915" actId="27636"/>
          <ac:spMkLst>
            <pc:docMk/>
            <pc:sldMk cId="3356412081" sldId="454"/>
            <ac:spMk id="3" creationId="{FD4B95A0-03AA-6A0F-5229-451A996BEACB}"/>
          </ac:spMkLst>
        </pc:spChg>
      </pc:sldChg>
      <pc:sldChg chg="addSp modSp new mod">
        <pc:chgData name="Rajarajeshwari S" userId="e4d90711455572c4" providerId="LiveId" clId="{CCD4E902-00B9-4B30-B952-A9A7A2B9871A}" dt="2026-01-08T02:28:35.497" v="4075" actId="20577"/>
        <pc:sldMkLst>
          <pc:docMk/>
          <pc:sldMk cId="612638107" sldId="455"/>
        </pc:sldMkLst>
        <pc:spChg chg="mod">
          <ac:chgData name="Rajarajeshwari S" userId="e4d90711455572c4" providerId="LiveId" clId="{CCD4E902-00B9-4B30-B952-A9A7A2B9871A}" dt="2026-01-03T10:55:15.164" v="1983" actId="113"/>
          <ac:spMkLst>
            <pc:docMk/>
            <pc:sldMk cId="612638107" sldId="455"/>
            <ac:spMk id="2" creationId="{30F7AE17-372C-C3B6-DDDE-1CBAA21D5B04}"/>
          </ac:spMkLst>
        </pc:spChg>
        <pc:spChg chg="mod">
          <ac:chgData name="Rajarajeshwari S" userId="e4d90711455572c4" providerId="LiveId" clId="{CCD4E902-00B9-4B30-B952-A9A7A2B9871A}" dt="2026-01-08T02:28:35.497" v="4075" actId="20577"/>
          <ac:spMkLst>
            <pc:docMk/>
            <pc:sldMk cId="612638107" sldId="455"/>
            <ac:spMk id="3" creationId="{B4FE3CC9-7C94-23F5-7B3C-B0C82F0F1447}"/>
          </ac:spMkLst>
        </pc:spChg>
      </pc:sldChg>
      <pc:sldChg chg="modSp new mod">
        <pc:chgData name="Rajarajeshwari S" userId="e4d90711455572c4" providerId="LiveId" clId="{CCD4E902-00B9-4B30-B952-A9A7A2B9871A}" dt="2026-01-07T03:01:02.061" v="3791" actId="113"/>
        <pc:sldMkLst>
          <pc:docMk/>
          <pc:sldMk cId="77577947" sldId="456"/>
        </pc:sldMkLst>
        <pc:spChg chg="mod">
          <ac:chgData name="Rajarajeshwari S" userId="e4d90711455572c4" providerId="LiveId" clId="{CCD4E902-00B9-4B30-B952-A9A7A2B9871A}" dt="2026-01-03T10:41:15.495" v="1924" actId="20577"/>
          <ac:spMkLst>
            <pc:docMk/>
            <pc:sldMk cId="77577947" sldId="456"/>
            <ac:spMk id="2" creationId="{3B00516B-8B06-7C23-E912-CF2EF9CE44CA}"/>
          </ac:spMkLst>
        </pc:spChg>
        <pc:spChg chg="mod">
          <ac:chgData name="Rajarajeshwari S" userId="e4d90711455572c4" providerId="LiveId" clId="{CCD4E902-00B9-4B30-B952-A9A7A2B9871A}" dt="2026-01-07T03:01:02.061" v="3791" actId="113"/>
          <ac:spMkLst>
            <pc:docMk/>
            <pc:sldMk cId="77577947" sldId="456"/>
            <ac:spMk id="3" creationId="{77DF2B35-CA63-B320-DF8A-884CDD54521D}"/>
          </ac:spMkLst>
        </pc:spChg>
      </pc:sldChg>
      <pc:sldChg chg="modSp new mod">
        <pc:chgData name="Rajarajeshwari S" userId="e4d90711455572c4" providerId="LiveId" clId="{CCD4E902-00B9-4B30-B952-A9A7A2B9871A}" dt="2026-01-03T10:49:01.371" v="1977" actId="13926"/>
        <pc:sldMkLst>
          <pc:docMk/>
          <pc:sldMk cId="4048213089" sldId="457"/>
        </pc:sldMkLst>
        <pc:spChg chg="mod">
          <ac:chgData name="Rajarajeshwari S" userId="e4d90711455572c4" providerId="LiveId" clId="{CCD4E902-00B9-4B30-B952-A9A7A2B9871A}" dt="2026-01-03T10:48:15.635" v="1970" actId="20577"/>
          <ac:spMkLst>
            <pc:docMk/>
            <pc:sldMk cId="4048213089" sldId="457"/>
            <ac:spMk id="2" creationId="{68393287-33E0-60C3-B170-DC2F2DB2A38E}"/>
          </ac:spMkLst>
        </pc:spChg>
        <pc:spChg chg="mod">
          <ac:chgData name="Rajarajeshwari S" userId="e4d90711455572c4" providerId="LiveId" clId="{CCD4E902-00B9-4B30-B952-A9A7A2B9871A}" dt="2026-01-03T10:49:01.371" v="1977" actId="13926"/>
          <ac:spMkLst>
            <pc:docMk/>
            <pc:sldMk cId="4048213089" sldId="457"/>
            <ac:spMk id="3" creationId="{E1EBE9E7-5FFE-E51C-4670-19C69C4EAC5B}"/>
          </ac:spMkLst>
        </pc:spChg>
      </pc:sldChg>
      <pc:sldChg chg="modSp new mod">
        <pc:chgData name="Rajarajeshwari S" userId="e4d90711455572c4" providerId="LiveId" clId="{CCD4E902-00B9-4B30-B952-A9A7A2B9871A}" dt="2026-01-03T10:50:36.298" v="1980" actId="27636"/>
        <pc:sldMkLst>
          <pc:docMk/>
          <pc:sldMk cId="1159098774" sldId="458"/>
        </pc:sldMkLst>
        <pc:spChg chg="mod">
          <ac:chgData name="Rajarajeshwari S" userId="e4d90711455572c4" providerId="LiveId" clId="{CCD4E902-00B9-4B30-B952-A9A7A2B9871A}" dt="2026-01-03T10:50:36.298" v="1980" actId="27636"/>
          <ac:spMkLst>
            <pc:docMk/>
            <pc:sldMk cId="1159098774" sldId="458"/>
            <ac:spMk id="2" creationId="{F3B5EC26-E3F6-6494-0119-623C4188B7BA}"/>
          </ac:spMkLst>
        </pc:spChg>
        <pc:spChg chg="mod">
          <ac:chgData name="Rajarajeshwari S" userId="e4d90711455572c4" providerId="LiveId" clId="{CCD4E902-00B9-4B30-B952-A9A7A2B9871A}" dt="2026-01-03T10:50:36.266" v="1979"/>
          <ac:spMkLst>
            <pc:docMk/>
            <pc:sldMk cId="1159098774" sldId="458"/>
            <ac:spMk id="3" creationId="{CDC8FE31-4ED2-1589-4BC3-5764923AF447}"/>
          </ac:spMkLst>
        </pc:spChg>
      </pc:sldChg>
      <pc:sldChg chg="modSp new add del mod">
        <pc:chgData name="Rajarajeshwari S" userId="e4d90711455572c4" providerId="LiveId" clId="{CCD4E902-00B9-4B30-B952-A9A7A2B9871A}" dt="2026-01-07T03:02:11.585" v="3797" actId="20577"/>
        <pc:sldMkLst>
          <pc:docMk/>
          <pc:sldMk cId="2518381581" sldId="459"/>
        </pc:sldMkLst>
        <pc:spChg chg="mod">
          <ac:chgData name="Rajarajeshwari S" userId="e4d90711455572c4" providerId="LiveId" clId="{CCD4E902-00B9-4B30-B952-A9A7A2B9871A}" dt="2026-01-03T11:01:45.380" v="2012" actId="20577"/>
          <ac:spMkLst>
            <pc:docMk/>
            <pc:sldMk cId="2518381581" sldId="459"/>
            <ac:spMk id="2" creationId="{6DE4FA1F-4D76-7BEF-0DFC-2F819DEB08A4}"/>
          </ac:spMkLst>
        </pc:spChg>
        <pc:spChg chg="mod">
          <ac:chgData name="Rajarajeshwari S" userId="e4d90711455572c4" providerId="LiveId" clId="{CCD4E902-00B9-4B30-B952-A9A7A2B9871A}" dt="2026-01-07T03:02:11.585" v="3797" actId="20577"/>
          <ac:spMkLst>
            <pc:docMk/>
            <pc:sldMk cId="2518381581" sldId="459"/>
            <ac:spMk id="3" creationId="{EC4A144E-9CFA-0F46-7F26-BBB2E86E74BE}"/>
          </ac:spMkLst>
        </pc:spChg>
      </pc:sldChg>
      <pc:sldChg chg="addSp modSp new mod">
        <pc:chgData name="Rajarajeshwari S" userId="e4d90711455572c4" providerId="LiveId" clId="{CCD4E902-00B9-4B30-B952-A9A7A2B9871A}" dt="2026-01-03T11:08:22.728" v="2086" actId="20577"/>
        <pc:sldMkLst>
          <pc:docMk/>
          <pc:sldMk cId="3562179573" sldId="460"/>
        </pc:sldMkLst>
        <pc:spChg chg="mod">
          <ac:chgData name="Rajarajeshwari S" userId="e4d90711455572c4" providerId="LiveId" clId="{CCD4E902-00B9-4B30-B952-A9A7A2B9871A}" dt="2026-01-03T11:06:28.487" v="2075" actId="27636"/>
          <ac:spMkLst>
            <pc:docMk/>
            <pc:sldMk cId="3562179573" sldId="460"/>
            <ac:spMk id="2" creationId="{800AEC4F-7C7F-75B7-7B0A-EEB37C017807}"/>
          </ac:spMkLst>
        </pc:spChg>
        <pc:spChg chg="mod">
          <ac:chgData name="Rajarajeshwari S" userId="e4d90711455572c4" providerId="LiveId" clId="{CCD4E902-00B9-4B30-B952-A9A7A2B9871A}" dt="2026-01-03T11:08:22.728" v="2086" actId="20577"/>
          <ac:spMkLst>
            <pc:docMk/>
            <pc:sldMk cId="3562179573" sldId="460"/>
            <ac:spMk id="3" creationId="{513C9F37-9DE0-01CC-E1AE-A5CD1C9A6A3F}"/>
          </ac:spMkLst>
        </pc:spChg>
        <pc:picChg chg="add mod">
          <ac:chgData name="Rajarajeshwari S" userId="e4d90711455572c4" providerId="LiveId" clId="{CCD4E902-00B9-4B30-B952-A9A7A2B9871A}" dt="2026-01-03T11:07:18.035" v="2080" actId="1076"/>
          <ac:picMkLst>
            <pc:docMk/>
            <pc:sldMk cId="3562179573" sldId="460"/>
            <ac:picMk id="5" creationId="{C77EB0C3-8C15-2CDC-9C8C-3928FB0F43E9}"/>
          </ac:picMkLst>
        </pc:picChg>
      </pc:sldChg>
      <pc:sldChg chg="addSp modSp new mod">
        <pc:chgData name="Rajarajeshwari S" userId="e4d90711455572c4" providerId="LiveId" clId="{CCD4E902-00B9-4B30-B952-A9A7A2B9871A}" dt="2026-01-03T11:10:23.297" v="2103" actId="1076"/>
        <pc:sldMkLst>
          <pc:docMk/>
          <pc:sldMk cId="3804210206" sldId="461"/>
        </pc:sldMkLst>
        <pc:spChg chg="mod">
          <ac:chgData name="Rajarajeshwari S" userId="e4d90711455572c4" providerId="LiveId" clId="{CCD4E902-00B9-4B30-B952-A9A7A2B9871A}" dt="2026-01-03T11:09:42.317" v="2095" actId="20577"/>
          <ac:spMkLst>
            <pc:docMk/>
            <pc:sldMk cId="3804210206" sldId="461"/>
            <ac:spMk id="2" creationId="{DBAC155B-0DDF-3075-861C-71C8F8ADEA6B}"/>
          </ac:spMkLst>
        </pc:spChg>
        <pc:spChg chg="mod">
          <ac:chgData name="Rajarajeshwari S" userId="e4d90711455572c4" providerId="LiveId" clId="{CCD4E902-00B9-4B30-B952-A9A7A2B9871A}" dt="2026-01-03T11:10:18.711" v="2100" actId="14100"/>
          <ac:spMkLst>
            <pc:docMk/>
            <pc:sldMk cId="3804210206" sldId="461"/>
            <ac:spMk id="3" creationId="{524C143B-6FF7-A6FF-866B-2CE80B732743}"/>
          </ac:spMkLst>
        </pc:spChg>
        <pc:picChg chg="add mod">
          <ac:chgData name="Rajarajeshwari S" userId="e4d90711455572c4" providerId="LiveId" clId="{CCD4E902-00B9-4B30-B952-A9A7A2B9871A}" dt="2026-01-03T11:10:23.297" v="2103" actId="1076"/>
          <ac:picMkLst>
            <pc:docMk/>
            <pc:sldMk cId="3804210206" sldId="461"/>
            <ac:picMk id="5" creationId="{596A56D4-AFAC-37EC-3FE9-D254638850D3}"/>
          </ac:picMkLst>
        </pc:picChg>
      </pc:sldChg>
      <pc:sldChg chg="modSp new mod">
        <pc:chgData name="Rajarajeshwari S" userId="e4d90711455572c4" providerId="LiveId" clId="{CCD4E902-00B9-4B30-B952-A9A7A2B9871A}" dt="2026-01-03T11:11:26.916" v="2109" actId="20577"/>
        <pc:sldMkLst>
          <pc:docMk/>
          <pc:sldMk cId="1286958154" sldId="462"/>
        </pc:sldMkLst>
        <pc:spChg chg="mod">
          <ac:chgData name="Rajarajeshwari S" userId="e4d90711455572c4" providerId="LiveId" clId="{CCD4E902-00B9-4B30-B952-A9A7A2B9871A}" dt="2026-01-03T11:11:16.887" v="2106" actId="27636"/>
          <ac:spMkLst>
            <pc:docMk/>
            <pc:sldMk cId="1286958154" sldId="462"/>
            <ac:spMk id="2" creationId="{2E15EE1D-B39B-1873-2B52-F6DF6E311FDD}"/>
          </ac:spMkLst>
        </pc:spChg>
        <pc:spChg chg="mod">
          <ac:chgData name="Rajarajeshwari S" userId="e4d90711455572c4" providerId="LiveId" clId="{CCD4E902-00B9-4B30-B952-A9A7A2B9871A}" dt="2026-01-03T11:11:26.916" v="2109" actId="20577"/>
          <ac:spMkLst>
            <pc:docMk/>
            <pc:sldMk cId="1286958154" sldId="462"/>
            <ac:spMk id="3" creationId="{233ED118-0E58-4E54-3F34-CBBE232EB782}"/>
          </ac:spMkLst>
        </pc:spChg>
      </pc:sldChg>
      <pc:sldChg chg="modSp new mod">
        <pc:chgData name="Rajarajeshwari S" userId="e4d90711455572c4" providerId="LiveId" clId="{CCD4E902-00B9-4B30-B952-A9A7A2B9871A}" dt="2026-01-05T03:57:29.169" v="3708" actId="113"/>
        <pc:sldMkLst>
          <pc:docMk/>
          <pc:sldMk cId="115211045" sldId="463"/>
        </pc:sldMkLst>
        <pc:spChg chg="mod">
          <ac:chgData name="Rajarajeshwari S" userId="e4d90711455572c4" providerId="LiveId" clId="{CCD4E902-00B9-4B30-B952-A9A7A2B9871A}" dt="2026-01-03T11:11:58.776" v="2115" actId="27636"/>
          <ac:spMkLst>
            <pc:docMk/>
            <pc:sldMk cId="115211045" sldId="463"/>
            <ac:spMk id="2" creationId="{6ABB9BCF-76A0-3760-F083-CE5287FB6D2E}"/>
          </ac:spMkLst>
        </pc:spChg>
        <pc:spChg chg="mod">
          <ac:chgData name="Rajarajeshwari S" userId="e4d90711455572c4" providerId="LiveId" clId="{CCD4E902-00B9-4B30-B952-A9A7A2B9871A}" dt="2026-01-05T03:57:29.169" v="3708" actId="113"/>
          <ac:spMkLst>
            <pc:docMk/>
            <pc:sldMk cId="115211045" sldId="463"/>
            <ac:spMk id="3" creationId="{ABB98ADA-08F8-A31A-25D5-F1470E99DEAE}"/>
          </ac:spMkLst>
        </pc:spChg>
      </pc:sldChg>
      <pc:sldChg chg="modSp new mod">
        <pc:chgData name="Rajarajeshwari S" userId="e4d90711455572c4" providerId="LiveId" clId="{CCD4E902-00B9-4B30-B952-A9A7A2B9871A}" dt="2026-01-03T11:16:04.554" v="2143" actId="113"/>
        <pc:sldMkLst>
          <pc:docMk/>
          <pc:sldMk cId="3382092741" sldId="464"/>
        </pc:sldMkLst>
        <pc:spChg chg="mod">
          <ac:chgData name="Rajarajeshwari S" userId="e4d90711455572c4" providerId="LiveId" clId="{CCD4E902-00B9-4B30-B952-A9A7A2B9871A}" dt="2026-01-03T11:14:23.448" v="2124" actId="27636"/>
          <ac:spMkLst>
            <pc:docMk/>
            <pc:sldMk cId="3382092741" sldId="464"/>
            <ac:spMk id="2" creationId="{C90703F5-7F0D-9DBA-E76E-0CDAFDAC3009}"/>
          </ac:spMkLst>
        </pc:spChg>
        <pc:spChg chg="mod">
          <ac:chgData name="Rajarajeshwari S" userId="e4d90711455572c4" providerId="LiveId" clId="{CCD4E902-00B9-4B30-B952-A9A7A2B9871A}" dt="2026-01-03T11:16:04.554" v="2143" actId="113"/>
          <ac:spMkLst>
            <pc:docMk/>
            <pc:sldMk cId="3382092741" sldId="464"/>
            <ac:spMk id="3" creationId="{9B225B71-25D7-18D1-7D55-FA39B395DC54}"/>
          </ac:spMkLst>
        </pc:spChg>
      </pc:sldChg>
      <pc:sldChg chg="modSp new mod">
        <pc:chgData name="Rajarajeshwari S" userId="e4d90711455572c4" providerId="LiveId" clId="{CCD4E902-00B9-4B30-B952-A9A7A2B9871A}" dt="2026-01-03T11:21:38.669" v="2159"/>
        <pc:sldMkLst>
          <pc:docMk/>
          <pc:sldMk cId="3579651219" sldId="465"/>
        </pc:sldMkLst>
        <pc:spChg chg="mod">
          <ac:chgData name="Rajarajeshwari S" userId="e4d90711455572c4" providerId="LiveId" clId="{CCD4E902-00B9-4B30-B952-A9A7A2B9871A}" dt="2026-01-03T11:17:18.164" v="2155" actId="113"/>
          <ac:spMkLst>
            <pc:docMk/>
            <pc:sldMk cId="3579651219" sldId="465"/>
            <ac:spMk id="2" creationId="{11F88659-05E0-99BA-A4BB-9F4BB2E15AE2}"/>
          </ac:spMkLst>
        </pc:spChg>
        <pc:spChg chg="mod">
          <ac:chgData name="Rajarajeshwari S" userId="e4d90711455572c4" providerId="LiveId" clId="{CCD4E902-00B9-4B30-B952-A9A7A2B9871A}" dt="2026-01-03T11:21:38.669" v="2159"/>
          <ac:spMkLst>
            <pc:docMk/>
            <pc:sldMk cId="3579651219" sldId="465"/>
            <ac:spMk id="3" creationId="{3B0992E5-5DD9-1BB8-2BEF-98E124854E15}"/>
          </ac:spMkLst>
        </pc:spChg>
      </pc:sldChg>
      <pc:sldChg chg="modSp new mod">
        <pc:chgData name="Rajarajeshwari S" userId="e4d90711455572c4" providerId="LiveId" clId="{CCD4E902-00B9-4B30-B952-A9A7A2B9871A}" dt="2026-01-03T11:24:19.338" v="2176" actId="20577"/>
        <pc:sldMkLst>
          <pc:docMk/>
          <pc:sldMk cId="3895924162" sldId="466"/>
        </pc:sldMkLst>
        <pc:spChg chg="mod">
          <ac:chgData name="Rajarajeshwari S" userId="e4d90711455572c4" providerId="LiveId" clId="{CCD4E902-00B9-4B30-B952-A9A7A2B9871A}" dt="2026-01-03T11:23:20.183" v="2162" actId="27636"/>
          <ac:spMkLst>
            <pc:docMk/>
            <pc:sldMk cId="3895924162" sldId="466"/>
            <ac:spMk id="2" creationId="{A81A6A9D-068E-9ED1-16BD-2F2C3CB7F10F}"/>
          </ac:spMkLst>
        </pc:spChg>
        <pc:spChg chg="mod">
          <ac:chgData name="Rajarajeshwari S" userId="e4d90711455572c4" providerId="LiveId" clId="{CCD4E902-00B9-4B30-B952-A9A7A2B9871A}" dt="2026-01-03T11:24:19.338" v="2176" actId="20577"/>
          <ac:spMkLst>
            <pc:docMk/>
            <pc:sldMk cId="3895924162" sldId="466"/>
            <ac:spMk id="3" creationId="{505305B6-67EA-0231-B7FC-11B8FBAF2DF2}"/>
          </ac:spMkLst>
        </pc:spChg>
      </pc:sldChg>
      <pc:sldChg chg="addSp modSp new mod">
        <pc:chgData name="Rajarajeshwari S" userId="e4d90711455572c4" providerId="LiveId" clId="{CCD4E902-00B9-4B30-B952-A9A7A2B9871A}" dt="2026-01-03T11:24:44.798" v="2183" actId="1076"/>
        <pc:sldMkLst>
          <pc:docMk/>
          <pc:sldMk cId="3207023667" sldId="467"/>
        </pc:sldMkLst>
        <pc:spChg chg="mod">
          <ac:chgData name="Rajarajeshwari S" userId="e4d90711455572c4" providerId="LiveId" clId="{CCD4E902-00B9-4B30-B952-A9A7A2B9871A}" dt="2026-01-03T11:24:40.499" v="2181" actId="27636"/>
          <ac:spMkLst>
            <pc:docMk/>
            <pc:sldMk cId="3207023667" sldId="467"/>
            <ac:spMk id="2" creationId="{2B58235D-9090-BEB5-5D70-E1676661DF15}"/>
          </ac:spMkLst>
        </pc:spChg>
        <pc:picChg chg="add mod">
          <ac:chgData name="Rajarajeshwari S" userId="e4d90711455572c4" providerId="LiveId" clId="{CCD4E902-00B9-4B30-B952-A9A7A2B9871A}" dt="2026-01-03T11:24:44.798" v="2183" actId="1076"/>
          <ac:picMkLst>
            <pc:docMk/>
            <pc:sldMk cId="3207023667" sldId="467"/>
            <ac:picMk id="5" creationId="{47526F4B-B8FE-C149-C29E-D24D1A680EB5}"/>
          </ac:picMkLst>
        </pc:picChg>
      </pc:sldChg>
      <pc:sldChg chg="addSp delSp modSp new mod">
        <pc:chgData name="Rajarajeshwari S" userId="e4d90711455572c4" providerId="LiveId" clId="{CCD4E902-00B9-4B30-B952-A9A7A2B9871A}" dt="2026-01-03T12:12:12.468" v="2423" actId="20577"/>
        <pc:sldMkLst>
          <pc:docMk/>
          <pc:sldMk cId="253780674" sldId="468"/>
        </pc:sldMkLst>
        <pc:spChg chg="mod">
          <ac:chgData name="Rajarajeshwari S" userId="e4d90711455572c4" providerId="LiveId" clId="{CCD4E902-00B9-4B30-B952-A9A7A2B9871A}" dt="2026-01-03T12:12:12.468" v="2423" actId="20577"/>
          <ac:spMkLst>
            <pc:docMk/>
            <pc:sldMk cId="253780674" sldId="468"/>
            <ac:spMk id="2" creationId="{41AA1E2B-038A-52FB-9C5F-48F3FC0EB351}"/>
          </ac:spMkLst>
        </pc:spChg>
        <pc:picChg chg="add mod">
          <ac:chgData name="Rajarajeshwari S" userId="e4d90711455572c4" providerId="LiveId" clId="{CCD4E902-00B9-4B30-B952-A9A7A2B9871A}" dt="2026-01-03T11:27:22.365" v="2191" actId="1076"/>
          <ac:picMkLst>
            <pc:docMk/>
            <pc:sldMk cId="253780674" sldId="468"/>
            <ac:picMk id="6146" creationId="{E653F85D-DBDE-D6D4-6C3C-17E6FAF204DB}"/>
          </ac:picMkLst>
        </pc:picChg>
      </pc:sldChg>
      <pc:sldChg chg="modSp new mod">
        <pc:chgData name="Rajarajeshwari S" userId="e4d90711455572c4" providerId="LiveId" clId="{CCD4E902-00B9-4B30-B952-A9A7A2B9871A}" dt="2026-01-07T03:27:14.793" v="3803" actId="20577"/>
        <pc:sldMkLst>
          <pc:docMk/>
          <pc:sldMk cId="3481634363" sldId="469"/>
        </pc:sldMkLst>
        <pc:spChg chg="mod">
          <ac:chgData name="Rajarajeshwari S" userId="e4d90711455572c4" providerId="LiveId" clId="{CCD4E902-00B9-4B30-B952-A9A7A2B9871A}" dt="2026-01-03T11:27:49.785" v="2194" actId="27636"/>
          <ac:spMkLst>
            <pc:docMk/>
            <pc:sldMk cId="3481634363" sldId="469"/>
            <ac:spMk id="2" creationId="{BEE52291-60AE-86AF-2015-882282728734}"/>
          </ac:spMkLst>
        </pc:spChg>
        <pc:spChg chg="mod">
          <ac:chgData name="Rajarajeshwari S" userId="e4d90711455572c4" providerId="LiveId" clId="{CCD4E902-00B9-4B30-B952-A9A7A2B9871A}" dt="2026-01-07T03:27:14.793" v="3803" actId="20577"/>
          <ac:spMkLst>
            <pc:docMk/>
            <pc:sldMk cId="3481634363" sldId="469"/>
            <ac:spMk id="3" creationId="{B04763E2-2C63-8B01-AADB-FCD6F76191AD}"/>
          </ac:spMkLst>
        </pc:spChg>
      </pc:sldChg>
      <pc:sldChg chg="modSp new mod">
        <pc:chgData name="Rajarajeshwari S" userId="e4d90711455572c4" providerId="LiveId" clId="{CCD4E902-00B9-4B30-B952-A9A7A2B9871A}" dt="2026-01-07T03:28:00.774" v="3807" actId="27636"/>
        <pc:sldMkLst>
          <pc:docMk/>
          <pc:sldMk cId="2777766035" sldId="470"/>
        </pc:sldMkLst>
        <pc:spChg chg="mod">
          <ac:chgData name="Rajarajeshwari S" userId="e4d90711455572c4" providerId="LiveId" clId="{CCD4E902-00B9-4B30-B952-A9A7A2B9871A}" dt="2026-01-03T11:31:22.882" v="2202" actId="27636"/>
          <ac:spMkLst>
            <pc:docMk/>
            <pc:sldMk cId="2777766035" sldId="470"/>
            <ac:spMk id="2" creationId="{29D02414-AA42-5916-EC14-924DCB4A362C}"/>
          </ac:spMkLst>
        </pc:spChg>
        <pc:spChg chg="mod">
          <ac:chgData name="Rajarajeshwari S" userId="e4d90711455572c4" providerId="LiveId" clId="{CCD4E902-00B9-4B30-B952-A9A7A2B9871A}" dt="2026-01-07T03:28:00.774" v="3807" actId="27636"/>
          <ac:spMkLst>
            <pc:docMk/>
            <pc:sldMk cId="2777766035" sldId="470"/>
            <ac:spMk id="3" creationId="{CEA78D66-0E4E-0803-184A-F93A1F7CAA62}"/>
          </ac:spMkLst>
        </pc:spChg>
      </pc:sldChg>
      <pc:sldChg chg="modSp add mod">
        <pc:chgData name="Rajarajeshwari S" userId="e4d90711455572c4" providerId="LiveId" clId="{CCD4E902-00B9-4B30-B952-A9A7A2B9871A}" dt="2026-01-05T04:01:32.457" v="3721" actId="20577"/>
        <pc:sldMkLst>
          <pc:docMk/>
          <pc:sldMk cId="850501341" sldId="471"/>
        </pc:sldMkLst>
        <pc:spChg chg="mod">
          <ac:chgData name="Rajarajeshwari S" userId="e4d90711455572c4" providerId="LiveId" clId="{CCD4E902-00B9-4B30-B952-A9A7A2B9871A}" dt="2026-01-05T04:00:30.692" v="3719" actId="20577"/>
          <ac:spMkLst>
            <pc:docMk/>
            <pc:sldMk cId="850501341" sldId="471"/>
            <ac:spMk id="2" creationId="{4629D8E3-1F5A-AFC3-67B8-4918528C35EE}"/>
          </ac:spMkLst>
        </pc:spChg>
        <pc:spChg chg="mod">
          <ac:chgData name="Rajarajeshwari S" userId="e4d90711455572c4" providerId="LiveId" clId="{CCD4E902-00B9-4B30-B952-A9A7A2B9871A}" dt="2026-01-05T04:01:32.457" v="3721" actId="20577"/>
          <ac:spMkLst>
            <pc:docMk/>
            <pc:sldMk cId="850501341" sldId="471"/>
            <ac:spMk id="3" creationId="{C6D388C0-D5A2-86FB-7404-630A5483D4C4}"/>
          </ac:spMkLst>
        </pc:spChg>
      </pc:sldChg>
      <pc:sldChg chg="add">
        <pc:chgData name="Rajarajeshwari S" userId="e4d90711455572c4" providerId="LiveId" clId="{CCD4E902-00B9-4B30-B952-A9A7A2B9871A}" dt="2026-01-03T11:51:46.900" v="2313"/>
        <pc:sldMkLst>
          <pc:docMk/>
          <pc:sldMk cId="1174846928" sldId="472"/>
        </pc:sldMkLst>
      </pc:sldChg>
      <pc:sldChg chg="modSp add">
        <pc:chgData name="Rajarajeshwari S" userId="e4d90711455572c4" providerId="LiveId" clId="{CCD4E902-00B9-4B30-B952-A9A7A2B9871A}" dt="2026-01-05T04:02:34.681" v="3733" actId="20577"/>
        <pc:sldMkLst>
          <pc:docMk/>
          <pc:sldMk cId="2652689213" sldId="473"/>
        </pc:sldMkLst>
        <pc:spChg chg="mod">
          <ac:chgData name="Rajarajeshwari S" userId="e4d90711455572c4" providerId="LiveId" clId="{CCD4E902-00B9-4B30-B952-A9A7A2B9871A}" dt="2026-01-05T04:02:34.681" v="3733" actId="20577"/>
          <ac:spMkLst>
            <pc:docMk/>
            <pc:sldMk cId="2652689213" sldId="473"/>
            <ac:spMk id="3" creationId="{551E3370-F23C-548D-1186-E29282086C70}"/>
          </ac:spMkLst>
        </pc:spChg>
      </pc:sldChg>
      <pc:sldChg chg="addSp modSp new mod">
        <pc:chgData name="Rajarajeshwari S" userId="e4d90711455572c4" providerId="LiveId" clId="{CCD4E902-00B9-4B30-B952-A9A7A2B9871A}" dt="2026-01-03T11:53:29.720" v="2317" actId="1076"/>
        <pc:sldMkLst>
          <pc:docMk/>
          <pc:sldMk cId="3601473834" sldId="474"/>
        </pc:sldMkLst>
        <pc:spChg chg="mod">
          <ac:chgData name="Rajarajeshwari S" userId="e4d90711455572c4" providerId="LiveId" clId="{CCD4E902-00B9-4B30-B952-A9A7A2B9871A}" dt="2026-01-03T11:51:29.415" v="2298" actId="27636"/>
          <ac:spMkLst>
            <pc:docMk/>
            <pc:sldMk cId="3601473834" sldId="474"/>
            <ac:spMk id="2" creationId="{16017E01-03C1-CC6A-1F30-C7DCCE92B71B}"/>
          </ac:spMkLst>
        </pc:spChg>
        <pc:picChg chg="add mod">
          <ac:chgData name="Rajarajeshwari S" userId="e4d90711455572c4" providerId="LiveId" clId="{CCD4E902-00B9-4B30-B952-A9A7A2B9871A}" dt="2026-01-03T11:53:29.720" v="2317" actId="1076"/>
          <ac:picMkLst>
            <pc:docMk/>
            <pc:sldMk cId="3601473834" sldId="474"/>
            <ac:picMk id="4" creationId="{49273762-336F-4C66-0D50-D52E5C345F2B}"/>
          </ac:picMkLst>
        </pc:picChg>
      </pc:sldChg>
      <pc:sldChg chg="modSp new mod">
        <pc:chgData name="Rajarajeshwari S" userId="e4d90711455572c4" providerId="LiveId" clId="{CCD4E902-00B9-4B30-B952-A9A7A2B9871A}" dt="2026-01-03T11:55:36.202" v="2331" actId="12"/>
        <pc:sldMkLst>
          <pc:docMk/>
          <pc:sldMk cId="1415959953" sldId="475"/>
        </pc:sldMkLst>
        <pc:spChg chg="mod">
          <ac:chgData name="Rajarajeshwari S" userId="e4d90711455572c4" providerId="LiveId" clId="{CCD4E902-00B9-4B30-B952-A9A7A2B9871A}" dt="2026-01-03T11:55:10.949" v="2328" actId="27636"/>
          <ac:spMkLst>
            <pc:docMk/>
            <pc:sldMk cId="1415959953" sldId="475"/>
            <ac:spMk id="2" creationId="{013B4F51-7E17-923F-E32E-22F2444E552C}"/>
          </ac:spMkLst>
        </pc:spChg>
        <pc:spChg chg="mod">
          <ac:chgData name="Rajarajeshwari S" userId="e4d90711455572c4" providerId="LiveId" clId="{CCD4E902-00B9-4B30-B952-A9A7A2B9871A}" dt="2026-01-03T11:55:36.202" v="2331" actId="12"/>
          <ac:spMkLst>
            <pc:docMk/>
            <pc:sldMk cId="1415959953" sldId="475"/>
            <ac:spMk id="3" creationId="{9185B66C-D66C-8DCD-5CF7-B2CBCDCB0AFC}"/>
          </ac:spMkLst>
        </pc:spChg>
      </pc:sldChg>
      <pc:sldChg chg="addSp modSp new mod">
        <pc:chgData name="Rajarajeshwari S" userId="e4d90711455572c4" providerId="LiveId" clId="{CCD4E902-00B9-4B30-B952-A9A7A2B9871A}" dt="2026-01-03T11:56:43.289" v="2338" actId="1076"/>
        <pc:sldMkLst>
          <pc:docMk/>
          <pc:sldMk cId="1347011973" sldId="476"/>
        </pc:sldMkLst>
        <pc:spChg chg="mod">
          <ac:chgData name="Rajarajeshwari S" userId="e4d90711455572c4" providerId="LiveId" clId="{CCD4E902-00B9-4B30-B952-A9A7A2B9871A}" dt="2026-01-03T11:56:43.289" v="2338" actId="1076"/>
          <ac:spMkLst>
            <pc:docMk/>
            <pc:sldMk cId="1347011973" sldId="476"/>
            <ac:spMk id="3" creationId="{350FFE32-3F4E-EFF3-B831-CF25A21ACFC3}"/>
          </ac:spMkLst>
        </pc:spChg>
        <pc:picChg chg="add mod">
          <ac:chgData name="Rajarajeshwari S" userId="e4d90711455572c4" providerId="LiveId" clId="{CCD4E902-00B9-4B30-B952-A9A7A2B9871A}" dt="2026-01-03T11:56:34.272" v="2336" actId="1076"/>
          <ac:picMkLst>
            <pc:docMk/>
            <pc:sldMk cId="1347011973" sldId="476"/>
            <ac:picMk id="10242" creationId="{F7E0BF36-D4FD-868A-5364-D91B8BA273B3}"/>
          </ac:picMkLst>
        </pc:picChg>
      </pc:sldChg>
      <pc:sldChg chg="modSp new mod">
        <pc:chgData name="Rajarajeshwari S" userId="e4d90711455572c4" providerId="LiveId" clId="{CCD4E902-00B9-4B30-B952-A9A7A2B9871A}" dt="2026-01-07T03:30:14.036" v="3809" actId="113"/>
        <pc:sldMkLst>
          <pc:docMk/>
          <pc:sldMk cId="4065534572" sldId="477"/>
        </pc:sldMkLst>
        <pc:spChg chg="mod">
          <ac:chgData name="Rajarajeshwari S" userId="e4d90711455572c4" providerId="LiveId" clId="{CCD4E902-00B9-4B30-B952-A9A7A2B9871A}" dt="2026-01-03T11:58:08.124" v="2356"/>
          <ac:spMkLst>
            <pc:docMk/>
            <pc:sldMk cId="4065534572" sldId="477"/>
            <ac:spMk id="2" creationId="{195A01D8-62CB-08A9-AC83-C570A3239DA3}"/>
          </ac:spMkLst>
        </pc:spChg>
        <pc:spChg chg="mod">
          <ac:chgData name="Rajarajeshwari S" userId="e4d90711455572c4" providerId="LiveId" clId="{CCD4E902-00B9-4B30-B952-A9A7A2B9871A}" dt="2026-01-07T03:30:14.036" v="3809" actId="113"/>
          <ac:spMkLst>
            <pc:docMk/>
            <pc:sldMk cId="4065534572" sldId="477"/>
            <ac:spMk id="3" creationId="{C5B3EC29-3E43-6341-0960-9D47C19FD4FB}"/>
          </ac:spMkLst>
        </pc:spChg>
      </pc:sldChg>
      <pc:sldChg chg="modSp new mod ord">
        <pc:chgData name="Rajarajeshwari S" userId="e4d90711455572c4" providerId="LiveId" clId="{CCD4E902-00B9-4B30-B952-A9A7A2B9871A}" dt="2026-01-05T03:40:59.588" v="3639" actId="27636"/>
        <pc:sldMkLst>
          <pc:docMk/>
          <pc:sldMk cId="1056596372" sldId="478"/>
        </pc:sldMkLst>
        <pc:spChg chg="mod">
          <ac:chgData name="Rajarajeshwari S" userId="e4d90711455572c4" providerId="LiveId" clId="{CCD4E902-00B9-4B30-B952-A9A7A2B9871A}" dt="2026-01-03T12:01:57.260" v="2376" actId="20577"/>
          <ac:spMkLst>
            <pc:docMk/>
            <pc:sldMk cId="1056596372" sldId="478"/>
            <ac:spMk id="2" creationId="{45D6B725-1F30-DA54-B2AB-9336130B993D}"/>
          </ac:spMkLst>
        </pc:spChg>
        <pc:spChg chg="mod">
          <ac:chgData name="Rajarajeshwari S" userId="e4d90711455572c4" providerId="LiveId" clId="{CCD4E902-00B9-4B30-B952-A9A7A2B9871A}" dt="2026-01-05T03:40:59.588" v="3639" actId="27636"/>
          <ac:spMkLst>
            <pc:docMk/>
            <pc:sldMk cId="1056596372" sldId="478"/>
            <ac:spMk id="3" creationId="{DF9E30F9-7E45-D2BF-C519-1D39EDAFFC1A}"/>
          </ac:spMkLst>
        </pc:spChg>
      </pc:sldChg>
      <pc:sldChg chg="modSp new mod">
        <pc:chgData name="Rajarajeshwari S" userId="e4d90711455572c4" providerId="LiveId" clId="{CCD4E902-00B9-4B30-B952-A9A7A2B9871A}" dt="2026-01-03T12:08:28.270" v="2393" actId="20577"/>
        <pc:sldMkLst>
          <pc:docMk/>
          <pc:sldMk cId="2281909648" sldId="479"/>
        </pc:sldMkLst>
        <pc:spChg chg="mod">
          <ac:chgData name="Rajarajeshwari S" userId="e4d90711455572c4" providerId="LiveId" clId="{CCD4E902-00B9-4B30-B952-A9A7A2B9871A}" dt="2026-01-03T12:07:33.701" v="2386" actId="27636"/>
          <ac:spMkLst>
            <pc:docMk/>
            <pc:sldMk cId="2281909648" sldId="479"/>
            <ac:spMk id="2" creationId="{B2C6B429-A67F-E77A-FF2A-7344B9B2042D}"/>
          </ac:spMkLst>
        </pc:spChg>
        <pc:spChg chg="mod">
          <ac:chgData name="Rajarajeshwari S" userId="e4d90711455572c4" providerId="LiveId" clId="{CCD4E902-00B9-4B30-B952-A9A7A2B9871A}" dt="2026-01-03T12:08:28.270" v="2393" actId="20577"/>
          <ac:spMkLst>
            <pc:docMk/>
            <pc:sldMk cId="2281909648" sldId="479"/>
            <ac:spMk id="3" creationId="{0046E869-F257-8F57-EB03-CEFE052DE4FC}"/>
          </ac:spMkLst>
        </pc:spChg>
      </pc:sldChg>
      <pc:sldChg chg="modSp new mod">
        <pc:chgData name="Rajarajeshwari S" userId="e4d90711455572c4" providerId="LiveId" clId="{CCD4E902-00B9-4B30-B952-A9A7A2B9871A}" dt="2026-01-03T12:11:10.668" v="2413" actId="27636"/>
        <pc:sldMkLst>
          <pc:docMk/>
          <pc:sldMk cId="1965088866" sldId="480"/>
        </pc:sldMkLst>
        <pc:spChg chg="mod">
          <ac:chgData name="Rajarajeshwari S" userId="e4d90711455572c4" providerId="LiveId" clId="{CCD4E902-00B9-4B30-B952-A9A7A2B9871A}" dt="2026-01-03T12:08:44.103" v="2397" actId="27636"/>
          <ac:spMkLst>
            <pc:docMk/>
            <pc:sldMk cId="1965088866" sldId="480"/>
            <ac:spMk id="2" creationId="{C32975D0-5A7F-6F89-C743-AE9A53DCBA6C}"/>
          </ac:spMkLst>
        </pc:spChg>
        <pc:spChg chg="mod">
          <ac:chgData name="Rajarajeshwari S" userId="e4d90711455572c4" providerId="LiveId" clId="{CCD4E902-00B9-4B30-B952-A9A7A2B9871A}" dt="2026-01-03T12:11:10.668" v="2413" actId="27636"/>
          <ac:spMkLst>
            <pc:docMk/>
            <pc:sldMk cId="1965088866" sldId="480"/>
            <ac:spMk id="3" creationId="{AE587A10-BE83-129A-11F4-560B8C937210}"/>
          </ac:spMkLst>
        </pc:spChg>
      </pc:sldChg>
      <pc:sldChg chg="modSp new mod">
        <pc:chgData name="Rajarajeshwari S" userId="e4d90711455572c4" providerId="LiveId" clId="{CCD4E902-00B9-4B30-B952-A9A7A2B9871A}" dt="2026-01-07T04:01:29.367" v="3814" actId="113"/>
        <pc:sldMkLst>
          <pc:docMk/>
          <pc:sldMk cId="2362065089" sldId="481"/>
        </pc:sldMkLst>
        <pc:spChg chg="mod">
          <ac:chgData name="Rajarajeshwari S" userId="e4d90711455572c4" providerId="LiveId" clId="{CCD4E902-00B9-4B30-B952-A9A7A2B9871A}" dt="2026-01-03T12:11:58.942" v="2420" actId="20577"/>
          <ac:spMkLst>
            <pc:docMk/>
            <pc:sldMk cId="2362065089" sldId="481"/>
            <ac:spMk id="2" creationId="{B0E03D77-3F69-7D3F-69A2-DB189C5373EC}"/>
          </ac:spMkLst>
        </pc:spChg>
        <pc:spChg chg="mod">
          <ac:chgData name="Rajarajeshwari S" userId="e4d90711455572c4" providerId="LiveId" clId="{CCD4E902-00B9-4B30-B952-A9A7A2B9871A}" dt="2026-01-07T04:01:29.367" v="3814" actId="113"/>
          <ac:spMkLst>
            <pc:docMk/>
            <pc:sldMk cId="2362065089" sldId="481"/>
            <ac:spMk id="3" creationId="{4CD9E408-B16A-DD6B-5B07-28358D67FA61}"/>
          </ac:spMkLst>
        </pc:spChg>
      </pc:sldChg>
      <pc:sldChg chg="modSp new mod">
        <pc:chgData name="Rajarajeshwari S" userId="e4d90711455572c4" providerId="LiveId" clId="{CCD4E902-00B9-4B30-B952-A9A7A2B9871A}" dt="2026-01-07T04:37:09.474" v="3837" actId="113"/>
        <pc:sldMkLst>
          <pc:docMk/>
          <pc:sldMk cId="961775283" sldId="482"/>
        </pc:sldMkLst>
        <pc:spChg chg="mod">
          <ac:chgData name="Rajarajeshwari S" userId="e4d90711455572c4" providerId="LiveId" clId="{CCD4E902-00B9-4B30-B952-A9A7A2B9871A}" dt="2026-01-03T12:14:22.428" v="2442" actId="27636"/>
          <ac:spMkLst>
            <pc:docMk/>
            <pc:sldMk cId="961775283" sldId="482"/>
            <ac:spMk id="2" creationId="{CEFDBCE3-9C0D-2D62-39B0-5569D906BE8F}"/>
          </ac:spMkLst>
        </pc:spChg>
        <pc:spChg chg="mod">
          <ac:chgData name="Rajarajeshwari S" userId="e4d90711455572c4" providerId="LiveId" clId="{CCD4E902-00B9-4B30-B952-A9A7A2B9871A}" dt="2026-01-07T04:37:09.474" v="3837" actId="113"/>
          <ac:spMkLst>
            <pc:docMk/>
            <pc:sldMk cId="961775283" sldId="482"/>
            <ac:spMk id="3" creationId="{7740A2DA-1A93-0739-A449-30D64688933C}"/>
          </ac:spMkLst>
        </pc:spChg>
      </pc:sldChg>
      <pc:sldChg chg="addSp delSp modSp new mod">
        <pc:chgData name="Rajarajeshwari S" userId="e4d90711455572c4" providerId="LiveId" clId="{CCD4E902-00B9-4B30-B952-A9A7A2B9871A}" dt="2026-01-03T12:19:26.927" v="2489" actId="1076"/>
        <pc:sldMkLst>
          <pc:docMk/>
          <pc:sldMk cId="23427614" sldId="483"/>
        </pc:sldMkLst>
        <pc:spChg chg="mod">
          <ac:chgData name="Rajarajeshwari S" userId="e4d90711455572c4" providerId="LiveId" clId="{CCD4E902-00B9-4B30-B952-A9A7A2B9871A}" dt="2026-01-03T12:17:43.338" v="2469"/>
          <ac:spMkLst>
            <pc:docMk/>
            <pc:sldMk cId="23427614" sldId="483"/>
            <ac:spMk id="2" creationId="{37EEBBB0-024E-7E81-6723-9DB29664AC3C}"/>
          </ac:spMkLst>
        </pc:spChg>
        <pc:spChg chg="mod">
          <ac:chgData name="Rajarajeshwari S" userId="e4d90711455572c4" providerId="LiveId" clId="{CCD4E902-00B9-4B30-B952-A9A7A2B9871A}" dt="2026-01-03T12:19:13.844" v="2488" actId="14100"/>
          <ac:spMkLst>
            <pc:docMk/>
            <pc:sldMk cId="23427614" sldId="483"/>
            <ac:spMk id="3" creationId="{DCC88DF2-D8DC-C9C2-7152-C22D21498280}"/>
          </ac:spMkLst>
        </pc:spChg>
        <pc:spChg chg="add mod">
          <ac:chgData name="Rajarajeshwari S" userId="e4d90711455572c4" providerId="LiveId" clId="{CCD4E902-00B9-4B30-B952-A9A7A2B9871A}" dt="2026-01-03T12:16:51.588" v="2453" actId="21"/>
          <ac:spMkLst>
            <pc:docMk/>
            <pc:sldMk cId="23427614" sldId="483"/>
            <ac:spMk id="5" creationId="{FF0B350B-3807-4F0A-CD34-734FF3DEF342}"/>
          </ac:spMkLst>
        </pc:spChg>
        <pc:picChg chg="add mod">
          <ac:chgData name="Rajarajeshwari S" userId="e4d90711455572c4" providerId="LiveId" clId="{CCD4E902-00B9-4B30-B952-A9A7A2B9871A}" dt="2026-01-03T12:19:26.927" v="2489" actId="1076"/>
          <ac:picMkLst>
            <pc:docMk/>
            <pc:sldMk cId="23427614" sldId="483"/>
            <ac:picMk id="6" creationId="{E42F8E57-9806-AA2C-2010-70404C3757DE}"/>
          </ac:picMkLst>
        </pc:picChg>
      </pc:sldChg>
      <pc:sldChg chg="modSp new mod">
        <pc:chgData name="Rajarajeshwari S" userId="e4d90711455572c4" providerId="LiveId" clId="{CCD4E902-00B9-4B30-B952-A9A7A2B9871A}" dt="2026-01-03T12:31:05.740" v="2571" actId="20577"/>
        <pc:sldMkLst>
          <pc:docMk/>
          <pc:sldMk cId="3261659136" sldId="484"/>
        </pc:sldMkLst>
        <pc:spChg chg="mod">
          <ac:chgData name="Rajarajeshwari S" userId="e4d90711455572c4" providerId="LiveId" clId="{CCD4E902-00B9-4B30-B952-A9A7A2B9871A}" dt="2026-01-03T12:19:55.477" v="2493" actId="27636"/>
          <ac:spMkLst>
            <pc:docMk/>
            <pc:sldMk cId="3261659136" sldId="484"/>
            <ac:spMk id="2" creationId="{AF0227CF-D2CC-700A-B70F-C174D08A61B9}"/>
          </ac:spMkLst>
        </pc:spChg>
        <pc:spChg chg="mod">
          <ac:chgData name="Rajarajeshwari S" userId="e4d90711455572c4" providerId="LiveId" clId="{CCD4E902-00B9-4B30-B952-A9A7A2B9871A}" dt="2026-01-03T12:31:05.740" v="2571" actId="20577"/>
          <ac:spMkLst>
            <pc:docMk/>
            <pc:sldMk cId="3261659136" sldId="484"/>
            <ac:spMk id="3" creationId="{C4334980-DE9A-D342-DF47-D24C1BB1F029}"/>
          </ac:spMkLst>
        </pc:spChg>
      </pc:sldChg>
      <pc:sldChg chg="modSp new mod">
        <pc:chgData name="Rajarajeshwari S" userId="e4d90711455572c4" providerId="LiveId" clId="{CCD4E902-00B9-4B30-B952-A9A7A2B9871A}" dt="2026-01-03T12:30:30.059" v="2568" actId="6549"/>
        <pc:sldMkLst>
          <pc:docMk/>
          <pc:sldMk cId="627663073" sldId="485"/>
        </pc:sldMkLst>
        <pc:spChg chg="mod">
          <ac:chgData name="Rajarajeshwari S" userId="e4d90711455572c4" providerId="LiveId" clId="{CCD4E902-00B9-4B30-B952-A9A7A2B9871A}" dt="2026-01-03T12:26:24.798" v="2508" actId="20577"/>
          <ac:spMkLst>
            <pc:docMk/>
            <pc:sldMk cId="627663073" sldId="485"/>
            <ac:spMk id="2" creationId="{79CB3EEF-E305-6080-0F20-FE13ED7CEBC7}"/>
          </ac:spMkLst>
        </pc:spChg>
        <pc:spChg chg="mod">
          <ac:chgData name="Rajarajeshwari S" userId="e4d90711455572c4" providerId="LiveId" clId="{CCD4E902-00B9-4B30-B952-A9A7A2B9871A}" dt="2026-01-03T12:30:30.059" v="2568" actId="6549"/>
          <ac:spMkLst>
            <pc:docMk/>
            <pc:sldMk cId="627663073" sldId="485"/>
            <ac:spMk id="3" creationId="{A3956981-DB0B-44F6-B710-FE3E2F8E9110}"/>
          </ac:spMkLst>
        </pc:spChg>
      </pc:sldChg>
      <pc:sldChg chg="modSp new mod">
        <pc:chgData name="Rajarajeshwari S" userId="e4d90711455572c4" providerId="LiveId" clId="{CCD4E902-00B9-4B30-B952-A9A7A2B9871A}" dt="2026-01-04T05:20:38.299" v="2616" actId="20577"/>
        <pc:sldMkLst>
          <pc:docMk/>
          <pc:sldMk cId="2131262710" sldId="486"/>
        </pc:sldMkLst>
        <pc:spChg chg="mod">
          <ac:chgData name="Rajarajeshwari S" userId="e4d90711455572c4" providerId="LiveId" clId="{CCD4E902-00B9-4B30-B952-A9A7A2B9871A}" dt="2026-01-04T05:20:38.299" v="2616" actId="20577"/>
          <ac:spMkLst>
            <pc:docMk/>
            <pc:sldMk cId="2131262710" sldId="486"/>
            <ac:spMk id="2" creationId="{F9539D10-D81B-179D-3092-60118011BB06}"/>
          </ac:spMkLst>
        </pc:spChg>
        <pc:spChg chg="mod">
          <ac:chgData name="Rajarajeshwari S" userId="e4d90711455572c4" providerId="LiveId" clId="{CCD4E902-00B9-4B30-B952-A9A7A2B9871A}" dt="2026-01-03T12:36:25.491" v="2591" actId="179"/>
          <ac:spMkLst>
            <pc:docMk/>
            <pc:sldMk cId="2131262710" sldId="486"/>
            <ac:spMk id="3" creationId="{3441FEE6-77D8-09C2-45C3-5A3E40B3221F}"/>
          </ac:spMkLst>
        </pc:spChg>
      </pc:sldChg>
      <pc:sldChg chg="addSp delSp modSp new mod">
        <pc:chgData name="Rajarajeshwari S" userId="e4d90711455572c4" providerId="LiveId" clId="{CCD4E902-00B9-4B30-B952-A9A7A2B9871A}" dt="2026-01-09T09:09:30.141" v="4089" actId="27636"/>
        <pc:sldMkLst>
          <pc:docMk/>
          <pc:sldMk cId="2234717253" sldId="487"/>
        </pc:sldMkLst>
        <pc:spChg chg="mod">
          <ac:chgData name="Rajarajeshwari S" userId="e4d90711455572c4" providerId="LiveId" clId="{CCD4E902-00B9-4B30-B952-A9A7A2B9871A}" dt="2026-01-09T09:09:30.141" v="4089" actId="27636"/>
          <ac:spMkLst>
            <pc:docMk/>
            <pc:sldMk cId="2234717253" sldId="487"/>
            <ac:spMk id="3" creationId="{610FE349-569B-0A6A-EF63-172325C6B641}"/>
          </ac:spMkLst>
        </pc:spChg>
        <pc:picChg chg="add mod">
          <ac:chgData name="Rajarajeshwari S" userId="e4d90711455572c4" providerId="LiveId" clId="{CCD4E902-00B9-4B30-B952-A9A7A2B9871A}" dt="2026-01-04T05:18:30.211" v="2612" actId="1076"/>
          <ac:picMkLst>
            <pc:docMk/>
            <pc:sldMk cId="2234717253" sldId="487"/>
            <ac:picMk id="15364" creationId="{24047203-F501-9DDA-0BF0-00D222408057}"/>
          </ac:picMkLst>
        </pc:picChg>
      </pc:sldChg>
      <pc:sldChg chg="addSp delSp modSp new mod">
        <pc:chgData name="Rajarajeshwari S" userId="e4d90711455572c4" providerId="LiveId" clId="{CCD4E902-00B9-4B30-B952-A9A7A2B9871A}" dt="2026-01-04T05:26:52.009" v="2631" actId="20577"/>
        <pc:sldMkLst>
          <pc:docMk/>
          <pc:sldMk cId="2386361027" sldId="488"/>
        </pc:sldMkLst>
        <pc:spChg chg="mod">
          <ac:chgData name="Rajarajeshwari S" userId="e4d90711455572c4" providerId="LiveId" clId="{CCD4E902-00B9-4B30-B952-A9A7A2B9871A}" dt="2026-01-04T05:26:52.009" v="2631" actId="20577"/>
          <ac:spMkLst>
            <pc:docMk/>
            <pc:sldMk cId="2386361027" sldId="488"/>
            <ac:spMk id="2" creationId="{D9B18734-CF80-F9A4-9F27-8BF4EFD1E441}"/>
          </ac:spMkLst>
        </pc:spChg>
        <pc:graphicFrameChg chg="add mod modGraphic">
          <ac:chgData name="Rajarajeshwari S" userId="e4d90711455572c4" providerId="LiveId" clId="{CCD4E902-00B9-4B30-B952-A9A7A2B9871A}" dt="2026-01-04T05:26:45.496" v="2621" actId="14100"/>
          <ac:graphicFrameMkLst>
            <pc:docMk/>
            <pc:sldMk cId="2386361027" sldId="488"/>
            <ac:graphicFrameMk id="4" creationId="{B4C3B847-6780-FF73-7E69-494F0A6481C6}"/>
          </ac:graphicFrameMkLst>
        </pc:graphicFrameChg>
      </pc:sldChg>
      <pc:sldChg chg="modSp new mod">
        <pc:chgData name="Rajarajeshwari S" userId="e4d90711455572c4" providerId="LiveId" clId="{CCD4E902-00B9-4B30-B952-A9A7A2B9871A}" dt="2026-01-04T05:32:28.381" v="2674" actId="27636"/>
        <pc:sldMkLst>
          <pc:docMk/>
          <pc:sldMk cId="1335577009" sldId="489"/>
        </pc:sldMkLst>
        <pc:spChg chg="mod">
          <ac:chgData name="Rajarajeshwari S" userId="e4d90711455572c4" providerId="LiveId" clId="{CCD4E902-00B9-4B30-B952-A9A7A2B9871A}" dt="2026-01-04T05:30:49.406" v="2634" actId="27636"/>
          <ac:spMkLst>
            <pc:docMk/>
            <pc:sldMk cId="1335577009" sldId="489"/>
            <ac:spMk id="2" creationId="{CA417DF8-70F8-3F14-46CE-8EA55C0B3188}"/>
          </ac:spMkLst>
        </pc:spChg>
        <pc:spChg chg="mod">
          <ac:chgData name="Rajarajeshwari S" userId="e4d90711455572c4" providerId="LiveId" clId="{CCD4E902-00B9-4B30-B952-A9A7A2B9871A}" dt="2026-01-04T05:32:28.381" v="2674" actId="27636"/>
          <ac:spMkLst>
            <pc:docMk/>
            <pc:sldMk cId="1335577009" sldId="489"/>
            <ac:spMk id="3" creationId="{8D65E89E-FAE2-B6FF-FB53-636F8CFEF95F}"/>
          </ac:spMkLst>
        </pc:spChg>
      </pc:sldChg>
      <pc:sldChg chg="modSp new mod">
        <pc:chgData name="Rajarajeshwari S" userId="e4d90711455572c4" providerId="LiveId" clId="{CCD4E902-00B9-4B30-B952-A9A7A2B9871A}" dt="2026-01-04T05:35:54.830" v="2682" actId="27636"/>
        <pc:sldMkLst>
          <pc:docMk/>
          <pc:sldMk cId="3801674243" sldId="491"/>
        </pc:sldMkLst>
        <pc:spChg chg="mod">
          <ac:chgData name="Rajarajeshwari S" userId="e4d90711455572c4" providerId="LiveId" clId="{CCD4E902-00B9-4B30-B952-A9A7A2B9871A}" dt="2026-01-04T05:35:54.830" v="2682" actId="27636"/>
          <ac:spMkLst>
            <pc:docMk/>
            <pc:sldMk cId="3801674243" sldId="491"/>
            <ac:spMk id="2" creationId="{75D10BDB-3DC0-726D-CC69-33893C8CA232}"/>
          </ac:spMkLst>
        </pc:spChg>
        <pc:spChg chg="mod">
          <ac:chgData name="Rajarajeshwari S" userId="e4d90711455572c4" providerId="LiveId" clId="{CCD4E902-00B9-4B30-B952-A9A7A2B9871A}" dt="2026-01-04T05:35:54.746" v="2681"/>
          <ac:spMkLst>
            <pc:docMk/>
            <pc:sldMk cId="3801674243" sldId="491"/>
            <ac:spMk id="3" creationId="{6EA63C20-6805-834D-A8DF-ED08D7E71EBC}"/>
          </ac:spMkLst>
        </pc:spChg>
      </pc:sldChg>
      <pc:sldChg chg="addSp delSp modSp new mod">
        <pc:chgData name="Rajarajeshwari S" userId="e4d90711455572c4" providerId="LiveId" clId="{CCD4E902-00B9-4B30-B952-A9A7A2B9871A}" dt="2026-01-04T05:38:15.499" v="2703"/>
        <pc:sldMkLst>
          <pc:docMk/>
          <pc:sldMk cId="1521283814" sldId="492"/>
        </pc:sldMkLst>
        <pc:spChg chg="mod">
          <ac:chgData name="Rajarajeshwari S" userId="e4d90711455572c4" providerId="LiveId" clId="{CCD4E902-00B9-4B30-B952-A9A7A2B9871A}" dt="2026-01-04T05:37:22.049" v="2690" actId="27636"/>
          <ac:spMkLst>
            <pc:docMk/>
            <pc:sldMk cId="1521283814" sldId="492"/>
            <ac:spMk id="2" creationId="{4D713E33-778A-EDAC-0196-759AC28C6DD9}"/>
          </ac:spMkLst>
        </pc:spChg>
        <pc:spChg chg="mod">
          <ac:chgData name="Rajarajeshwari S" userId="e4d90711455572c4" providerId="LiveId" clId="{CCD4E902-00B9-4B30-B952-A9A7A2B9871A}" dt="2026-01-04T05:37:59.520" v="2701" actId="27636"/>
          <ac:spMkLst>
            <pc:docMk/>
            <pc:sldMk cId="1521283814" sldId="492"/>
            <ac:spMk id="3" creationId="{8CF1E9BE-1B9B-BC00-FD5E-19D67E4BC01E}"/>
          </ac:spMkLst>
        </pc:spChg>
      </pc:sldChg>
      <pc:sldChg chg="modSp new mod">
        <pc:chgData name="Rajarajeshwari S" userId="e4d90711455572c4" providerId="LiveId" clId="{CCD4E902-00B9-4B30-B952-A9A7A2B9871A}" dt="2026-01-04T05:44:51.399" v="2722" actId="12"/>
        <pc:sldMkLst>
          <pc:docMk/>
          <pc:sldMk cId="3846535035" sldId="493"/>
        </pc:sldMkLst>
        <pc:spChg chg="mod">
          <ac:chgData name="Rajarajeshwari S" userId="e4d90711455572c4" providerId="LiveId" clId="{CCD4E902-00B9-4B30-B952-A9A7A2B9871A}" dt="2026-01-04T05:38:26.244" v="2717" actId="20577"/>
          <ac:spMkLst>
            <pc:docMk/>
            <pc:sldMk cId="3846535035" sldId="493"/>
            <ac:spMk id="2" creationId="{0B64F8E4-4B68-6331-CC23-3F4F44606A8C}"/>
          </ac:spMkLst>
        </pc:spChg>
        <pc:spChg chg="mod">
          <ac:chgData name="Rajarajeshwari S" userId="e4d90711455572c4" providerId="LiveId" clId="{CCD4E902-00B9-4B30-B952-A9A7A2B9871A}" dt="2026-01-04T05:44:51.399" v="2722" actId="12"/>
          <ac:spMkLst>
            <pc:docMk/>
            <pc:sldMk cId="3846535035" sldId="493"/>
            <ac:spMk id="3" creationId="{EE778AE4-2207-EC67-B3D1-2C1E315FBECA}"/>
          </ac:spMkLst>
        </pc:spChg>
      </pc:sldChg>
      <pc:sldChg chg="modSp new mod">
        <pc:chgData name="Rajarajeshwari S" userId="e4d90711455572c4" providerId="LiveId" clId="{CCD4E902-00B9-4B30-B952-A9A7A2B9871A}" dt="2026-01-04T05:45:22.149" v="2730" actId="20577"/>
        <pc:sldMkLst>
          <pc:docMk/>
          <pc:sldMk cId="2389985708" sldId="494"/>
        </pc:sldMkLst>
        <pc:spChg chg="mod">
          <ac:chgData name="Rajarajeshwari S" userId="e4d90711455572c4" providerId="LiveId" clId="{CCD4E902-00B9-4B30-B952-A9A7A2B9871A}" dt="2026-01-04T05:45:10.947" v="2725" actId="27636"/>
          <ac:spMkLst>
            <pc:docMk/>
            <pc:sldMk cId="2389985708" sldId="494"/>
            <ac:spMk id="2" creationId="{7F379521-F3CF-77DE-4088-B45FEE5B6A8F}"/>
          </ac:spMkLst>
        </pc:spChg>
        <pc:spChg chg="mod">
          <ac:chgData name="Rajarajeshwari S" userId="e4d90711455572c4" providerId="LiveId" clId="{CCD4E902-00B9-4B30-B952-A9A7A2B9871A}" dt="2026-01-04T05:45:22.149" v="2730" actId="20577"/>
          <ac:spMkLst>
            <pc:docMk/>
            <pc:sldMk cId="2389985708" sldId="494"/>
            <ac:spMk id="3" creationId="{BB26ED32-F90C-8DD5-3581-ACA4E820B279}"/>
          </ac:spMkLst>
        </pc:spChg>
      </pc:sldChg>
      <pc:sldChg chg="modSp new mod">
        <pc:chgData name="Rajarajeshwari S" userId="e4d90711455572c4" providerId="LiveId" clId="{CCD4E902-00B9-4B30-B952-A9A7A2B9871A}" dt="2026-01-07T04:39:41.532" v="3844" actId="113"/>
        <pc:sldMkLst>
          <pc:docMk/>
          <pc:sldMk cId="4196853351" sldId="495"/>
        </pc:sldMkLst>
        <pc:spChg chg="mod">
          <ac:chgData name="Rajarajeshwari S" userId="e4d90711455572c4" providerId="LiveId" clId="{CCD4E902-00B9-4B30-B952-A9A7A2B9871A}" dt="2026-01-04T05:46:14.071" v="2739" actId="27636"/>
          <ac:spMkLst>
            <pc:docMk/>
            <pc:sldMk cId="4196853351" sldId="495"/>
            <ac:spMk id="2" creationId="{BBE76BF6-144E-8228-CC89-58074C458986}"/>
          </ac:spMkLst>
        </pc:spChg>
        <pc:spChg chg="mod">
          <ac:chgData name="Rajarajeshwari S" userId="e4d90711455572c4" providerId="LiveId" clId="{CCD4E902-00B9-4B30-B952-A9A7A2B9871A}" dt="2026-01-07T04:39:41.532" v="3844" actId="113"/>
          <ac:spMkLst>
            <pc:docMk/>
            <pc:sldMk cId="4196853351" sldId="495"/>
            <ac:spMk id="3" creationId="{9EC72DDF-74DD-5F55-8CEC-B5F1BF6D5EE4}"/>
          </ac:spMkLst>
        </pc:spChg>
      </pc:sldChg>
      <pc:sldChg chg="addSp modSp new">
        <pc:chgData name="Rajarajeshwari S" userId="e4d90711455572c4" providerId="LiveId" clId="{CCD4E902-00B9-4B30-B952-A9A7A2B9871A}" dt="2026-01-04T05:47:56.881" v="2808" actId="14100"/>
        <pc:sldMkLst>
          <pc:docMk/>
          <pc:sldMk cId="1838849933" sldId="496"/>
        </pc:sldMkLst>
        <pc:picChg chg="add mod">
          <ac:chgData name="Rajarajeshwari S" userId="e4d90711455572c4" providerId="LiveId" clId="{CCD4E902-00B9-4B30-B952-A9A7A2B9871A}" dt="2026-01-04T05:47:56.881" v="2808" actId="14100"/>
          <ac:picMkLst>
            <pc:docMk/>
            <pc:sldMk cId="1838849933" sldId="496"/>
            <ac:picMk id="17410" creationId="{CCD3AFC8-A5B2-8B32-D173-D6D26234F910}"/>
          </ac:picMkLst>
        </pc:picChg>
      </pc:sldChg>
      <pc:sldChg chg="addSp delSp modSp new mod">
        <pc:chgData name="Rajarajeshwari S" userId="e4d90711455572c4" providerId="LiveId" clId="{CCD4E902-00B9-4B30-B952-A9A7A2B9871A}" dt="2026-01-04T05:55:09.836" v="2903"/>
        <pc:sldMkLst>
          <pc:docMk/>
          <pc:sldMk cId="1002087209" sldId="497"/>
        </pc:sldMkLst>
        <pc:spChg chg="mod">
          <ac:chgData name="Rajarajeshwari S" userId="e4d90711455572c4" providerId="LiveId" clId="{CCD4E902-00B9-4B30-B952-A9A7A2B9871A}" dt="2026-01-04T05:52:47.423" v="2843" actId="20577"/>
          <ac:spMkLst>
            <pc:docMk/>
            <pc:sldMk cId="1002087209" sldId="497"/>
            <ac:spMk id="2" creationId="{5B7FB42C-A00E-5580-42D1-03278491D082}"/>
          </ac:spMkLst>
        </pc:spChg>
        <pc:spChg chg="mod">
          <ac:chgData name="Rajarajeshwari S" userId="e4d90711455572c4" providerId="LiveId" clId="{CCD4E902-00B9-4B30-B952-A9A7A2B9871A}" dt="2026-01-04T05:54:07.643" v="2901" actId="20577"/>
          <ac:spMkLst>
            <pc:docMk/>
            <pc:sldMk cId="1002087209" sldId="497"/>
            <ac:spMk id="3" creationId="{6B18425A-403C-08EC-2E33-6C0D0495770A}"/>
          </ac:spMkLst>
        </pc:spChg>
      </pc:sldChg>
      <pc:sldChg chg="addSp delSp modSp new mod">
        <pc:chgData name="Rajarajeshwari S" userId="e4d90711455572c4" providerId="LiveId" clId="{CCD4E902-00B9-4B30-B952-A9A7A2B9871A}" dt="2026-01-04T05:58:47.089" v="3082" actId="113"/>
        <pc:sldMkLst>
          <pc:docMk/>
          <pc:sldMk cId="1705888530" sldId="498"/>
        </pc:sldMkLst>
        <pc:spChg chg="mod">
          <ac:chgData name="Rajarajeshwari S" userId="e4d90711455572c4" providerId="LiveId" clId="{CCD4E902-00B9-4B30-B952-A9A7A2B9871A}" dt="2026-01-04T05:55:24.810" v="2908" actId="27636"/>
          <ac:spMkLst>
            <pc:docMk/>
            <pc:sldMk cId="1705888530" sldId="498"/>
            <ac:spMk id="2" creationId="{060DFF06-FC90-00B8-A506-BB3A82EAD7A1}"/>
          </ac:spMkLst>
        </pc:spChg>
        <pc:spChg chg="add del mod">
          <ac:chgData name="Rajarajeshwari S" userId="e4d90711455572c4" providerId="LiveId" clId="{CCD4E902-00B9-4B30-B952-A9A7A2B9871A}" dt="2026-01-04T05:58:47.089" v="3082" actId="113"/>
          <ac:spMkLst>
            <pc:docMk/>
            <pc:sldMk cId="1705888530" sldId="498"/>
            <ac:spMk id="3" creationId="{269E1F09-51F4-0A03-A89D-076FDB4C6CDF}"/>
          </ac:spMkLst>
        </pc:spChg>
      </pc:sldChg>
      <pc:sldChg chg="addSp modSp new mod">
        <pc:chgData name="Rajarajeshwari S" userId="e4d90711455572c4" providerId="LiveId" clId="{CCD4E902-00B9-4B30-B952-A9A7A2B9871A}" dt="2026-01-04T06:00:30.103" v="3105" actId="20577"/>
        <pc:sldMkLst>
          <pc:docMk/>
          <pc:sldMk cId="3449337435" sldId="499"/>
        </pc:sldMkLst>
        <pc:spChg chg="mod">
          <ac:chgData name="Rajarajeshwari S" userId="e4d90711455572c4" providerId="LiveId" clId="{CCD4E902-00B9-4B30-B952-A9A7A2B9871A}" dt="2026-01-04T06:00:30.103" v="3105" actId="20577"/>
          <ac:spMkLst>
            <pc:docMk/>
            <pc:sldMk cId="3449337435" sldId="499"/>
            <ac:spMk id="2" creationId="{A3E4B39F-B02D-10AD-7D37-52E7717BD957}"/>
          </ac:spMkLst>
        </pc:spChg>
        <pc:spChg chg="mod">
          <ac:chgData name="Rajarajeshwari S" userId="e4d90711455572c4" providerId="LiveId" clId="{CCD4E902-00B9-4B30-B952-A9A7A2B9871A}" dt="2026-01-04T06:00:26.631" v="3103" actId="27636"/>
          <ac:spMkLst>
            <pc:docMk/>
            <pc:sldMk cId="3449337435" sldId="499"/>
            <ac:spMk id="3" creationId="{A8E7E1A3-661C-70A3-9FCE-CA5BF258D14B}"/>
          </ac:spMkLst>
        </pc:spChg>
        <pc:spChg chg="add mod">
          <ac:chgData name="Rajarajeshwari S" userId="e4d90711455572c4" providerId="LiveId" clId="{CCD4E902-00B9-4B30-B952-A9A7A2B9871A}" dt="2026-01-04T06:00:13.384" v="3100" actId="1076"/>
          <ac:spMkLst>
            <pc:docMk/>
            <pc:sldMk cId="3449337435" sldId="499"/>
            <ac:spMk id="4" creationId="{18DB32A0-B52D-636E-9436-BF6916763603}"/>
          </ac:spMkLst>
        </pc:spChg>
      </pc:sldChg>
      <pc:sldChg chg="addSp modSp new mod">
        <pc:chgData name="Rajarajeshwari S" userId="e4d90711455572c4" providerId="LiveId" clId="{CCD4E902-00B9-4B30-B952-A9A7A2B9871A}" dt="2026-01-04T06:14:22.383" v="3336" actId="113"/>
        <pc:sldMkLst>
          <pc:docMk/>
          <pc:sldMk cId="1092345830" sldId="500"/>
        </pc:sldMkLst>
        <pc:spChg chg="mod">
          <ac:chgData name="Rajarajeshwari S" userId="e4d90711455572c4" providerId="LiveId" clId="{CCD4E902-00B9-4B30-B952-A9A7A2B9871A}" dt="2026-01-04T06:02:30.066" v="3111" actId="27636"/>
          <ac:spMkLst>
            <pc:docMk/>
            <pc:sldMk cId="1092345830" sldId="500"/>
            <ac:spMk id="2" creationId="{AA822D2C-CB74-A955-EC45-0AB142FF2171}"/>
          </ac:spMkLst>
        </pc:spChg>
        <pc:spChg chg="mod">
          <ac:chgData name="Rajarajeshwari S" userId="e4d90711455572c4" providerId="LiveId" clId="{CCD4E902-00B9-4B30-B952-A9A7A2B9871A}" dt="2026-01-04T06:14:22.383" v="3336" actId="113"/>
          <ac:spMkLst>
            <pc:docMk/>
            <pc:sldMk cId="1092345830" sldId="500"/>
            <ac:spMk id="3" creationId="{958EC7DF-202F-EB69-FD25-3ED519B4E8FC}"/>
          </ac:spMkLst>
        </pc:spChg>
        <pc:picChg chg="add mod">
          <ac:chgData name="Rajarajeshwari S" userId="e4d90711455572c4" providerId="LiveId" clId="{CCD4E902-00B9-4B30-B952-A9A7A2B9871A}" dt="2026-01-04T06:14:09.726" v="3329" actId="1076"/>
          <ac:picMkLst>
            <pc:docMk/>
            <pc:sldMk cId="1092345830" sldId="500"/>
            <ac:picMk id="4099" creationId="{00000000-0000-0000-0000-000000000000}"/>
          </ac:picMkLst>
        </pc:picChg>
        <pc:picChg chg="add mod">
          <ac:chgData name="Rajarajeshwari S" userId="e4d90711455572c4" providerId="LiveId" clId="{CCD4E902-00B9-4B30-B952-A9A7A2B9871A}" dt="2026-01-04T06:14:08.637" v="3328" actId="1076"/>
          <ac:picMkLst>
            <pc:docMk/>
            <pc:sldMk cId="1092345830" sldId="500"/>
            <ac:picMk id="4100" creationId="{00000000-0000-0000-0000-000000000000}"/>
          </ac:picMkLst>
        </pc:picChg>
      </pc:sldChg>
      <pc:sldChg chg="modSp new mod">
        <pc:chgData name="Rajarajeshwari S" userId="e4d90711455572c4" providerId="LiveId" clId="{CCD4E902-00B9-4B30-B952-A9A7A2B9871A}" dt="2026-01-07T14:14:44.327" v="3848" actId="1076"/>
        <pc:sldMkLst>
          <pc:docMk/>
          <pc:sldMk cId="3970882324" sldId="501"/>
        </pc:sldMkLst>
        <pc:spChg chg="mod">
          <ac:chgData name="Rajarajeshwari S" userId="e4d90711455572c4" providerId="LiveId" clId="{CCD4E902-00B9-4B30-B952-A9A7A2B9871A}" dt="2026-01-04T06:17:18.994" v="3345" actId="113"/>
          <ac:spMkLst>
            <pc:docMk/>
            <pc:sldMk cId="3970882324" sldId="501"/>
            <ac:spMk id="2" creationId="{25167870-8014-F08A-D13A-607ADFA99D6B}"/>
          </ac:spMkLst>
        </pc:spChg>
        <pc:spChg chg="mod">
          <ac:chgData name="Rajarajeshwari S" userId="e4d90711455572c4" providerId="LiveId" clId="{CCD4E902-00B9-4B30-B952-A9A7A2B9871A}" dt="2026-01-07T14:14:44.327" v="3848" actId="1076"/>
          <ac:spMkLst>
            <pc:docMk/>
            <pc:sldMk cId="3970882324" sldId="501"/>
            <ac:spMk id="3" creationId="{5EC58499-AC61-2E70-9952-24FACE1F1953}"/>
          </ac:spMkLst>
        </pc:spChg>
      </pc:sldChg>
      <pc:sldChg chg="addSp modSp new mod">
        <pc:chgData name="Rajarajeshwari S" userId="e4d90711455572c4" providerId="LiveId" clId="{CCD4E902-00B9-4B30-B952-A9A7A2B9871A}" dt="2026-01-05T02:33:04.900" v="3461" actId="20577"/>
        <pc:sldMkLst>
          <pc:docMk/>
          <pc:sldMk cId="3623906793" sldId="503"/>
        </pc:sldMkLst>
        <pc:spChg chg="mod">
          <ac:chgData name="Rajarajeshwari S" userId="e4d90711455572c4" providerId="LiveId" clId="{CCD4E902-00B9-4B30-B952-A9A7A2B9871A}" dt="2026-01-05T02:25:51.818" v="3366" actId="27636"/>
          <ac:spMkLst>
            <pc:docMk/>
            <pc:sldMk cId="3623906793" sldId="503"/>
            <ac:spMk id="2" creationId="{3B49C071-8481-ECD3-1E17-FFEF0E41A7A4}"/>
          </ac:spMkLst>
        </pc:spChg>
        <pc:spChg chg="mod">
          <ac:chgData name="Rajarajeshwari S" userId="e4d90711455572c4" providerId="LiveId" clId="{CCD4E902-00B9-4B30-B952-A9A7A2B9871A}" dt="2026-01-05T02:33:04.900" v="3461" actId="20577"/>
          <ac:spMkLst>
            <pc:docMk/>
            <pc:sldMk cId="3623906793" sldId="503"/>
            <ac:spMk id="3" creationId="{C56B266E-8998-51E3-EC39-6FA4DD7650A6}"/>
          </ac:spMkLst>
        </pc:spChg>
        <pc:picChg chg="add mod">
          <ac:chgData name="Rajarajeshwari S" userId="e4d90711455572c4" providerId="LiveId" clId="{CCD4E902-00B9-4B30-B952-A9A7A2B9871A}" dt="2026-01-05T02:32:51.422" v="3459" actId="14100"/>
          <ac:picMkLst>
            <pc:docMk/>
            <pc:sldMk cId="3623906793" sldId="503"/>
            <ac:picMk id="5" creationId="{B5FA0B19-0B12-D41D-D84A-7A9DDD1A3E2D}"/>
          </ac:picMkLst>
        </pc:picChg>
      </pc:sldChg>
      <pc:sldChg chg="modSp new mod">
        <pc:chgData name="Rajarajeshwari S" userId="e4d90711455572c4" providerId="LiveId" clId="{CCD4E902-00B9-4B30-B952-A9A7A2B9871A}" dt="2026-01-07T14:32:25.196" v="3887" actId="113"/>
        <pc:sldMkLst>
          <pc:docMk/>
          <pc:sldMk cId="3619070704" sldId="504"/>
        </pc:sldMkLst>
        <pc:spChg chg="mod">
          <ac:chgData name="Rajarajeshwari S" userId="e4d90711455572c4" providerId="LiveId" clId="{CCD4E902-00B9-4B30-B952-A9A7A2B9871A}" dt="2026-01-05T02:42:13.741" v="3519" actId="20577"/>
          <ac:spMkLst>
            <pc:docMk/>
            <pc:sldMk cId="3619070704" sldId="504"/>
            <ac:spMk id="2" creationId="{972F182F-2DA4-6881-37EF-37613BBF38B6}"/>
          </ac:spMkLst>
        </pc:spChg>
        <pc:spChg chg="mod">
          <ac:chgData name="Rajarajeshwari S" userId="e4d90711455572c4" providerId="LiveId" clId="{CCD4E902-00B9-4B30-B952-A9A7A2B9871A}" dt="2026-01-07T14:32:25.196" v="3887" actId="113"/>
          <ac:spMkLst>
            <pc:docMk/>
            <pc:sldMk cId="3619070704" sldId="504"/>
            <ac:spMk id="3" creationId="{96139A59-182F-B9E9-005B-B94727B74362}"/>
          </ac:spMkLst>
        </pc:spChg>
      </pc:sldChg>
      <pc:sldChg chg="modSp new mod">
        <pc:chgData name="Rajarajeshwari S" userId="e4d90711455572c4" providerId="LiveId" clId="{CCD4E902-00B9-4B30-B952-A9A7A2B9871A}" dt="2026-01-07T14:34:31.568" v="3937" actId="20577"/>
        <pc:sldMkLst>
          <pc:docMk/>
          <pc:sldMk cId="2883045154" sldId="505"/>
        </pc:sldMkLst>
        <pc:spChg chg="mod">
          <ac:chgData name="Rajarajeshwari S" userId="e4d90711455572c4" providerId="LiveId" clId="{CCD4E902-00B9-4B30-B952-A9A7A2B9871A}" dt="2026-01-05T02:39:49.706" v="3489" actId="27636"/>
          <ac:spMkLst>
            <pc:docMk/>
            <pc:sldMk cId="2883045154" sldId="505"/>
            <ac:spMk id="2" creationId="{3B73F90F-6EE9-CAD4-97E2-4A181425966A}"/>
          </ac:spMkLst>
        </pc:spChg>
        <pc:spChg chg="mod">
          <ac:chgData name="Rajarajeshwari S" userId="e4d90711455572c4" providerId="LiveId" clId="{CCD4E902-00B9-4B30-B952-A9A7A2B9871A}" dt="2026-01-07T14:34:31.568" v="3937" actId="20577"/>
          <ac:spMkLst>
            <pc:docMk/>
            <pc:sldMk cId="2883045154" sldId="505"/>
            <ac:spMk id="3" creationId="{91DA03A5-12B8-4E22-2A82-A5BC7933A49B}"/>
          </ac:spMkLst>
        </pc:spChg>
      </pc:sldChg>
      <pc:sldChg chg="addSp delSp modSp new mod">
        <pc:chgData name="Rajarajeshwari S" userId="e4d90711455572c4" providerId="LiveId" clId="{CCD4E902-00B9-4B30-B952-A9A7A2B9871A}" dt="2026-01-07T14:35:22.006" v="3938" actId="20577"/>
        <pc:sldMkLst>
          <pc:docMk/>
          <pc:sldMk cId="1498382872" sldId="506"/>
        </pc:sldMkLst>
        <pc:spChg chg="add mod">
          <ac:chgData name="Rajarajeshwari S" userId="e4d90711455572c4" providerId="LiveId" clId="{CCD4E902-00B9-4B30-B952-A9A7A2B9871A}" dt="2026-01-07T14:35:22.006" v="3938" actId="20577"/>
          <ac:spMkLst>
            <pc:docMk/>
            <pc:sldMk cId="1498382872" sldId="506"/>
            <ac:spMk id="5" creationId="{ED4F88E2-E4E8-B93D-618F-D62F8359A3FD}"/>
          </ac:spMkLst>
        </pc:spChg>
        <pc:picChg chg="add mod">
          <ac:chgData name="Rajarajeshwari S" userId="e4d90711455572c4" providerId="LiveId" clId="{CCD4E902-00B9-4B30-B952-A9A7A2B9871A}" dt="2026-01-05T02:40:12.727" v="3498" actId="1076"/>
          <ac:picMkLst>
            <pc:docMk/>
            <pc:sldMk cId="1498382872" sldId="506"/>
            <ac:picMk id="23554" creationId="{56550009-1BC0-EB21-3DE2-A8E07C677757}"/>
          </ac:picMkLst>
        </pc:picChg>
      </pc:sldChg>
      <pc:sldChg chg="modSp new mod">
        <pc:chgData name="Rajarajeshwari S" userId="e4d90711455572c4" providerId="LiveId" clId="{CCD4E902-00B9-4B30-B952-A9A7A2B9871A}" dt="2026-01-05T02:41:35.878" v="3513" actId="27636"/>
        <pc:sldMkLst>
          <pc:docMk/>
          <pc:sldMk cId="2231556884" sldId="507"/>
        </pc:sldMkLst>
        <pc:spChg chg="mod">
          <ac:chgData name="Rajarajeshwari S" userId="e4d90711455572c4" providerId="LiveId" clId="{CCD4E902-00B9-4B30-B952-A9A7A2B9871A}" dt="2026-01-05T02:41:35.867" v="3512" actId="27636"/>
          <ac:spMkLst>
            <pc:docMk/>
            <pc:sldMk cId="2231556884" sldId="507"/>
            <ac:spMk id="2" creationId="{ABF267BC-A6E4-46AE-99C8-1A627568CE16}"/>
          </ac:spMkLst>
        </pc:spChg>
        <pc:spChg chg="mod">
          <ac:chgData name="Rajarajeshwari S" userId="e4d90711455572c4" providerId="LiveId" clId="{CCD4E902-00B9-4B30-B952-A9A7A2B9871A}" dt="2026-01-05T02:41:35.878" v="3513" actId="27636"/>
          <ac:spMkLst>
            <pc:docMk/>
            <pc:sldMk cId="2231556884" sldId="507"/>
            <ac:spMk id="3" creationId="{B235366C-D95F-9BE6-A449-0E1D4BE9C38A}"/>
          </ac:spMkLst>
        </pc:spChg>
      </pc:sldChg>
      <pc:sldChg chg="modSp new mod">
        <pc:chgData name="Rajarajeshwari S" userId="e4d90711455572c4" providerId="LiveId" clId="{CCD4E902-00B9-4B30-B952-A9A7A2B9871A}" dt="2026-01-07T14:39:52.246" v="3971" actId="113"/>
        <pc:sldMkLst>
          <pc:docMk/>
          <pc:sldMk cId="2279071462" sldId="508"/>
        </pc:sldMkLst>
        <pc:spChg chg="mod">
          <ac:chgData name="Rajarajeshwari S" userId="e4d90711455572c4" providerId="LiveId" clId="{CCD4E902-00B9-4B30-B952-A9A7A2B9871A}" dt="2026-01-05T02:41:55.772" v="3516" actId="27636"/>
          <ac:spMkLst>
            <pc:docMk/>
            <pc:sldMk cId="2279071462" sldId="508"/>
            <ac:spMk id="2" creationId="{47CC859A-BCBD-5A5E-3B6C-EC5623F6ADB4}"/>
          </ac:spMkLst>
        </pc:spChg>
        <pc:spChg chg="mod">
          <ac:chgData name="Rajarajeshwari S" userId="e4d90711455572c4" providerId="LiveId" clId="{CCD4E902-00B9-4B30-B952-A9A7A2B9871A}" dt="2026-01-07T14:39:52.246" v="3971" actId="113"/>
          <ac:spMkLst>
            <pc:docMk/>
            <pc:sldMk cId="2279071462" sldId="508"/>
            <ac:spMk id="3" creationId="{A96B32DF-1179-F4B7-EF62-0473755F446A}"/>
          </ac:spMkLst>
        </pc:spChg>
      </pc:sldChg>
      <pc:sldChg chg="modSp new mod">
        <pc:chgData name="Rajarajeshwari S" userId="e4d90711455572c4" providerId="LiveId" clId="{CCD4E902-00B9-4B30-B952-A9A7A2B9871A}" dt="2026-01-05T02:46:26.106" v="3575" actId="27636"/>
        <pc:sldMkLst>
          <pc:docMk/>
          <pc:sldMk cId="1196881160" sldId="512"/>
        </pc:sldMkLst>
        <pc:spChg chg="mod">
          <ac:chgData name="Rajarajeshwari S" userId="e4d90711455572c4" providerId="LiveId" clId="{CCD4E902-00B9-4B30-B952-A9A7A2B9871A}" dt="2026-01-05T02:46:08.008" v="3570" actId="27636"/>
          <ac:spMkLst>
            <pc:docMk/>
            <pc:sldMk cId="1196881160" sldId="512"/>
            <ac:spMk id="2" creationId="{57715F92-07C2-2F6F-24EF-E74A153777A4}"/>
          </ac:spMkLst>
        </pc:spChg>
        <pc:spChg chg="mod">
          <ac:chgData name="Rajarajeshwari S" userId="e4d90711455572c4" providerId="LiveId" clId="{CCD4E902-00B9-4B30-B952-A9A7A2B9871A}" dt="2026-01-05T02:46:26.106" v="3575" actId="27636"/>
          <ac:spMkLst>
            <pc:docMk/>
            <pc:sldMk cId="1196881160" sldId="512"/>
            <ac:spMk id="3" creationId="{7F67F5BC-9E52-5ED9-EF84-09F94B7361A8}"/>
          </ac:spMkLst>
        </pc:spChg>
      </pc:sldChg>
      <pc:sldChg chg="addSp modSp new mod ord">
        <pc:chgData name="Rajarajeshwari S" userId="e4d90711455572c4" providerId="LiveId" clId="{CCD4E902-00B9-4B30-B952-A9A7A2B9871A}" dt="2026-01-07T14:45:26.023" v="3990"/>
        <pc:sldMkLst>
          <pc:docMk/>
          <pc:sldMk cId="2015171300" sldId="513"/>
        </pc:sldMkLst>
        <pc:spChg chg="mod">
          <ac:chgData name="Rajarajeshwari S" userId="e4d90711455572c4" providerId="LiveId" clId="{CCD4E902-00B9-4B30-B952-A9A7A2B9871A}" dt="2026-01-05T02:46:42.962" v="3578" actId="27636"/>
          <ac:spMkLst>
            <pc:docMk/>
            <pc:sldMk cId="2015171300" sldId="513"/>
            <ac:spMk id="2" creationId="{AA9A3BC5-8649-8268-CA0F-DC800401EB1C}"/>
          </ac:spMkLst>
        </pc:spChg>
        <pc:spChg chg="mod">
          <ac:chgData name="Rajarajeshwari S" userId="e4d90711455572c4" providerId="LiveId" clId="{CCD4E902-00B9-4B30-B952-A9A7A2B9871A}" dt="2026-01-05T02:47:11.351" v="3583" actId="14100"/>
          <ac:spMkLst>
            <pc:docMk/>
            <pc:sldMk cId="2015171300" sldId="513"/>
            <ac:spMk id="3" creationId="{EF9B47BC-D688-3AA8-5266-BD6EABE69117}"/>
          </ac:spMkLst>
        </pc:spChg>
        <pc:spChg chg="add mod">
          <ac:chgData name="Rajarajeshwari S" userId="e4d90711455572c4" providerId="LiveId" clId="{CCD4E902-00B9-4B30-B952-A9A7A2B9871A}" dt="2026-01-05T02:47:26.057" v="3588" actId="14100"/>
          <ac:spMkLst>
            <pc:docMk/>
            <pc:sldMk cId="2015171300" sldId="513"/>
            <ac:spMk id="5" creationId="{862BA981-3C16-86D9-9DD5-5BF08EDF7BBA}"/>
          </ac:spMkLst>
        </pc:spChg>
        <pc:picChg chg="add mod">
          <ac:chgData name="Rajarajeshwari S" userId="e4d90711455572c4" providerId="LiveId" clId="{CCD4E902-00B9-4B30-B952-A9A7A2B9871A}" dt="2026-01-05T02:47:13.085" v="3584" actId="1076"/>
          <ac:picMkLst>
            <pc:docMk/>
            <pc:sldMk cId="2015171300" sldId="513"/>
            <ac:picMk id="25602" creationId="{E3F98F89-F010-428E-9660-B34994061A5F}"/>
          </ac:picMkLst>
        </pc:picChg>
      </pc:sldChg>
      <pc:sldChg chg="modSp new mod">
        <pc:chgData name="Rajarajeshwari S" userId="e4d90711455572c4" providerId="LiveId" clId="{CCD4E902-00B9-4B30-B952-A9A7A2B9871A}" dt="2026-01-05T02:47:46.638" v="3591" actId="27636"/>
        <pc:sldMkLst>
          <pc:docMk/>
          <pc:sldMk cId="4261723965" sldId="514"/>
        </pc:sldMkLst>
        <pc:spChg chg="mod">
          <ac:chgData name="Rajarajeshwari S" userId="e4d90711455572c4" providerId="LiveId" clId="{CCD4E902-00B9-4B30-B952-A9A7A2B9871A}" dt="2026-01-05T02:47:46.638" v="3591" actId="27636"/>
          <ac:spMkLst>
            <pc:docMk/>
            <pc:sldMk cId="4261723965" sldId="514"/>
            <ac:spMk id="2" creationId="{C9D67024-F390-0264-99D1-A266783B2D56}"/>
          </ac:spMkLst>
        </pc:spChg>
        <pc:spChg chg="mod">
          <ac:chgData name="Rajarajeshwari S" userId="e4d90711455572c4" providerId="LiveId" clId="{CCD4E902-00B9-4B30-B952-A9A7A2B9871A}" dt="2026-01-05T02:47:46.590" v="3590"/>
          <ac:spMkLst>
            <pc:docMk/>
            <pc:sldMk cId="4261723965" sldId="514"/>
            <ac:spMk id="3" creationId="{C6E7B78B-EC66-6D9C-E51F-F8FEAE988713}"/>
          </ac:spMkLst>
        </pc:spChg>
      </pc:sldChg>
      <pc:sldChg chg="modSp new mod">
        <pc:chgData name="Rajarajeshwari S" userId="e4d90711455572c4" providerId="LiveId" clId="{CCD4E902-00B9-4B30-B952-A9A7A2B9871A}" dt="2026-01-05T02:48:55.077" v="3601" actId="179"/>
        <pc:sldMkLst>
          <pc:docMk/>
          <pc:sldMk cId="1346347748" sldId="515"/>
        </pc:sldMkLst>
        <pc:spChg chg="mod">
          <ac:chgData name="Rajarajeshwari S" userId="e4d90711455572c4" providerId="LiveId" clId="{CCD4E902-00B9-4B30-B952-A9A7A2B9871A}" dt="2026-01-05T02:48:19.097" v="3594" actId="27636"/>
          <ac:spMkLst>
            <pc:docMk/>
            <pc:sldMk cId="1346347748" sldId="515"/>
            <ac:spMk id="2" creationId="{36D6F16A-E122-C2DF-E1EA-C79DBDF04595}"/>
          </ac:spMkLst>
        </pc:spChg>
        <pc:spChg chg="mod">
          <ac:chgData name="Rajarajeshwari S" userId="e4d90711455572c4" providerId="LiveId" clId="{CCD4E902-00B9-4B30-B952-A9A7A2B9871A}" dt="2026-01-05T02:48:55.077" v="3601" actId="179"/>
          <ac:spMkLst>
            <pc:docMk/>
            <pc:sldMk cId="1346347748" sldId="515"/>
            <ac:spMk id="3" creationId="{CCFE856F-7A87-6642-BDC2-15970F265A19}"/>
          </ac:spMkLst>
        </pc:spChg>
      </pc:sldChg>
      <pc:sldChg chg="modSp new mod">
        <pc:chgData name="Rajarajeshwari S" userId="e4d90711455572c4" providerId="LiveId" clId="{CCD4E902-00B9-4B30-B952-A9A7A2B9871A}" dt="2026-01-05T02:49:54.529" v="3617" actId="20577"/>
        <pc:sldMkLst>
          <pc:docMk/>
          <pc:sldMk cId="3275785326" sldId="516"/>
        </pc:sldMkLst>
        <pc:spChg chg="mod">
          <ac:chgData name="Rajarajeshwari S" userId="e4d90711455572c4" providerId="LiveId" clId="{CCD4E902-00B9-4B30-B952-A9A7A2B9871A}" dt="2026-01-05T02:49:14.263" v="3604" actId="27636"/>
          <ac:spMkLst>
            <pc:docMk/>
            <pc:sldMk cId="3275785326" sldId="516"/>
            <ac:spMk id="2" creationId="{C5A90329-F60A-393A-7FC3-FCDC030B071F}"/>
          </ac:spMkLst>
        </pc:spChg>
        <pc:spChg chg="mod">
          <ac:chgData name="Rajarajeshwari S" userId="e4d90711455572c4" providerId="LiveId" clId="{CCD4E902-00B9-4B30-B952-A9A7A2B9871A}" dt="2026-01-05T02:49:54.529" v="3617" actId="20577"/>
          <ac:spMkLst>
            <pc:docMk/>
            <pc:sldMk cId="3275785326" sldId="516"/>
            <ac:spMk id="3" creationId="{FBFB8AEB-7A3C-B18F-AC2C-CFA236F9BA1A}"/>
          </ac:spMkLst>
        </pc:spChg>
      </pc:sldChg>
      <pc:sldChg chg="modSp new mod">
        <pc:chgData name="Rajarajeshwari S" userId="e4d90711455572c4" providerId="LiveId" clId="{CCD4E902-00B9-4B30-B952-A9A7A2B9871A}" dt="2026-01-05T02:51:27.174" v="3622" actId="27636"/>
        <pc:sldMkLst>
          <pc:docMk/>
          <pc:sldMk cId="2286701846" sldId="517"/>
        </pc:sldMkLst>
        <pc:spChg chg="mod">
          <ac:chgData name="Rajarajeshwari S" userId="e4d90711455572c4" providerId="LiveId" clId="{CCD4E902-00B9-4B30-B952-A9A7A2B9871A}" dt="2026-01-05T02:49:45.091" v="3615" actId="27636"/>
          <ac:spMkLst>
            <pc:docMk/>
            <pc:sldMk cId="2286701846" sldId="517"/>
            <ac:spMk id="2" creationId="{EA2ECB99-B59C-5FF9-5D36-1A9C895BCF52}"/>
          </ac:spMkLst>
        </pc:spChg>
        <pc:spChg chg="mod">
          <ac:chgData name="Rajarajeshwari S" userId="e4d90711455572c4" providerId="LiveId" clId="{CCD4E902-00B9-4B30-B952-A9A7A2B9871A}" dt="2026-01-05T02:51:27.174" v="3622" actId="27636"/>
          <ac:spMkLst>
            <pc:docMk/>
            <pc:sldMk cId="2286701846" sldId="517"/>
            <ac:spMk id="3" creationId="{AB8BD6E0-1F67-2BDC-04CB-2A4C3B6D063E}"/>
          </ac:spMkLst>
        </pc:spChg>
      </pc:sldChg>
      <pc:sldChg chg="addSp delSp modSp new mod">
        <pc:chgData name="Rajarajeshwari S" userId="e4d90711455572c4" providerId="LiveId" clId="{CCD4E902-00B9-4B30-B952-A9A7A2B9871A}" dt="2026-01-05T04:10:40.646" v="3771" actId="1076"/>
        <pc:sldMkLst>
          <pc:docMk/>
          <pc:sldMk cId="2115039946" sldId="518"/>
        </pc:sldMkLst>
        <pc:spChg chg="add del mod">
          <ac:chgData name="Rajarajeshwari S" userId="e4d90711455572c4" providerId="LiveId" clId="{CCD4E902-00B9-4B30-B952-A9A7A2B9871A}" dt="2026-01-05T04:08:10.648" v="3738" actId="478"/>
          <ac:spMkLst>
            <pc:docMk/>
            <pc:sldMk cId="2115039946" sldId="518"/>
            <ac:spMk id="5" creationId="{42DB1DA5-07FA-2515-293E-BC1D4B126289}"/>
          </ac:spMkLst>
        </pc:spChg>
        <pc:graphicFrameChg chg="add del mod modGraphic">
          <ac:chgData name="Rajarajeshwari S" userId="e4d90711455572c4" providerId="LiveId" clId="{CCD4E902-00B9-4B30-B952-A9A7A2B9871A}" dt="2026-01-05T04:10:40.646" v="3771" actId="1076"/>
          <ac:graphicFrameMkLst>
            <pc:docMk/>
            <pc:sldMk cId="2115039946" sldId="518"/>
            <ac:graphicFrameMk id="4" creationId="{EB26B1E8-8D0B-CFDD-E33D-AE8AE79FF02F}"/>
          </ac:graphicFrameMkLst>
        </pc:graphicFrameChg>
      </pc:sldChg>
      <pc:sldChg chg="modSp new mod">
        <pc:chgData name="Rajarajeshwari S" userId="e4d90711455572c4" providerId="LiveId" clId="{CCD4E902-00B9-4B30-B952-A9A7A2B9871A}" dt="2026-01-05T03:47:20.744" v="3645" actId="27636"/>
        <pc:sldMkLst>
          <pc:docMk/>
          <pc:sldMk cId="186645875" sldId="519"/>
        </pc:sldMkLst>
        <pc:spChg chg="mod">
          <ac:chgData name="Rajarajeshwari S" userId="e4d90711455572c4" providerId="LiveId" clId="{CCD4E902-00B9-4B30-B952-A9A7A2B9871A}" dt="2026-01-05T03:47:20.744" v="3645" actId="27636"/>
          <ac:spMkLst>
            <pc:docMk/>
            <pc:sldMk cId="186645875" sldId="519"/>
            <ac:spMk id="2" creationId="{77B1CBB8-F9C3-00F1-2C74-60DE2D04A3DC}"/>
          </ac:spMkLst>
        </pc:spChg>
        <pc:spChg chg="mod">
          <ac:chgData name="Rajarajeshwari S" userId="e4d90711455572c4" providerId="LiveId" clId="{CCD4E902-00B9-4B30-B952-A9A7A2B9871A}" dt="2026-01-05T03:47:20.693" v="3644"/>
          <ac:spMkLst>
            <pc:docMk/>
            <pc:sldMk cId="186645875" sldId="519"/>
            <ac:spMk id="3" creationId="{E40ADDDB-B807-7B82-34FD-0F89FBD1368C}"/>
          </ac:spMkLst>
        </pc:spChg>
      </pc:sldChg>
      <pc:sldChg chg="modSp new mod">
        <pc:chgData name="Rajarajeshwari S" userId="e4d90711455572c4" providerId="LiveId" clId="{CCD4E902-00B9-4B30-B952-A9A7A2B9871A}" dt="2026-01-05T03:48:10.409" v="3648" actId="27636"/>
        <pc:sldMkLst>
          <pc:docMk/>
          <pc:sldMk cId="2432395845" sldId="520"/>
        </pc:sldMkLst>
        <pc:spChg chg="mod">
          <ac:chgData name="Rajarajeshwari S" userId="e4d90711455572c4" providerId="LiveId" clId="{CCD4E902-00B9-4B30-B952-A9A7A2B9871A}" dt="2026-01-05T03:48:10.409" v="3648" actId="27636"/>
          <ac:spMkLst>
            <pc:docMk/>
            <pc:sldMk cId="2432395845" sldId="520"/>
            <ac:spMk id="2" creationId="{07B26A5B-E098-86A2-024A-2D8E956963CD}"/>
          </ac:spMkLst>
        </pc:spChg>
        <pc:spChg chg="mod">
          <ac:chgData name="Rajarajeshwari S" userId="e4d90711455572c4" providerId="LiveId" clId="{CCD4E902-00B9-4B30-B952-A9A7A2B9871A}" dt="2026-01-05T03:48:10.345" v="3647"/>
          <ac:spMkLst>
            <pc:docMk/>
            <pc:sldMk cId="2432395845" sldId="520"/>
            <ac:spMk id="3" creationId="{426F4367-93AF-A457-A590-9B195B3E3595}"/>
          </ac:spMkLst>
        </pc:spChg>
      </pc:sldChg>
      <pc:sldChg chg="modSp new mod">
        <pc:chgData name="Rajarajeshwari S" userId="e4d90711455572c4" providerId="LiveId" clId="{CCD4E902-00B9-4B30-B952-A9A7A2B9871A}" dt="2026-01-07T03:02:14.218" v="3798" actId="27636"/>
        <pc:sldMkLst>
          <pc:docMk/>
          <pc:sldMk cId="531072921" sldId="521"/>
        </pc:sldMkLst>
        <pc:spChg chg="mod">
          <ac:chgData name="Rajarajeshwari S" userId="e4d90711455572c4" providerId="LiveId" clId="{CCD4E902-00B9-4B30-B952-A9A7A2B9871A}" dt="2026-01-05T03:48:38.534" v="3652" actId="27636"/>
          <ac:spMkLst>
            <pc:docMk/>
            <pc:sldMk cId="531072921" sldId="521"/>
            <ac:spMk id="2" creationId="{F7CD8626-A4D1-3EF8-247A-D6F8E93D51C8}"/>
          </ac:spMkLst>
        </pc:spChg>
        <pc:spChg chg="mod">
          <ac:chgData name="Rajarajeshwari S" userId="e4d90711455572c4" providerId="LiveId" clId="{CCD4E902-00B9-4B30-B952-A9A7A2B9871A}" dt="2026-01-07T03:02:14.218" v="3798" actId="27636"/>
          <ac:spMkLst>
            <pc:docMk/>
            <pc:sldMk cId="531072921" sldId="521"/>
            <ac:spMk id="3" creationId="{FCC307C0-F2B1-4E66-D924-7448D54F8775}"/>
          </ac:spMkLst>
        </pc:spChg>
      </pc:sldChg>
      <pc:sldChg chg="modSp new mod">
        <pc:chgData name="Rajarajeshwari S" userId="e4d90711455572c4" providerId="LiveId" clId="{CCD4E902-00B9-4B30-B952-A9A7A2B9871A}" dt="2026-01-05T09:54:34.751" v="3789" actId="20577"/>
        <pc:sldMkLst>
          <pc:docMk/>
          <pc:sldMk cId="947576952" sldId="522"/>
        </pc:sldMkLst>
        <pc:spChg chg="mod">
          <ac:chgData name="Rajarajeshwari S" userId="e4d90711455572c4" providerId="LiveId" clId="{CCD4E902-00B9-4B30-B952-A9A7A2B9871A}" dt="2026-01-05T03:48:56.529" v="3657" actId="27636"/>
          <ac:spMkLst>
            <pc:docMk/>
            <pc:sldMk cId="947576952" sldId="522"/>
            <ac:spMk id="2" creationId="{D613BAAE-E91C-9E70-3E43-1186BAA6B070}"/>
          </ac:spMkLst>
        </pc:spChg>
        <pc:spChg chg="mod">
          <ac:chgData name="Rajarajeshwari S" userId="e4d90711455572c4" providerId="LiveId" clId="{CCD4E902-00B9-4B30-B952-A9A7A2B9871A}" dt="2026-01-05T09:54:34.751" v="3789" actId="20577"/>
          <ac:spMkLst>
            <pc:docMk/>
            <pc:sldMk cId="947576952" sldId="522"/>
            <ac:spMk id="3" creationId="{F4EBE051-1098-AD23-63DE-809F0E6172EC}"/>
          </ac:spMkLst>
        </pc:spChg>
      </pc:sldChg>
      <pc:sldChg chg="modSp new mod">
        <pc:chgData name="Rajarajeshwari S" userId="e4d90711455572c4" providerId="LiveId" clId="{CCD4E902-00B9-4B30-B952-A9A7A2B9871A}" dt="2026-01-07T03:02:14.439" v="3799" actId="27636"/>
        <pc:sldMkLst>
          <pc:docMk/>
          <pc:sldMk cId="3258164538" sldId="523"/>
        </pc:sldMkLst>
        <pc:spChg chg="mod">
          <ac:chgData name="Rajarajeshwari S" userId="e4d90711455572c4" providerId="LiveId" clId="{CCD4E902-00B9-4B30-B952-A9A7A2B9871A}" dt="2026-01-05T03:49:23.557" v="3663" actId="27636"/>
          <ac:spMkLst>
            <pc:docMk/>
            <pc:sldMk cId="3258164538" sldId="523"/>
            <ac:spMk id="2" creationId="{E9EB8E33-30A7-6EA6-A283-F3DC0B8A5339}"/>
          </ac:spMkLst>
        </pc:spChg>
        <pc:spChg chg="mod">
          <ac:chgData name="Rajarajeshwari S" userId="e4d90711455572c4" providerId="LiveId" clId="{CCD4E902-00B9-4B30-B952-A9A7A2B9871A}" dt="2026-01-07T03:02:14.439" v="3799" actId="27636"/>
          <ac:spMkLst>
            <pc:docMk/>
            <pc:sldMk cId="3258164538" sldId="523"/>
            <ac:spMk id="3" creationId="{BB04EC73-808B-72DE-7A85-FB51BD48C0EF}"/>
          </ac:spMkLst>
        </pc:spChg>
      </pc:sldChg>
      <pc:sldChg chg="modSp new mod">
        <pc:chgData name="Rajarajeshwari S" userId="e4d90711455572c4" providerId="LiveId" clId="{CCD4E902-00B9-4B30-B952-A9A7A2B9871A}" dt="2026-01-05T03:50:09.156" v="3676" actId="27636"/>
        <pc:sldMkLst>
          <pc:docMk/>
          <pc:sldMk cId="2854209599" sldId="524"/>
        </pc:sldMkLst>
        <pc:spChg chg="mod">
          <ac:chgData name="Rajarajeshwari S" userId="e4d90711455572c4" providerId="LiveId" clId="{CCD4E902-00B9-4B30-B952-A9A7A2B9871A}" dt="2026-01-05T03:49:54.552" v="3670" actId="27636"/>
          <ac:spMkLst>
            <pc:docMk/>
            <pc:sldMk cId="2854209599" sldId="524"/>
            <ac:spMk id="2" creationId="{6E3C6A26-8D72-B3B1-B267-9596189EA6C9}"/>
          </ac:spMkLst>
        </pc:spChg>
        <pc:spChg chg="mod">
          <ac:chgData name="Rajarajeshwari S" userId="e4d90711455572c4" providerId="LiveId" clId="{CCD4E902-00B9-4B30-B952-A9A7A2B9871A}" dt="2026-01-05T03:50:09.156" v="3676" actId="27636"/>
          <ac:spMkLst>
            <pc:docMk/>
            <pc:sldMk cId="2854209599" sldId="524"/>
            <ac:spMk id="3" creationId="{33E2C378-44D4-C711-C140-B129266D1956}"/>
          </ac:spMkLst>
        </pc:spChg>
      </pc:sldChg>
      <pc:sldChg chg="modSp new mod">
        <pc:chgData name="Rajarajeshwari S" userId="e4d90711455572c4" providerId="LiveId" clId="{CCD4E902-00B9-4B30-B952-A9A7A2B9871A}" dt="2026-01-07T03:02:14.607" v="3800" actId="27636"/>
        <pc:sldMkLst>
          <pc:docMk/>
          <pc:sldMk cId="2154143939" sldId="525"/>
        </pc:sldMkLst>
        <pc:spChg chg="mod">
          <ac:chgData name="Rajarajeshwari S" userId="e4d90711455572c4" providerId="LiveId" clId="{CCD4E902-00B9-4B30-B952-A9A7A2B9871A}" dt="2026-01-05T03:50:29.527" v="3679" actId="27636"/>
          <ac:spMkLst>
            <pc:docMk/>
            <pc:sldMk cId="2154143939" sldId="525"/>
            <ac:spMk id="2" creationId="{7FCCC53C-0ABD-80FC-D3DB-518990178FE0}"/>
          </ac:spMkLst>
        </pc:spChg>
        <pc:spChg chg="mod">
          <ac:chgData name="Rajarajeshwari S" userId="e4d90711455572c4" providerId="LiveId" clId="{CCD4E902-00B9-4B30-B952-A9A7A2B9871A}" dt="2026-01-07T03:02:14.607" v="3800" actId="27636"/>
          <ac:spMkLst>
            <pc:docMk/>
            <pc:sldMk cId="2154143939" sldId="525"/>
            <ac:spMk id="3" creationId="{A9E2C005-FF87-E0CA-8E50-4153B8F61CA3}"/>
          </ac:spMkLst>
        </pc:spChg>
      </pc:sldChg>
      <pc:sldChg chg="modSp new mod">
        <pc:chgData name="Rajarajeshwari S" userId="e4d90711455572c4" providerId="LiveId" clId="{CCD4E902-00B9-4B30-B952-A9A7A2B9871A}" dt="2026-01-05T03:50:55.981" v="3688" actId="5793"/>
        <pc:sldMkLst>
          <pc:docMk/>
          <pc:sldMk cId="1531035335" sldId="526"/>
        </pc:sldMkLst>
        <pc:spChg chg="mod">
          <ac:chgData name="Rajarajeshwari S" userId="e4d90711455572c4" providerId="LiveId" clId="{CCD4E902-00B9-4B30-B952-A9A7A2B9871A}" dt="2026-01-05T03:50:50.305" v="3683" actId="27636"/>
          <ac:spMkLst>
            <pc:docMk/>
            <pc:sldMk cId="1531035335" sldId="526"/>
            <ac:spMk id="2" creationId="{6710D884-C9CA-D475-B42F-B7E037CBF20B}"/>
          </ac:spMkLst>
        </pc:spChg>
        <pc:spChg chg="mod">
          <ac:chgData name="Rajarajeshwari S" userId="e4d90711455572c4" providerId="LiveId" clId="{CCD4E902-00B9-4B30-B952-A9A7A2B9871A}" dt="2026-01-05T03:50:55.981" v="3688" actId="5793"/>
          <ac:spMkLst>
            <pc:docMk/>
            <pc:sldMk cId="1531035335" sldId="526"/>
            <ac:spMk id="3" creationId="{728A113C-6186-638F-FF5B-5F25F93CF016}"/>
          </ac:spMkLst>
        </pc:spChg>
      </pc:sldChg>
      <pc:sldChg chg="addSp delSp modSp new mod">
        <pc:chgData name="Rajarajeshwari S" userId="e4d90711455572c4" providerId="LiveId" clId="{CCD4E902-00B9-4B30-B952-A9A7A2B9871A}" dt="2026-01-05T03:51:57.658" v="3697" actId="1076"/>
        <pc:sldMkLst>
          <pc:docMk/>
          <pc:sldMk cId="643075270" sldId="527"/>
        </pc:sldMkLst>
        <pc:spChg chg="add mod">
          <ac:chgData name="Rajarajeshwari S" userId="e4d90711455572c4" providerId="LiveId" clId="{CCD4E902-00B9-4B30-B952-A9A7A2B9871A}" dt="2026-01-05T03:51:57.658" v="3697" actId="1076"/>
          <ac:spMkLst>
            <pc:docMk/>
            <pc:sldMk cId="643075270" sldId="527"/>
            <ac:spMk id="5" creationId="{5E2983A9-B229-2F7D-2BE6-46C1A931C8C9}"/>
          </ac:spMkLst>
        </pc:spChg>
        <pc:graphicFrameChg chg="add mod">
          <ac:chgData name="Rajarajeshwari S" userId="e4d90711455572c4" providerId="LiveId" clId="{CCD4E902-00B9-4B30-B952-A9A7A2B9871A}" dt="2026-01-05T03:51:34.102" v="3691" actId="27636"/>
          <ac:graphicFrameMkLst>
            <pc:docMk/>
            <pc:sldMk cId="643075270" sldId="527"/>
            <ac:graphicFrameMk id="4" creationId="{26B97A61-A1F1-2C29-747C-0F7C98D2CC6C}"/>
          </ac:graphicFrameMkLst>
        </pc:graphicFrameChg>
      </pc:sldChg>
      <pc:sldChg chg="modSp new mod">
        <pc:chgData name="Rajarajeshwari S" userId="e4d90711455572c4" providerId="LiveId" clId="{CCD4E902-00B9-4B30-B952-A9A7A2B9871A}" dt="2026-01-05T03:55:51" v="3703" actId="27636"/>
        <pc:sldMkLst>
          <pc:docMk/>
          <pc:sldMk cId="3631231357" sldId="528"/>
        </pc:sldMkLst>
        <pc:spChg chg="mod">
          <ac:chgData name="Rajarajeshwari S" userId="e4d90711455572c4" providerId="LiveId" clId="{CCD4E902-00B9-4B30-B952-A9A7A2B9871A}" dt="2026-01-05T03:55:51" v="3703" actId="27636"/>
          <ac:spMkLst>
            <pc:docMk/>
            <pc:sldMk cId="3631231357" sldId="528"/>
            <ac:spMk id="2" creationId="{7F35B969-E38E-2E2B-6B55-8A17AF77B56A}"/>
          </ac:spMkLst>
        </pc:spChg>
      </pc:sldChg>
      <pc:sldChg chg="modSp add mod">
        <pc:chgData name="Rajarajeshwari S" userId="e4d90711455572c4" providerId="LiveId" clId="{CCD4E902-00B9-4B30-B952-A9A7A2B9871A}" dt="2026-01-05T04:10:30.018" v="3768" actId="1076"/>
        <pc:sldMkLst>
          <pc:docMk/>
          <pc:sldMk cId="4257281588" sldId="529"/>
        </pc:sldMkLst>
        <pc:graphicFrameChg chg="mod modGraphic">
          <ac:chgData name="Rajarajeshwari S" userId="e4d90711455572c4" providerId="LiveId" clId="{CCD4E902-00B9-4B30-B952-A9A7A2B9871A}" dt="2026-01-05T04:10:30.018" v="3768" actId="1076"/>
          <ac:graphicFrameMkLst>
            <pc:docMk/>
            <pc:sldMk cId="4257281588" sldId="529"/>
            <ac:graphicFrameMk id="4" creationId="{3782BC15-797B-24C4-D668-AB3A4FCCA25E}"/>
          </ac:graphicFrameMkLst>
        </pc:graphicFrameChg>
      </pc:sldChg>
      <pc:sldChg chg="modSp new mod">
        <pc:chgData name="Rajarajeshwari S" userId="e4d90711455572c4" providerId="LiveId" clId="{CCD4E902-00B9-4B30-B952-A9A7A2B9871A}" dt="2026-01-07T14:24:35.112" v="3855" actId="113"/>
        <pc:sldMkLst>
          <pc:docMk/>
          <pc:sldMk cId="1523012430" sldId="530"/>
        </pc:sldMkLst>
        <pc:spChg chg="mod">
          <ac:chgData name="Rajarajeshwari S" userId="e4d90711455572c4" providerId="LiveId" clId="{CCD4E902-00B9-4B30-B952-A9A7A2B9871A}" dt="2026-01-07T14:24:23.685" v="3851" actId="27636"/>
          <ac:spMkLst>
            <pc:docMk/>
            <pc:sldMk cId="1523012430" sldId="530"/>
            <ac:spMk id="2" creationId="{B0DD5A31-27D9-57AC-7EFE-D5EA7A439ED2}"/>
          </ac:spMkLst>
        </pc:spChg>
        <pc:spChg chg="mod">
          <ac:chgData name="Rajarajeshwari S" userId="e4d90711455572c4" providerId="LiveId" clId="{CCD4E902-00B9-4B30-B952-A9A7A2B9871A}" dt="2026-01-07T14:24:35.112" v="3855" actId="113"/>
          <ac:spMkLst>
            <pc:docMk/>
            <pc:sldMk cId="1523012430" sldId="530"/>
            <ac:spMk id="3" creationId="{DED0D318-62B6-60C5-B035-F5C0516B2882}"/>
          </ac:spMkLst>
        </pc:spChg>
      </pc:sldChg>
      <pc:sldChg chg="modSp new mod">
        <pc:chgData name="Rajarajeshwari S" userId="e4d90711455572c4" providerId="LiveId" clId="{CCD4E902-00B9-4B30-B952-A9A7A2B9871A}" dt="2026-01-07T14:25:42.208" v="3866" actId="27636"/>
        <pc:sldMkLst>
          <pc:docMk/>
          <pc:sldMk cId="3116052594" sldId="531"/>
        </pc:sldMkLst>
        <pc:spChg chg="mod">
          <ac:chgData name="Rajarajeshwari S" userId="e4d90711455572c4" providerId="LiveId" clId="{CCD4E902-00B9-4B30-B952-A9A7A2B9871A}" dt="2026-01-07T14:25:23.473" v="3862" actId="27636"/>
          <ac:spMkLst>
            <pc:docMk/>
            <pc:sldMk cId="3116052594" sldId="531"/>
            <ac:spMk id="2" creationId="{691E4B8E-5E83-0AE0-2C78-12E472261DCF}"/>
          </ac:spMkLst>
        </pc:spChg>
        <pc:spChg chg="mod">
          <ac:chgData name="Rajarajeshwari S" userId="e4d90711455572c4" providerId="LiveId" clId="{CCD4E902-00B9-4B30-B952-A9A7A2B9871A}" dt="2026-01-07T14:25:42.208" v="3866" actId="27636"/>
          <ac:spMkLst>
            <pc:docMk/>
            <pc:sldMk cId="3116052594" sldId="531"/>
            <ac:spMk id="3" creationId="{9E91372B-EDF4-A806-C177-0859E9A02C31}"/>
          </ac:spMkLst>
        </pc:spChg>
      </pc:sldChg>
      <pc:sldChg chg="modSp new mod">
        <pc:chgData name="Rajarajeshwari S" userId="e4d90711455572c4" providerId="LiveId" clId="{CCD4E902-00B9-4B30-B952-A9A7A2B9871A}" dt="2026-01-07T14:26:04.029" v="3872" actId="27636"/>
        <pc:sldMkLst>
          <pc:docMk/>
          <pc:sldMk cId="487955201" sldId="532"/>
        </pc:sldMkLst>
        <pc:spChg chg="mod">
          <ac:chgData name="Rajarajeshwari S" userId="e4d90711455572c4" providerId="LiveId" clId="{CCD4E902-00B9-4B30-B952-A9A7A2B9871A}" dt="2026-01-07T14:25:58.890" v="3870" actId="27636"/>
          <ac:spMkLst>
            <pc:docMk/>
            <pc:sldMk cId="487955201" sldId="532"/>
            <ac:spMk id="2" creationId="{E61244C2-CC20-36D5-8D74-542BEABCE634}"/>
          </ac:spMkLst>
        </pc:spChg>
        <pc:spChg chg="mod">
          <ac:chgData name="Rajarajeshwari S" userId="e4d90711455572c4" providerId="LiveId" clId="{CCD4E902-00B9-4B30-B952-A9A7A2B9871A}" dt="2026-01-07T14:26:04.029" v="3872" actId="27636"/>
          <ac:spMkLst>
            <pc:docMk/>
            <pc:sldMk cId="487955201" sldId="532"/>
            <ac:spMk id="3" creationId="{49900108-4845-168A-3617-AA6C766268BE}"/>
          </ac:spMkLst>
        </pc:spChg>
      </pc:sldChg>
      <pc:sldChg chg="modSp new mod">
        <pc:chgData name="Rajarajeshwari S" userId="e4d90711455572c4" providerId="LiveId" clId="{CCD4E902-00B9-4B30-B952-A9A7A2B9871A}" dt="2026-01-07T14:26:31.716" v="3881" actId="27636"/>
        <pc:sldMkLst>
          <pc:docMk/>
          <pc:sldMk cId="2967533546" sldId="533"/>
        </pc:sldMkLst>
        <pc:spChg chg="mod">
          <ac:chgData name="Rajarajeshwari S" userId="e4d90711455572c4" providerId="LiveId" clId="{CCD4E902-00B9-4B30-B952-A9A7A2B9871A}" dt="2026-01-07T14:26:25.010" v="3876" actId="27636"/>
          <ac:spMkLst>
            <pc:docMk/>
            <pc:sldMk cId="2967533546" sldId="533"/>
            <ac:spMk id="2" creationId="{FDE8CAA8-8C9C-9C57-84B4-731ECCB66218}"/>
          </ac:spMkLst>
        </pc:spChg>
        <pc:spChg chg="mod">
          <ac:chgData name="Rajarajeshwari S" userId="e4d90711455572c4" providerId="LiveId" clId="{CCD4E902-00B9-4B30-B952-A9A7A2B9871A}" dt="2026-01-07T14:26:31.716" v="3881" actId="27636"/>
          <ac:spMkLst>
            <pc:docMk/>
            <pc:sldMk cId="2967533546" sldId="533"/>
            <ac:spMk id="3" creationId="{EDE40A2D-9827-A53F-925E-0641D61706DE}"/>
          </ac:spMkLst>
        </pc:spChg>
      </pc:sldChg>
      <pc:sldChg chg="addSp modSp new mod">
        <pc:chgData name="Rajarajeshwari S" userId="e4d90711455572c4" providerId="LiveId" clId="{CCD4E902-00B9-4B30-B952-A9A7A2B9871A}" dt="2026-01-07T14:38:05.357" v="3948" actId="14734"/>
        <pc:sldMkLst>
          <pc:docMk/>
          <pc:sldMk cId="725126994" sldId="534"/>
        </pc:sldMkLst>
        <pc:spChg chg="mod">
          <ac:chgData name="Rajarajeshwari S" userId="e4d90711455572c4" providerId="LiveId" clId="{CCD4E902-00B9-4B30-B952-A9A7A2B9871A}" dt="2026-01-07T14:37:32.280" v="3941" actId="27636"/>
          <ac:spMkLst>
            <pc:docMk/>
            <pc:sldMk cId="725126994" sldId="534"/>
            <ac:spMk id="2" creationId="{D58EA786-1AE0-8023-F50D-6E3937CE6671}"/>
          </ac:spMkLst>
        </pc:spChg>
        <pc:spChg chg="mod">
          <ac:chgData name="Rajarajeshwari S" userId="e4d90711455572c4" providerId="LiveId" clId="{CCD4E902-00B9-4B30-B952-A9A7A2B9871A}" dt="2026-01-07T14:37:35.298" v="3942" actId="14100"/>
          <ac:spMkLst>
            <pc:docMk/>
            <pc:sldMk cId="725126994" sldId="534"/>
            <ac:spMk id="3" creationId="{6605EBCA-80FA-C61F-E6D7-5276B5032949}"/>
          </ac:spMkLst>
        </pc:spChg>
        <pc:graphicFrameChg chg="add mod modGraphic">
          <ac:chgData name="Rajarajeshwari S" userId="e4d90711455572c4" providerId="LiveId" clId="{CCD4E902-00B9-4B30-B952-A9A7A2B9871A}" dt="2026-01-07T14:38:05.357" v="3948" actId="14734"/>
          <ac:graphicFrameMkLst>
            <pc:docMk/>
            <pc:sldMk cId="725126994" sldId="534"/>
            <ac:graphicFrameMk id="4" creationId="{F1FDDF27-588F-9B44-3ACA-47C5668F7034}"/>
          </ac:graphicFrameMkLst>
        </pc:graphicFrameChg>
      </pc:sldChg>
      <pc:sldChg chg="modSp new mod">
        <pc:chgData name="Rajarajeshwari S" userId="e4d90711455572c4" providerId="LiveId" clId="{CCD4E902-00B9-4B30-B952-A9A7A2B9871A}" dt="2026-01-07T14:39:10.153" v="3968" actId="14100"/>
        <pc:sldMkLst>
          <pc:docMk/>
          <pc:sldMk cId="1073748121" sldId="535"/>
        </pc:sldMkLst>
        <pc:spChg chg="mod">
          <ac:chgData name="Rajarajeshwari S" userId="e4d90711455572c4" providerId="LiveId" clId="{CCD4E902-00B9-4B30-B952-A9A7A2B9871A}" dt="2026-01-07T14:38:20.582" v="3951" actId="27636"/>
          <ac:spMkLst>
            <pc:docMk/>
            <pc:sldMk cId="1073748121" sldId="535"/>
            <ac:spMk id="2" creationId="{51CE2052-8542-C228-7BD6-85F8A27D535A}"/>
          </ac:spMkLst>
        </pc:spChg>
        <pc:spChg chg="mod">
          <ac:chgData name="Rajarajeshwari S" userId="e4d90711455572c4" providerId="LiveId" clId="{CCD4E902-00B9-4B30-B952-A9A7A2B9871A}" dt="2026-01-07T14:39:10.153" v="3968" actId="14100"/>
          <ac:spMkLst>
            <pc:docMk/>
            <pc:sldMk cId="1073748121" sldId="535"/>
            <ac:spMk id="3" creationId="{491B13EA-77CD-3B7C-7646-22DD48ADAF52}"/>
          </ac:spMkLst>
        </pc:spChg>
      </pc:sldChg>
      <pc:sldChg chg="addSp modSp new mod">
        <pc:chgData name="Rajarajeshwari S" userId="e4d90711455572c4" providerId="LiveId" clId="{CCD4E902-00B9-4B30-B952-A9A7A2B9871A}" dt="2026-01-07T14:45:14.320" v="3987" actId="1076"/>
        <pc:sldMkLst>
          <pc:docMk/>
          <pc:sldMk cId="3318325078" sldId="536"/>
        </pc:sldMkLst>
        <pc:spChg chg="mod">
          <ac:chgData name="Rajarajeshwari S" userId="e4d90711455572c4" providerId="LiveId" clId="{CCD4E902-00B9-4B30-B952-A9A7A2B9871A}" dt="2026-01-07T14:45:09.354" v="3985" actId="14100"/>
          <ac:spMkLst>
            <pc:docMk/>
            <pc:sldMk cId="3318325078" sldId="536"/>
            <ac:spMk id="3" creationId="{A815F2E6-3CB7-EBD3-71AF-3B780415AC65}"/>
          </ac:spMkLst>
        </pc:spChg>
        <pc:spChg chg="add mod">
          <ac:chgData name="Rajarajeshwari S" userId="e4d90711455572c4" providerId="LiveId" clId="{CCD4E902-00B9-4B30-B952-A9A7A2B9871A}" dt="2026-01-07T14:44:38.828" v="3976" actId="21"/>
          <ac:spMkLst>
            <pc:docMk/>
            <pc:sldMk cId="3318325078" sldId="536"/>
            <ac:spMk id="4" creationId="{28A92886-97AC-B316-0283-B019681312A2}"/>
          </ac:spMkLst>
        </pc:spChg>
        <pc:picChg chg="add mod">
          <ac:chgData name="Rajarajeshwari S" userId="e4d90711455572c4" providerId="LiveId" clId="{CCD4E902-00B9-4B30-B952-A9A7A2B9871A}" dt="2026-01-07T14:44:23.172" v="3974" actId="27636"/>
          <ac:picMkLst>
            <pc:docMk/>
            <pc:sldMk cId="3318325078" sldId="536"/>
            <ac:picMk id="2050" creationId="{574B9CD4-CF66-A8BB-A8C8-EC03F5E4378F}"/>
          </ac:picMkLst>
        </pc:picChg>
        <pc:picChg chg="add mod">
          <ac:chgData name="Rajarajeshwari S" userId="e4d90711455572c4" providerId="LiveId" clId="{CCD4E902-00B9-4B30-B952-A9A7A2B9871A}" dt="2026-01-07T14:45:14.320" v="3987" actId="1076"/>
          <ac:picMkLst>
            <pc:docMk/>
            <pc:sldMk cId="3318325078" sldId="536"/>
            <ac:picMk id="2052" creationId="{D599037A-C5CB-341C-E27E-9323251630FC}"/>
          </ac:picMkLst>
        </pc:picChg>
      </pc:sldChg>
      <pc:sldChg chg="modSp new mod">
        <pc:chgData name="Rajarajeshwari S" userId="e4d90711455572c4" providerId="LiveId" clId="{CCD4E902-00B9-4B30-B952-A9A7A2B9871A}" dt="2026-01-07T14:46:12.618" v="3997" actId="27636"/>
        <pc:sldMkLst>
          <pc:docMk/>
          <pc:sldMk cId="3987984053" sldId="537"/>
        </pc:sldMkLst>
        <pc:spChg chg="mod">
          <ac:chgData name="Rajarajeshwari S" userId="e4d90711455572c4" providerId="LiveId" clId="{CCD4E902-00B9-4B30-B952-A9A7A2B9871A}" dt="2026-01-07T14:46:01.485" v="3993" actId="27636"/>
          <ac:spMkLst>
            <pc:docMk/>
            <pc:sldMk cId="3987984053" sldId="537"/>
            <ac:spMk id="2" creationId="{E3255402-102B-DC26-5360-E194C5711D12}"/>
          </ac:spMkLst>
        </pc:spChg>
        <pc:spChg chg="mod">
          <ac:chgData name="Rajarajeshwari S" userId="e4d90711455572c4" providerId="LiveId" clId="{CCD4E902-00B9-4B30-B952-A9A7A2B9871A}" dt="2026-01-07T14:46:12.618" v="3997" actId="27636"/>
          <ac:spMkLst>
            <pc:docMk/>
            <pc:sldMk cId="3987984053" sldId="537"/>
            <ac:spMk id="3" creationId="{C8684ADB-262D-0DE1-44F9-8CFC126C2031}"/>
          </ac:spMkLst>
        </pc:spChg>
      </pc:sldChg>
      <pc:sldChg chg="modSp new mod">
        <pc:chgData name="Rajarajeshwari S" userId="e4d90711455572c4" providerId="LiveId" clId="{CCD4E902-00B9-4B30-B952-A9A7A2B9871A}" dt="2026-01-07T14:46:40.668" v="4003" actId="27636"/>
        <pc:sldMkLst>
          <pc:docMk/>
          <pc:sldMk cId="100287563" sldId="538"/>
        </pc:sldMkLst>
        <pc:spChg chg="mod">
          <ac:chgData name="Rajarajeshwari S" userId="e4d90711455572c4" providerId="LiveId" clId="{CCD4E902-00B9-4B30-B952-A9A7A2B9871A}" dt="2026-01-07T14:46:37.775" v="4001" actId="27636"/>
          <ac:spMkLst>
            <pc:docMk/>
            <pc:sldMk cId="100287563" sldId="538"/>
            <ac:spMk id="2" creationId="{FE959A67-AB81-EFE3-57A1-99D5D23CBEC2}"/>
          </ac:spMkLst>
        </pc:spChg>
        <pc:spChg chg="mod">
          <ac:chgData name="Rajarajeshwari S" userId="e4d90711455572c4" providerId="LiveId" clId="{CCD4E902-00B9-4B30-B952-A9A7A2B9871A}" dt="2026-01-07T14:46:40.668" v="4003" actId="27636"/>
          <ac:spMkLst>
            <pc:docMk/>
            <pc:sldMk cId="100287563" sldId="538"/>
            <ac:spMk id="3" creationId="{6A3E8C22-6C84-6663-3A85-5555309DC040}"/>
          </ac:spMkLst>
        </pc:spChg>
      </pc:sldChg>
      <pc:sldChg chg="modSp new mod">
        <pc:chgData name="Rajarajeshwari S" userId="e4d90711455572c4" providerId="LiveId" clId="{CCD4E902-00B9-4B30-B952-A9A7A2B9871A}" dt="2026-01-07T14:48:21.821" v="4014" actId="6549"/>
        <pc:sldMkLst>
          <pc:docMk/>
          <pc:sldMk cId="4137537304" sldId="539"/>
        </pc:sldMkLst>
        <pc:spChg chg="mod">
          <ac:chgData name="Rajarajeshwari S" userId="e4d90711455572c4" providerId="LiveId" clId="{CCD4E902-00B9-4B30-B952-A9A7A2B9871A}" dt="2026-01-07T14:48:03.807" v="4006" actId="27636"/>
          <ac:spMkLst>
            <pc:docMk/>
            <pc:sldMk cId="4137537304" sldId="539"/>
            <ac:spMk id="2" creationId="{CC4A8363-16BD-59C3-7E66-B16441D050B4}"/>
          </ac:spMkLst>
        </pc:spChg>
        <pc:spChg chg="mod">
          <ac:chgData name="Rajarajeshwari S" userId="e4d90711455572c4" providerId="LiveId" clId="{CCD4E902-00B9-4B30-B952-A9A7A2B9871A}" dt="2026-01-07T14:48:21.821" v="4014" actId="6549"/>
          <ac:spMkLst>
            <pc:docMk/>
            <pc:sldMk cId="4137537304" sldId="539"/>
            <ac:spMk id="3" creationId="{EED65736-F080-2FF4-DBB6-34DE78053BF4}"/>
          </ac:spMkLst>
        </pc:spChg>
      </pc:sldChg>
      <pc:sldChg chg="modSp new mod">
        <pc:chgData name="Rajarajeshwari S" userId="e4d90711455572c4" providerId="LiveId" clId="{CCD4E902-00B9-4B30-B952-A9A7A2B9871A}" dt="2026-01-07T14:52:00.296" v="4019"/>
        <pc:sldMkLst>
          <pc:docMk/>
          <pc:sldMk cId="1339001461" sldId="540"/>
        </pc:sldMkLst>
        <pc:spChg chg="mod">
          <ac:chgData name="Rajarajeshwari S" userId="e4d90711455572c4" providerId="LiveId" clId="{CCD4E902-00B9-4B30-B952-A9A7A2B9871A}" dt="2026-01-07T14:51:30.876" v="4017" actId="27636"/>
          <ac:spMkLst>
            <pc:docMk/>
            <pc:sldMk cId="1339001461" sldId="540"/>
            <ac:spMk id="2" creationId="{4EE9C1F1-6420-7457-DAA3-1FA06C07765E}"/>
          </ac:spMkLst>
        </pc:spChg>
        <pc:spChg chg="mod">
          <ac:chgData name="Rajarajeshwari S" userId="e4d90711455572c4" providerId="LiveId" clId="{CCD4E902-00B9-4B30-B952-A9A7A2B9871A}" dt="2026-01-07T14:52:00.296" v="4019"/>
          <ac:spMkLst>
            <pc:docMk/>
            <pc:sldMk cId="1339001461" sldId="540"/>
            <ac:spMk id="3" creationId="{756DFEAA-F41C-51AA-9797-716A3C7791EF}"/>
          </ac:spMkLst>
        </pc:spChg>
      </pc:sldChg>
      <pc:sldChg chg="modSp new mod">
        <pc:chgData name="Rajarajeshwari S" userId="e4d90711455572c4" providerId="LiveId" clId="{CCD4E902-00B9-4B30-B952-A9A7A2B9871A}" dt="2026-01-07T14:52:13.150" v="4022" actId="27636"/>
        <pc:sldMkLst>
          <pc:docMk/>
          <pc:sldMk cId="631855626" sldId="541"/>
        </pc:sldMkLst>
        <pc:spChg chg="mod">
          <ac:chgData name="Rajarajeshwari S" userId="e4d90711455572c4" providerId="LiveId" clId="{CCD4E902-00B9-4B30-B952-A9A7A2B9871A}" dt="2026-01-07T14:52:13.150" v="4022" actId="27636"/>
          <ac:spMkLst>
            <pc:docMk/>
            <pc:sldMk cId="631855626" sldId="541"/>
            <ac:spMk id="2" creationId="{20BD4935-6238-1CF0-594B-14B07AA63C47}"/>
          </ac:spMkLst>
        </pc:spChg>
        <pc:spChg chg="mod">
          <ac:chgData name="Rajarajeshwari S" userId="e4d90711455572c4" providerId="LiveId" clId="{CCD4E902-00B9-4B30-B952-A9A7A2B9871A}" dt="2026-01-07T14:52:12.964" v="4021"/>
          <ac:spMkLst>
            <pc:docMk/>
            <pc:sldMk cId="631855626" sldId="541"/>
            <ac:spMk id="3" creationId="{6280D8DD-8B62-F2B4-74C6-BD7702E644E8}"/>
          </ac:spMkLst>
        </pc:spChg>
      </pc:sldChg>
      <pc:sldChg chg="modSp new mod">
        <pc:chgData name="Rajarajeshwari S" userId="e4d90711455572c4" providerId="LiveId" clId="{CCD4E902-00B9-4B30-B952-A9A7A2B9871A}" dt="2026-01-07T14:52:30.129" v="4025" actId="27636"/>
        <pc:sldMkLst>
          <pc:docMk/>
          <pc:sldMk cId="2944876174" sldId="542"/>
        </pc:sldMkLst>
        <pc:spChg chg="mod">
          <ac:chgData name="Rajarajeshwari S" userId="e4d90711455572c4" providerId="LiveId" clId="{CCD4E902-00B9-4B30-B952-A9A7A2B9871A}" dt="2026-01-07T14:52:30.129" v="4025" actId="27636"/>
          <ac:spMkLst>
            <pc:docMk/>
            <pc:sldMk cId="2944876174" sldId="542"/>
            <ac:spMk id="2" creationId="{2B7F0ECF-069A-F059-34FB-CC7E3F3B1DC4}"/>
          </ac:spMkLst>
        </pc:spChg>
        <pc:spChg chg="mod">
          <ac:chgData name="Rajarajeshwari S" userId="e4d90711455572c4" providerId="LiveId" clId="{CCD4E902-00B9-4B30-B952-A9A7A2B9871A}" dt="2026-01-07T14:52:30.061" v="4024"/>
          <ac:spMkLst>
            <pc:docMk/>
            <pc:sldMk cId="2944876174" sldId="542"/>
            <ac:spMk id="3" creationId="{BF2E4356-2839-DA80-4A47-63AAFDD0B46C}"/>
          </ac:spMkLst>
        </pc:spChg>
      </pc:sldChg>
      <pc:sldChg chg="modSp new mod">
        <pc:chgData name="Rajarajeshwari S" userId="e4d90711455572c4" providerId="LiveId" clId="{CCD4E902-00B9-4B30-B952-A9A7A2B9871A}" dt="2026-01-07T14:52:58.104" v="4028" actId="27636"/>
        <pc:sldMkLst>
          <pc:docMk/>
          <pc:sldMk cId="3313058630" sldId="543"/>
        </pc:sldMkLst>
        <pc:spChg chg="mod">
          <ac:chgData name="Rajarajeshwari S" userId="e4d90711455572c4" providerId="LiveId" clId="{CCD4E902-00B9-4B30-B952-A9A7A2B9871A}" dt="2026-01-07T14:52:58.104" v="4028" actId="27636"/>
          <ac:spMkLst>
            <pc:docMk/>
            <pc:sldMk cId="3313058630" sldId="543"/>
            <ac:spMk id="2" creationId="{E83C7FEA-5A20-DB2E-7524-B8A5E09A26D4}"/>
          </ac:spMkLst>
        </pc:spChg>
        <pc:spChg chg="mod">
          <ac:chgData name="Rajarajeshwari S" userId="e4d90711455572c4" providerId="LiveId" clId="{CCD4E902-00B9-4B30-B952-A9A7A2B9871A}" dt="2026-01-07T14:52:58.052" v="4027"/>
          <ac:spMkLst>
            <pc:docMk/>
            <pc:sldMk cId="3313058630" sldId="543"/>
            <ac:spMk id="3" creationId="{EB9C3F9C-FE1C-923E-E4B6-01B589A57111}"/>
          </ac:spMkLst>
        </pc:spChg>
      </pc:sldChg>
      <pc:sldChg chg="addSp modSp new">
        <pc:chgData name="Rajarajeshwari S" userId="e4d90711455572c4" providerId="LiveId" clId="{CCD4E902-00B9-4B30-B952-A9A7A2B9871A}" dt="2026-01-07T14:53:25.469" v="4034" actId="1076"/>
        <pc:sldMkLst>
          <pc:docMk/>
          <pc:sldMk cId="2502539312" sldId="544"/>
        </pc:sldMkLst>
        <pc:picChg chg="add mod">
          <ac:chgData name="Rajarajeshwari S" userId="e4d90711455572c4" providerId="LiveId" clId="{CCD4E902-00B9-4B30-B952-A9A7A2B9871A}" dt="2026-01-07T14:53:25.469" v="4034" actId="1076"/>
          <ac:picMkLst>
            <pc:docMk/>
            <pc:sldMk cId="2502539312" sldId="544"/>
            <ac:picMk id="3074" creationId="{A6790FA4-5FDC-8630-F03D-F92FF6D4E267}"/>
          </ac:picMkLst>
        </pc:picChg>
      </pc:sldChg>
      <pc:sldChg chg="modSp new mod">
        <pc:chgData name="Rajarajeshwari S" userId="e4d90711455572c4" providerId="LiveId" clId="{CCD4E902-00B9-4B30-B952-A9A7A2B9871A}" dt="2026-01-07T14:54:20.684" v="4038" actId="27636"/>
        <pc:sldMkLst>
          <pc:docMk/>
          <pc:sldMk cId="1268566332" sldId="545"/>
        </pc:sldMkLst>
        <pc:spChg chg="mod">
          <ac:chgData name="Rajarajeshwari S" userId="e4d90711455572c4" providerId="LiveId" clId="{CCD4E902-00B9-4B30-B952-A9A7A2B9871A}" dt="2026-01-07T14:54:20.684" v="4038" actId="27636"/>
          <ac:spMkLst>
            <pc:docMk/>
            <pc:sldMk cId="1268566332" sldId="545"/>
            <ac:spMk id="2" creationId="{151F50C9-7D64-CE7E-DA19-494745605CBD}"/>
          </ac:spMkLst>
        </pc:spChg>
        <pc:spChg chg="mod">
          <ac:chgData name="Rajarajeshwari S" userId="e4d90711455572c4" providerId="LiveId" clId="{CCD4E902-00B9-4B30-B952-A9A7A2B9871A}" dt="2026-01-07T14:54:20.672" v="4037" actId="27636"/>
          <ac:spMkLst>
            <pc:docMk/>
            <pc:sldMk cId="1268566332" sldId="545"/>
            <ac:spMk id="3" creationId="{A39983A6-B17C-C5CB-00AD-850D7E8C1C2C}"/>
          </ac:spMkLst>
        </pc:spChg>
      </pc:sldChg>
      <pc:sldChg chg="modSp new mod">
        <pc:chgData name="Rajarajeshwari S" userId="e4d90711455572c4" providerId="LiveId" clId="{CCD4E902-00B9-4B30-B952-A9A7A2B9871A}" dt="2026-01-07T14:55:03.600" v="4051" actId="6549"/>
        <pc:sldMkLst>
          <pc:docMk/>
          <pc:sldMk cId="2088429451" sldId="546"/>
        </pc:sldMkLst>
        <pc:spChg chg="mod">
          <ac:chgData name="Rajarajeshwari S" userId="e4d90711455572c4" providerId="LiveId" clId="{CCD4E902-00B9-4B30-B952-A9A7A2B9871A}" dt="2026-01-07T14:54:39.095" v="4042" actId="27636"/>
          <ac:spMkLst>
            <pc:docMk/>
            <pc:sldMk cId="2088429451" sldId="546"/>
            <ac:spMk id="2" creationId="{9A98589C-1D65-57CA-259D-A05FFF0F5DB3}"/>
          </ac:spMkLst>
        </pc:spChg>
        <pc:spChg chg="mod">
          <ac:chgData name="Rajarajeshwari S" userId="e4d90711455572c4" providerId="LiveId" clId="{CCD4E902-00B9-4B30-B952-A9A7A2B9871A}" dt="2026-01-07T14:55:03.600" v="4051" actId="6549"/>
          <ac:spMkLst>
            <pc:docMk/>
            <pc:sldMk cId="2088429451" sldId="546"/>
            <ac:spMk id="3" creationId="{EDC72C3A-651A-1BE8-AA2D-1AEE177E59C7}"/>
          </ac:spMkLst>
        </pc:spChg>
      </pc:sldChg>
      <pc:sldChg chg="modSp new mod">
        <pc:chgData name="Rajarajeshwari S" userId="e4d90711455572c4" providerId="LiveId" clId="{CCD4E902-00B9-4B30-B952-A9A7A2B9871A}" dt="2026-01-07T14:55:44.005" v="4059" actId="27636"/>
        <pc:sldMkLst>
          <pc:docMk/>
          <pc:sldMk cId="2404727635" sldId="547"/>
        </pc:sldMkLst>
        <pc:spChg chg="mod">
          <ac:chgData name="Rajarajeshwari S" userId="e4d90711455572c4" providerId="LiveId" clId="{CCD4E902-00B9-4B30-B952-A9A7A2B9871A}" dt="2026-01-07T14:55:28.462" v="4054" actId="27636"/>
          <ac:spMkLst>
            <pc:docMk/>
            <pc:sldMk cId="2404727635" sldId="547"/>
            <ac:spMk id="2" creationId="{9BC7D89C-4E87-8230-E95D-6E5F18782100}"/>
          </ac:spMkLst>
        </pc:spChg>
        <pc:spChg chg="mod">
          <ac:chgData name="Rajarajeshwari S" userId="e4d90711455572c4" providerId="LiveId" clId="{CCD4E902-00B9-4B30-B952-A9A7A2B9871A}" dt="2026-01-07T14:55:44.005" v="4059" actId="27636"/>
          <ac:spMkLst>
            <pc:docMk/>
            <pc:sldMk cId="2404727635" sldId="547"/>
            <ac:spMk id="3" creationId="{50CF54A1-F406-5806-7D59-2BBD5590C252}"/>
          </ac:spMkLst>
        </pc:spChg>
      </pc:sldChg>
      <pc:sldChg chg="modSp new mod">
        <pc:chgData name="Rajarajeshwari S" userId="e4d90711455572c4" providerId="LiveId" clId="{CCD4E902-00B9-4B30-B952-A9A7A2B9871A}" dt="2026-01-07T14:58:17.248" v="4069" actId="20577"/>
        <pc:sldMkLst>
          <pc:docMk/>
          <pc:sldMk cId="2030227670" sldId="548"/>
        </pc:sldMkLst>
        <pc:spChg chg="mod">
          <ac:chgData name="Rajarajeshwari S" userId="e4d90711455572c4" providerId="LiveId" clId="{CCD4E902-00B9-4B30-B952-A9A7A2B9871A}" dt="2026-01-07T14:58:07.940" v="4067" actId="20577"/>
          <ac:spMkLst>
            <pc:docMk/>
            <pc:sldMk cId="2030227670" sldId="548"/>
            <ac:spMk id="2" creationId="{059D3030-2DC6-2E61-B5E8-6948012C517E}"/>
          </ac:spMkLst>
        </pc:spChg>
        <pc:spChg chg="mod">
          <ac:chgData name="Rajarajeshwari S" userId="e4d90711455572c4" providerId="LiveId" clId="{CCD4E902-00B9-4B30-B952-A9A7A2B9871A}" dt="2026-01-07T14:58:17.248" v="4069" actId="20577"/>
          <ac:spMkLst>
            <pc:docMk/>
            <pc:sldMk cId="2030227670" sldId="548"/>
            <ac:spMk id="3" creationId="{14D9ACF6-571C-847B-7443-83DB3BC36253}"/>
          </ac:spMkLst>
        </pc:spChg>
      </pc:sldChg>
      <pc:sldChg chg="modSp new mod">
        <pc:chgData name="Rajarajeshwari S" userId="e4d90711455572c4" providerId="LiveId" clId="{CCD4E902-00B9-4B30-B952-A9A7A2B9871A}" dt="2026-01-09T09:08:18.325" v="4085" actId="20577"/>
        <pc:sldMkLst>
          <pc:docMk/>
          <pc:sldMk cId="49070546" sldId="549"/>
        </pc:sldMkLst>
        <pc:spChg chg="mod">
          <ac:chgData name="Rajarajeshwari S" userId="e4d90711455572c4" providerId="LiveId" clId="{CCD4E902-00B9-4B30-B952-A9A7A2B9871A}" dt="2026-01-09T09:06:38.757" v="4082" actId="20577"/>
          <ac:spMkLst>
            <pc:docMk/>
            <pc:sldMk cId="49070546" sldId="549"/>
            <ac:spMk id="2" creationId="{D0E48810-D1A8-DE92-2738-949EFB409F7D}"/>
          </ac:spMkLst>
        </pc:spChg>
        <pc:spChg chg="mod">
          <ac:chgData name="Rajarajeshwari S" userId="e4d90711455572c4" providerId="LiveId" clId="{CCD4E902-00B9-4B30-B952-A9A7A2B9871A}" dt="2026-01-09T09:08:18.325" v="4085" actId="20577"/>
          <ac:spMkLst>
            <pc:docMk/>
            <pc:sldMk cId="49070546" sldId="549"/>
            <ac:spMk id="3" creationId="{F2AF981F-5B99-1CFC-8940-A6D5587666B9}"/>
          </ac:spMkLst>
        </pc:spChg>
      </pc:sldChg>
      <pc:sldChg chg="modSp new mod">
        <pc:chgData name="Rajarajeshwari S" userId="e4d90711455572c4" providerId="LiveId" clId="{CCD4E902-00B9-4B30-B952-A9A7A2B9871A}" dt="2026-01-09T09:10:57.042" v="4112" actId="14100"/>
        <pc:sldMkLst>
          <pc:docMk/>
          <pc:sldMk cId="3934731474" sldId="550"/>
        </pc:sldMkLst>
        <pc:spChg chg="mod">
          <ac:chgData name="Rajarajeshwari S" userId="e4d90711455572c4" providerId="LiveId" clId="{CCD4E902-00B9-4B30-B952-A9A7A2B9871A}" dt="2026-01-09T09:10:24.536" v="4104" actId="20577"/>
          <ac:spMkLst>
            <pc:docMk/>
            <pc:sldMk cId="3934731474" sldId="550"/>
            <ac:spMk id="2" creationId="{1F1BD906-82AE-C425-B46D-3CC58FC2B3D5}"/>
          </ac:spMkLst>
        </pc:spChg>
        <pc:spChg chg="mod">
          <ac:chgData name="Rajarajeshwari S" userId="e4d90711455572c4" providerId="LiveId" clId="{CCD4E902-00B9-4B30-B952-A9A7A2B9871A}" dt="2026-01-09T09:10:57.042" v="4112" actId="14100"/>
          <ac:spMkLst>
            <pc:docMk/>
            <pc:sldMk cId="3934731474" sldId="550"/>
            <ac:spMk id="3" creationId="{DF891EAB-4B20-ECD3-858B-977C63C5FA78}"/>
          </ac:spMkLst>
        </pc:spChg>
      </pc:sldChg>
      <pc:sldChg chg="addSp modSp new">
        <pc:chgData name="Rajarajeshwari S" userId="e4d90711455572c4" providerId="LiveId" clId="{CCD4E902-00B9-4B30-B952-A9A7A2B9871A}" dt="2026-01-09T09:12:25.221" v="4139"/>
        <pc:sldMkLst>
          <pc:docMk/>
          <pc:sldMk cId="2177073227" sldId="551"/>
        </pc:sldMkLst>
        <pc:spChg chg="mod">
          <ac:chgData name="Rajarajeshwari S" userId="e4d90711455572c4" providerId="LiveId" clId="{CCD4E902-00B9-4B30-B952-A9A7A2B9871A}" dt="2026-01-09T09:12:25.221" v="4139"/>
          <ac:spMkLst>
            <pc:docMk/>
            <pc:sldMk cId="2177073227" sldId="551"/>
            <ac:spMk id="3" creationId="{E313C01B-004D-6DD3-8F22-2574F22AF8AB}"/>
          </ac:spMkLst>
        </pc:spChg>
        <pc:picChg chg="add mod">
          <ac:chgData name="Rajarajeshwari S" userId="e4d90711455572c4" providerId="LiveId" clId="{CCD4E902-00B9-4B30-B952-A9A7A2B9871A}" dt="2026-01-09T09:12:23.667" v="4138" actId="1076"/>
          <ac:picMkLst>
            <pc:docMk/>
            <pc:sldMk cId="2177073227" sldId="551"/>
            <ac:picMk id="1026" creationId="{3FEDECB5-C622-0202-FC8D-A0BEF4C91843}"/>
          </ac:picMkLst>
        </pc:picChg>
      </pc:sldChg>
      <pc:sldChg chg="modSp new mod">
        <pc:chgData name="Rajarajeshwari S" userId="e4d90711455572c4" providerId="LiveId" clId="{CCD4E902-00B9-4B30-B952-A9A7A2B9871A}" dt="2026-01-09T09:11:50.934" v="4132" actId="20577"/>
        <pc:sldMkLst>
          <pc:docMk/>
          <pc:sldMk cId="3972798514" sldId="552"/>
        </pc:sldMkLst>
        <pc:spChg chg="mod">
          <ac:chgData name="Rajarajeshwari S" userId="e4d90711455572c4" providerId="LiveId" clId="{CCD4E902-00B9-4B30-B952-A9A7A2B9871A}" dt="2026-01-09T09:11:33.338" v="4124" actId="20577"/>
          <ac:spMkLst>
            <pc:docMk/>
            <pc:sldMk cId="3972798514" sldId="552"/>
            <ac:spMk id="2" creationId="{8EB849CA-F8A7-6D87-0052-4B9EE4248D00}"/>
          </ac:spMkLst>
        </pc:spChg>
        <pc:spChg chg="mod">
          <ac:chgData name="Rajarajeshwari S" userId="e4d90711455572c4" providerId="LiveId" clId="{CCD4E902-00B9-4B30-B952-A9A7A2B9871A}" dt="2026-01-09T09:11:50.934" v="4132" actId="20577"/>
          <ac:spMkLst>
            <pc:docMk/>
            <pc:sldMk cId="3972798514" sldId="552"/>
            <ac:spMk id="3" creationId="{D7EBCAB8-37A1-1E87-9DDE-D3A066CDC0A8}"/>
          </ac:spMkLst>
        </pc:spChg>
      </pc:sldChg>
      <pc:sldChg chg="addSp modSp new mod">
        <pc:chgData name="Rajarajeshwari S" userId="e4d90711455572c4" providerId="LiveId" clId="{CCD4E902-00B9-4B30-B952-A9A7A2B9871A}" dt="2026-01-09T09:12:51.267" v="4145" actId="1076"/>
        <pc:sldMkLst>
          <pc:docMk/>
          <pc:sldMk cId="3096623463" sldId="553"/>
        </pc:sldMkLst>
        <pc:spChg chg="mod">
          <ac:chgData name="Rajarajeshwari S" userId="e4d90711455572c4" providerId="LiveId" clId="{CCD4E902-00B9-4B30-B952-A9A7A2B9871A}" dt="2026-01-09T09:12:49.685" v="4144" actId="14100"/>
          <ac:spMkLst>
            <pc:docMk/>
            <pc:sldMk cId="3096623463" sldId="553"/>
            <ac:spMk id="3" creationId="{C314C7AF-CA1C-C17A-5E6B-E908A1F2B745}"/>
          </ac:spMkLst>
        </pc:spChg>
        <pc:picChg chg="add mod">
          <ac:chgData name="Rajarajeshwari S" userId="e4d90711455572c4" providerId="LiveId" clId="{CCD4E902-00B9-4B30-B952-A9A7A2B9871A}" dt="2026-01-09T09:12:51.267" v="4145" actId="1076"/>
          <ac:picMkLst>
            <pc:docMk/>
            <pc:sldMk cId="3096623463" sldId="553"/>
            <ac:picMk id="2050" creationId="{5E8AD724-E063-DD5A-DBB0-BB4494DABF72}"/>
          </ac:picMkLst>
        </pc:picChg>
      </pc:sldChg>
      <pc:sldChg chg="modSp new mod">
        <pc:chgData name="Rajarajeshwari S" userId="e4d90711455572c4" providerId="LiveId" clId="{CCD4E902-00B9-4B30-B952-A9A7A2B9871A}" dt="2026-01-09T09:13:30.835" v="4158" actId="27636"/>
        <pc:sldMkLst>
          <pc:docMk/>
          <pc:sldMk cId="3143593405" sldId="554"/>
        </pc:sldMkLst>
        <pc:spChg chg="mod">
          <ac:chgData name="Rajarajeshwari S" userId="e4d90711455572c4" providerId="LiveId" clId="{CCD4E902-00B9-4B30-B952-A9A7A2B9871A}" dt="2026-01-09T09:13:04.594" v="4149" actId="20577"/>
          <ac:spMkLst>
            <pc:docMk/>
            <pc:sldMk cId="3143593405" sldId="554"/>
            <ac:spMk id="2" creationId="{2DCE8BFA-CA32-F3EE-DBB5-D39548F0DBEA}"/>
          </ac:spMkLst>
        </pc:spChg>
        <pc:spChg chg="mod">
          <ac:chgData name="Rajarajeshwari S" userId="e4d90711455572c4" providerId="LiveId" clId="{CCD4E902-00B9-4B30-B952-A9A7A2B9871A}" dt="2026-01-09T09:13:30.835" v="4158" actId="27636"/>
          <ac:spMkLst>
            <pc:docMk/>
            <pc:sldMk cId="3143593405" sldId="554"/>
            <ac:spMk id="3" creationId="{9EC794B3-86AD-B5BF-1A22-9CEF5EC36AED}"/>
          </ac:spMkLst>
        </pc:spChg>
      </pc:sldChg>
      <pc:sldChg chg="addSp delSp modSp new mod">
        <pc:chgData name="Rajarajeshwari S" userId="e4d90711455572c4" providerId="LiveId" clId="{CCD4E902-00B9-4B30-B952-A9A7A2B9871A}" dt="2026-01-09T09:14:25.413" v="4176" actId="20577"/>
        <pc:sldMkLst>
          <pc:docMk/>
          <pc:sldMk cId="1192358170" sldId="555"/>
        </pc:sldMkLst>
        <pc:spChg chg="mod">
          <ac:chgData name="Rajarajeshwari S" userId="e4d90711455572c4" providerId="LiveId" clId="{CCD4E902-00B9-4B30-B952-A9A7A2B9871A}" dt="2026-01-09T09:13:46.874" v="4167" actId="27636"/>
          <ac:spMkLst>
            <pc:docMk/>
            <pc:sldMk cId="1192358170" sldId="555"/>
            <ac:spMk id="2" creationId="{B8B167DE-5EF9-6B05-5551-2EE95C0C2D00}"/>
          </ac:spMkLst>
        </pc:spChg>
        <pc:spChg chg="add del mod">
          <ac:chgData name="Rajarajeshwari S" userId="e4d90711455572c4" providerId="LiveId" clId="{CCD4E902-00B9-4B30-B952-A9A7A2B9871A}" dt="2026-01-09T09:14:25.413" v="4176" actId="20577"/>
          <ac:spMkLst>
            <pc:docMk/>
            <pc:sldMk cId="1192358170" sldId="555"/>
            <ac:spMk id="3" creationId="{04359B16-CBE2-2510-FAA6-1417609615A0}"/>
          </ac:spMkLst>
        </pc:spChg>
        <pc:picChg chg="add mod">
          <ac:chgData name="Rajarajeshwari S" userId="e4d90711455572c4" providerId="LiveId" clId="{CCD4E902-00B9-4B30-B952-A9A7A2B9871A}" dt="2026-01-09T09:13:46.831" v="4166"/>
          <ac:picMkLst>
            <pc:docMk/>
            <pc:sldMk cId="1192358170" sldId="555"/>
            <ac:picMk id="3074" creationId="{6D526DBC-A27B-674B-1144-5FBEECA41B78}"/>
          </ac:picMkLst>
        </pc:picChg>
        <pc:picChg chg="add mod">
          <ac:chgData name="Rajarajeshwari S" userId="e4d90711455572c4" providerId="LiveId" clId="{CCD4E902-00B9-4B30-B952-A9A7A2B9871A}" dt="2026-01-09T09:13:53.495" v="4171" actId="1076"/>
          <ac:picMkLst>
            <pc:docMk/>
            <pc:sldMk cId="1192358170" sldId="555"/>
            <ac:picMk id="3076" creationId="{604F3CD3-352A-A6E2-DD09-CE81B26DE736}"/>
          </ac:picMkLst>
        </pc:picChg>
      </pc:sldChg>
      <pc:sldChg chg="addSp modSp new">
        <pc:chgData name="Rajarajeshwari S" userId="e4d90711455572c4" providerId="LiveId" clId="{CCD4E902-00B9-4B30-B952-A9A7A2B9871A}" dt="2026-01-09T09:14:40.166" v="4180" actId="1076"/>
        <pc:sldMkLst>
          <pc:docMk/>
          <pc:sldMk cId="2460658641" sldId="556"/>
        </pc:sldMkLst>
        <pc:picChg chg="add mod">
          <ac:chgData name="Rajarajeshwari S" userId="e4d90711455572c4" providerId="LiveId" clId="{CCD4E902-00B9-4B30-B952-A9A7A2B9871A}" dt="2026-01-09T09:14:40.166" v="4180" actId="1076"/>
          <ac:picMkLst>
            <pc:docMk/>
            <pc:sldMk cId="2460658641" sldId="556"/>
            <ac:picMk id="4098" creationId="{B83AD452-FAA0-C1B3-A050-13D6B161707F}"/>
          </ac:picMkLst>
        </pc:picChg>
      </pc:sldChg>
      <pc:sldChg chg="modSp new mod">
        <pc:chgData name="Rajarajeshwari S" userId="e4d90711455572c4" providerId="LiveId" clId="{CCD4E902-00B9-4B30-B952-A9A7A2B9871A}" dt="2026-01-09T09:16:04.734" v="4189" actId="20577"/>
        <pc:sldMkLst>
          <pc:docMk/>
          <pc:sldMk cId="3536704883" sldId="557"/>
        </pc:sldMkLst>
        <pc:spChg chg="mod">
          <ac:chgData name="Rajarajeshwari S" userId="e4d90711455572c4" providerId="LiveId" clId="{CCD4E902-00B9-4B30-B952-A9A7A2B9871A}" dt="2026-01-09T09:16:01.802" v="4187" actId="20577"/>
          <ac:spMkLst>
            <pc:docMk/>
            <pc:sldMk cId="3536704883" sldId="557"/>
            <ac:spMk id="2" creationId="{6E713575-FE30-C8EE-F8EA-5DD2671489A2}"/>
          </ac:spMkLst>
        </pc:spChg>
        <pc:spChg chg="mod">
          <ac:chgData name="Rajarajeshwari S" userId="e4d90711455572c4" providerId="LiveId" clId="{CCD4E902-00B9-4B30-B952-A9A7A2B9871A}" dt="2026-01-09T09:16:04.734" v="4189" actId="20577"/>
          <ac:spMkLst>
            <pc:docMk/>
            <pc:sldMk cId="3536704883" sldId="557"/>
            <ac:spMk id="3" creationId="{D5B5312C-ED03-AE05-BD01-D39FE917CA60}"/>
          </ac:spMkLst>
        </pc:spChg>
      </pc:sldChg>
      <pc:sldChg chg="addSp modSp new mod">
        <pc:chgData name="Rajarajeshwari S" userId="e4d90711455572c4" providerId="LiveId" clId="{CCD4E902-00B9-4B30-B952-A9A7A2B9871A}" dt="2026-01-09T09:17:03.242" v="4195"/>
        <pc:sldMkLst>
          <pc:docMk/>
          <pc:sldMk cId="3155038524" sldId="558"/>
        </pc:sldMkLst>
        <pc:spChg chg="mod">
          <ac:chgData name="Rajarajeshwari S" userId="e4d90711455572c4" providerId="LiveId" clId="{CCD4E902-00B9-4B30-B952-A9A7A2B9871A}" dt="2026-01-09T09:16:27.197" v="4193" actId="27636"/>
          <ac:spMkLst>
            <pc:docMk/>
            <pc:sldMk cId="3155038524" sldId="558"/>
            <ac:spMk id="2" creationId="{68FC8FD0-DE93-5AA2-2D25-97BA382D76C9}"/>
          </ac:spMkLst>
        </pc:spChg>
        <pc:spChg chg="add">
          <ac:chgData name="Rajarajeshwari S" userId="e4d90711455572c4" providerId="LiveId" clId="{CCD4E902-00B9-4B30-B952-A9A7A2B9871A}" dt="2026-01-09T09:17:00.831" v="4194"/>
          <ac:spMkLst>
            <pc:docMk/>
            <pc:sldMk cId="3155038524" sldId="558"/>
            <ac:spMk id="4" creationId="{E36A8CA5-B870-604D-BDA6-C4BA7142A109}"/>
          </ac:spMkLst>
        </pc:spChg>
        <pc:picChg chg="add">
          <ac:chgData name="Rajarajeshwari S" userId="e4d90711455572c4" providerId="LiveId" clId="{CCD4E902-00B9-4B30-B952-A9A7A2B9871A}" dt="2026-01-09T09:17:03.242" v="4195"/>
          <ac:picMkLst>
            <pc:docMk/>
            <pc:sldMk cId="3155038524" sldId="558"/>
            <ac:picMk id="5" creationId="{26FD3245-1950-6C54-1AC8-6283974E8A10}"/>
          </ac:picMkLst>
        </pc:picChg>
        <pc:picChg chg="add mod">
          <ac:chgData name="Rajarajeshwari S" userId="e4d90711455572c4" providerId="LiveId" clId="{CCD4E902-00B9-4B30-B952-A9A7A2B9871A}" dt="2026-01-09T09:16:23.389" v="4192" actId="27636"/>
          <ac:picMkLst>
            <pc:docMk/>
            <pc:sldMk cId="3155038524" sldId="558"/>
            <ac:picMk id="5122" creationId="{556C41A2-23A9-39F4-FECE-41E05823EA8C}"/>
          </ac:picMkLst>
        </pc:picChg>
      </pc:sldChg>
      <pc:sldChg chg="addSp delSp modSp new mod">
        <pc:chgData name="Rajarajeshwari S" userId="e4d90711455572c4" providerId="LiveId" clId="{CCD4E902-00B9-4B30-B952-A9A7A2B9871A}" dt="2026-01-09T09:19:32.351" v="4222" actId="14100"/>
        <pc:sldMkLst>
          <pc:docMk/>
          <pc:sldMk cId="3577428186" sldId="559"/>
        </pc:sldMkLst>
        <pc:spChg chg="mod">
          <ac:chgData name="Rajarajeshwari S" userId="e4d90711455572c4" providerId="LiveId" clId="{CCD4E902-00B9-4B30-B952-A9A7A2B9871A}" dt="2026-01-09T09:19:14.194" v="4217" actId="20577"/>
          <ac:spMkLst>
            <pc:docMk/>
            <pc:sldMk cId="3577428186" sldId="559"/>
            <ac:spMk id="2" creationId="{F9357C8C-90C6-B2F2-027B-6C3C2CDC21CD}"/>
          </ac:spMkLst>
        </pc:spChg>
        <pc:spChg chg="del">
          <ac:chgData name="Rajarajeshwari S" userId="e4d90711455572c4" providerId="LiveId" clId="{CCD4E902-00B9-4B30-B952-A9A7A2B9871A}" dt="2026-01-09T09:18:59.467" v="4197"/>
          <ac:spMkLst>
            <pc:docMk/>
            <pc:sldMk cId="3577428186" sldId="559"/>
            <ac:spMk id="3" creationId="{994DF8B3-FAF5-1411-F908-13329E45D35B}"/>
          </ac:spMkLst>
        </pc:spChg>
        <pc:graphicFrameChg chg="add mod modGraphic">
          <ac:chgData name="Rajarajeshwari S" userId="e4d90711455572c4" providerId="LiveId" clId="{CCD4E902-00B9-4B30-B952-A9A7A2B9871A}" dt="2026-01-09T09:19:32.351" v="4222" actId="14100"/>
          <ac:graphicFrameMkLst>
            <pc:docMk/>
            <pc:sldMk cId="3577428186" sldId="559"/>
            <ac:graphicFrameMk id="4" creationId="{99E8E145-E6E2-76A2-F502-BABC65E58B72}"/>
          </ac:graphicFrameMkLst>
        </pc:graphicFrameChg>
      </pc:sldChg>
      <pc:sldChg chg="modSp new mod">
        <pc:chgData name="Rajarajeshwari S" userId="e4d90711455572c4" providerId="LiveId" clId="{CCD4E902-00B9-4B30-B952-A9A7A2B9871A}" dt="2026-01-09T09:20:11.505" v="4230" actId="20577"/>
        <pc:sldMkLst>
          <pc:docMk/>
          <pc:sldMk cId="2252930144" sldId="560"/>
        </pc:sldMkLst>
        <pc:spChg chg="mod">
          <ac:chgData name="Rajarajeshwari S" userId="e4d90711455572c4" providerId="LiveId" clId="{CCD4E902-00B9-4B30-B952-A9A7A2B9871A}" dt="2026-01-09T09:20:11.505" v="4230" actId="20577"/>
          <ac:spMkLst>
            <pc:docMk/>
            <pc:sldMk cId="2252930144" sldId="560"/>
            <ac:spMk id="2" creationId="{40BCDF26-CC53-31BE-A5F7-EDD528F324C5}"/>
          </ac:spMkLst>
        </pc:spChg>
        <pc:spChg chg="mod">
          <ac:chgData name="Rajarajeshwari S" userId="e4d90711455572c4" providerId="LiveId" clId="{CCD4E902-00B9-4B30-B952-A9A7A2B9871A}" dt="2026-01-09T09:20:08.687" v="4228" actId="27636"/>
          <ac:spMkLst>
            <pc:docMk/>
            <pc:sldMk cId="2252930144" sldId="560"/>
            <ac:spMk id="3" creationId="{9929255D-235C-9801-AFA1-00CDB465C05A}"/>
          </ac:spMkLst>
        </pc:spChg>
      </pc:sldChg>
      <pc:sldMasterChg chg="modSldLayout">
        <pc:chgData name="Rajarajeshwari S" userId="e4d90711455572c4" providerId="LiveId" clId="{CCD4E902-00B9-4B30-B952-A9A7A2B9871A}" dt="2026-01-09T09:10:00.130" v="4098" actId="179"/>
        <pc:sldMasterMkLst>
          <pc:docMk/>
          <pc:sldMasterMk cId="1606532491" sldId="2147483684"/>
        </pc:sldMasterMkLst>
        <pc:sldLayoutChg chg="modSp mod">
          <pc:chgData name="Rajarajeshwari S" userId="e4d90711455572c4" providerId="LiveId" clId="{CCD4E902-00B9-4B30-B952-A9A7A2B9871A}" dt="2026-01-09T09:10:00.130" v="4098" actId="179"/>
          <pc:sldLayoutMkLst>
            <pc:docMk/>
            <pc:sldMasterMk cId="1606532491" sldId="2147483684"/>
            <pc:sldLayoutMk cId="3849069000" sldId="2147483686"/>
          </pc:sldLayoutMkLst>
          <pc:spChg chg="mod">
            <ac:chgData name="Rajarajeshwari S" userId="e4d90711455572c4" providerId="LiveId" clId="{CCD4E902-00B9-4B30-B952-A9A7A2B9871A}" dt="2026-01-09T09:10:00.130" v="4098" actId="179"/>
            <ac:spMkLst>
              <pc:docMk/>
              <pc:sldMasterMk cId="1606532491" sldId="2147483684"/>
              <pc:sldLayoutMk cId="3849069000" sldId="2147483686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67880-2DA9-4115-9868-BB222F67D15D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1EF322-DE0A-4F8B-AB01-B8CD358240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944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1EF322-DE0A-4F8B-AB01-B8CD358240E9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484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1EF322-DE0A-4F8B-AB01-B8CD358240E9}" type="slidenum">
              <a:rPr lang="en-IN" smtClean="0"/>
              <a:t>184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758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600" b="1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B3854-2F0D-42E5-836C-999B4016D79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25E4-7E4B-49F6-9E1B-931F0BCB2F99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586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842" y="370001"/>
            <a:ext cx="10058400" cy="677258"/>
          </a:xfrm>
        </p:spPr>
        <p:txBody>
          <a:bodyPr/>
          <a:lstStyle>
            <a:lvl1pPr marL="0"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8717" y="1908666"/>
            <a:ext cx="10058400" cy="4217604"/>
          </a:xfrm>
        </p:spPr>
        <p:txBody>
          <a:bodyPr/>
          <a:lstStyle>
            <a:lvl1pPr marL="361950" indent="-361950"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542925" indent="-342900"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2pPr>
            <a:lvl3pPr marL="714375" indent="-330200">
              <a:buFont typeface="Arial" panose="020B0604020202020204" pitchFamily="34" charset="0"/>
              <a:buChar char="•"/>
              <a:tabLst>
                <a:tab pos="714375" algn="l"/>
              </a:tabLst>
              <a:defRPr sz="2400">
                <a:solidFill>
                  <a:schemeClr val="tx1"/>
                </a:solidFill>
              </a:defRPr>
            </a:lvl3pPr>
            <a:lvl4pPr marL="895350" indent="-266700"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4pPr>
            <a:lvl5pPr marL="1162050" indent="-352425"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B3854-2F0D-42E5-836C-999B4016D79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 </a:t>
            </a:r>
            <a:r>
              <a:rPr lang="en-US" dirty="0" err="1"/>
              <a:t>s.rajarajeswari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25E4-7E4B-49F6-9E1B-931F0BCB2F99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5C9C08-912F-9753-A37D-05162F3F7943}"/>
              </a:ext>
            </a:extLst>
          </p:cNvPr>
          <p:cNvSpPr/>
          <p:nvPr userDrawn="1"/>
        </p:nvSpPr>
        <p:spPr>
          <a:xfrm>
            <a:off x="1025842" y="1569483"/>
            <a:ext cx="10563225" cy="17242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51CC6F-C1BB-D139-AAC2-815E43055820}"/>
              </a:ext>
            </a:extLst>
          </p:cNvPr>
          <p:cNvCxnSpPr/>
          <p:nvPr userDrawn="1"/>
        </p:nvCxnSpPr>
        <p:spPr>
          <a:xfrm>
            <a:off x="1025842" y="1295400"/>
            <a:ext cx="10201275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9069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B3854-2F0D-42E5-836C-999B4016D79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25E4-7E4B-49F6-9E1B-931F0BCB2F99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7768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B3854-2F0D-42E5-836C-999B4016D79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25E4-7E4B-49F6-9E1B-931F0BCB2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78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B3854-2F0D-42E5-836C-999B4016D79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25E4-7E4B-49F6-9E1B-931F0BCB2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094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B3854-2F0D-42E5-836C-999B4016D79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25E4-7E4B-49F6-9E1B-931F0BCB2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415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B3854-2F0D-42E5-836C-999B4016D79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25E4-7E4B-49F6-9E1B-931F0BCB2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324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22B3854-2F0D-42E5-836C-999B4016D79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8325E4-7E4B-49F6-9E1B-931F0BCB2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88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B3854-2F0D-42E5-836C-999B4016D79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25E4-7E4B-49F6-9E1B-931F0BCB2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577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B3854-2F0D-42E5-836C-999B4016D79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25E4-7E4B-49F6-9E1B-931F0BCB2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800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B3854-2F0D-42E5-836C-999B4016D79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25E4-7E4B-49F6-9E1B-931F0BCB2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4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22B3854-2F0D-42E5-836C-999B4016D79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18325E4-7E4B-49F6-9E1B-931F0BCB2F99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6532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eep-learning/binary-cross-entropy-log-loss-for-binary-classification/" TargetMode="External"/><Relationship Id="rId2" Type="http://schemas.openxmlformats.org/officeDocument/2006/relationships/hyperlink" Target="https://www.geeksforgeeks.org/deep-learning/loss-functions-in-deep-learning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0.png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eep-learning/adam-optimizer/" TargetMode="External"/><Relationship Id="rId2" Type="http://schemas.openxmlformats.org/officeDocument/2006/relationships/hyperlink" Target="https://www.geeksforgeeks.org/machine-learning/ml-stochastic-gradient-descent-sgd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eep-learning/relu-activation-function-in-deep-learning/" TargetMode="External"/><Relationship Id="rId7" Type="http://schemas.openxmlformats.org/officeDocument/2006/relationships/hyperlink" Target="https://www.geeksforgeeks.org/machine-learning/Leaky-Relu-Activation-Function-in-Deep-Learning/" TargetMode="External"/><Relationship Id="rId2" Type="http://schemas.openxmlformats.org/officeDocument/2006/relationships/hyperlink" Target="https://www.geeksforgeeks.org/machine-learning/derivative-of-the-sigmoid-functi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deep-learning/the-role-of-softmax-in-neural-networks-detailed-explanation-and-applications/" TargetMode="External"/><Relationship Id="rId5" Type="http://schemas.openxmlformats.org/officeDocument/2006/relationships/hyperlink" Target="https://www.geeksforgeeks.org/deep-learning/tanh-activation-in-neural-network/" TargetMode="External"/><Relationship Id="rId4" Type="http://schemas.openxmlformats.org/officeDocument/2006/relationships/hyperlink" Target="https://www.geeksforgeeks.org/deep-learning/vanishing-and-exploding-gradients-problems-in-deep-learning/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nlp/feedforward-neural-network/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deep-learning/convolutional-neural-network-cnn-in-machine-learning/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deep-learning/what-are-radial-basis-function-neural-networks/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machine-learning/introduction-to-recurrent-neural-network/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0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0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0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0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0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0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0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30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0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0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0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5.png"/><Relationship Id="rId4" Type="http://schemas.openxmlformats.org/officeDocument/2006/relationships/image" Target="../media/image104.jpe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30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0.png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0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6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machine-learning/regularization-in-machine-learning/" TargetMode="External"/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achine-learning/underfitting-and-overfitting-in-machine-learning/" TargetMode="External"/><Relationship Id="rId2" Type="http://schemas.openxmlformats.org/officeDocument/2006/relationships/hyperlink" Target="https://www.geeksforgeeks.org/machine-learning/machine-learnin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eeksforgeeks.org/software-testing/understanding-hypothesis-testing/" TargetMode="External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jpe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jpe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hyperlink" Target="https://www.geeksforgeeks.org/machine-learning/bias-vs-variance-in-machine-learnin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8.jpeg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nalyticsvidhya.com/blog/2020/08/bias-and-variance-tradeoff-machine-learnin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30AB0-E2A7-A94E-073C-A411BCE69B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2797048"/>
          </a:xfrm>
        </p:spPr>
        <p:txBody>
          <a:bodyPr/>
          <a:lstStyle/>
          <a:p>
            <a:pPr algn="ctr"/>
            <a:r>
              <a:rPr lang="en-US" dirty="0"/>
              <a:t>Deep Learning</a:t>
            </a:r>
            <a:br>
              <a:rPr lang="en-US" dirty="0"/>
            </a:br>
            <a:r>
              <a:rPr lang="en-US" sz="6600" b="1" dirty="0"/>
              <a:t>Module 1</a:t>
            </a:r>
            <a:endParaRPr lang="en-IN" sz="6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F87500-0C3E-CFCE-5683-C0C03EBB0B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 </a:t>
            </a:r>
            <a:r>
              <a:rPr lang="en-US" dirty="0" err="1"/>
              <a:t>S.Rajarajeswari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1249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063BA-89F5-FE8E-689E-835893FB2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3385C-3224-03BB-505D-A4AD0BD73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318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53360" y="370001"/>
            <a:ext cx="6324600" cy="6047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F2D16-FF41-6F9A-6E8A-D127C19F1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2B7B7-3800-A168-EF03-56C54DC18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00503F-6CEA-3B73-EE11-6DF67D7F3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5842" y="518160"/>
            <a:ext cx="10304617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56165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B4386-850D-C421-25D2-6D925366A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83FBF-A5D9-4ED3-FAFE-5B14990DC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770" y="1490597"/>
            <a:ext cx="10375347" cy="4635673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/>
              <a:t>Deep Learning is transforming the way machines understand, learn and interact with complex data.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/>
              <a:t>Deep learning mimics neural networks of the human brain, it enables computers to autonomously uncover patterns and make informed decisions from vast amounts of unstructured data.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372168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FC29-6000-9E23-6A77-0F011E451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6E83C-4120-0056-9874-9B7AA5F92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842" y="1490597"/>
            <a:ext cx="10201275" cy="4635673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689D60-CD09-367D-D19F-9AEA9A45C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571" y="1453640"/>
            <a:ext cx="9356942" cy="467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034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F447E-08FC-3228-5475-A3EEE4653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89B34-10EE-2C1E-57D6-2E92440FD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456277-883B-35FA-EB20-997E00C1E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705" y="1544289"/>
            <a:ext cx="8941117" cy="4481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514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2C87C-0087-BE5D-29CF-DBAEDCDBF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7096E-92AC-40CB-E49A-3D319F9AA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B23FA1-C322-5E8B-3FBA-E14FDA9C2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129" y="1018665"/>
            <a:ext cx="9657567" cy="482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401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06317-51DF-E1C7-9429-29062BB86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66C74-F233-526E-EADB-37F1D38C1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F05F9E-D741-3C8C-5991-6A48E96E3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89" y="1699364"/>
            <a:ext cx="8736904" cy="436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461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B33C6-3494-527D-CCC3-53924AFEF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DB99A-8F2D-3336-321B-E1F401686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311BD6-B2F6-71C9-361E-FB979F2D5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883" y="1523999"/>
            <a:ext cx="8941117" cy="447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709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0A351-9BB8-6811-77C3-4196E9FA3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CE7AE-F201-F4BC-96C1-EFC4B8469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9F77AA-F576-BE7A-0BBA-82BF7BBC2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194" y="1570083"/>
            <a:ext cx="8515611" cy="426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080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ED668-0083-9C84-7DC3-207CEDFAC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A21D1-AC34-6F76-CCD1-2A78F0CCD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55EB93-2101-FE65-9B99-C61BE0E53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246" y="1493506"/>
            <a:ext cx="8465507" cy="424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998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24FE5-3FE2-911A-B9F9-A077CAF40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912072B-1772-A36F-FBB9-AA9CA12A7B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2090" y="1453020"/>
            <a:ext cx="8925510" cy="447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971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9D1A-E12A-ED20-4191-7BE7331EC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E9C22-405F-2FDF-0534-AEAF31954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08E148-5575-1BFF-988B-536C75511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19020" y="370001"/>
            <a:ext cx="6957060" cy="5835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55531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8A78B-AC06-586E-4D55-A7780E7C1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Introduction to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6D3F1-F29D-8C3D-AC2E-FF85809C2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848" y="1465545"/>
            <a:ext cx="10201275" cy="457304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Neural Networks are fundamentals of deep learning inspired by human brain.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 It consists of layers of interconnected nodes or "neurons" each designed to perform specific calculations.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 These nodes receive input data, process it through various mathematical functions and pass the output to subsequent layers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568992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EE6E5-B8C0-B338-CA37-2080D32B3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History of Neural Network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35979-5D41-249D-7764-69F27DCF3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1943:</a:t>
            </a:r>
            <a:r>
              <a:rPr lang="en-US" dirty="0"/>
              <a:t> Warren S. McCulloch and Walter </a:t>
            </a:r>
            <a:r>
              <a:rPr lang="en-US" dirty="0" err="1"/>
              <a:t>Pitts’s</a:t>
            </a:r>
            <a:r>
              <a:rPr lang="en-US" dirty="0"/>
              <a:t> work ““A logical calculus of the ideas immanent in nervous activity ”,deals with cell and their connectivity in brain.</a:t>
            </a:r>
          </a:p>
          <a:p>
            <a:r>
              <a:rPr lang="en-US" b="1" dirty="0"/>
              <a:t>1958:</a:t>
            </a:r>
            <a:r>
              <a:rPr lang="en-US" dirty="0"/>
              <a:t> Frank Rosenblatt’s work “The Perceptron: A Probabilistic Model for Information Storage and Organization in the Brain” introduced weight sum concept</a:t>
            </a:r>
          </a:p>
          <a:p>
            <a:r>
              <a:rPr lang="en-US" b="1" dirty="0"/>
              <a:t>1974: </a:t>
            </a:r>
            <a:r>
              <a:rPr lang="en-US" dirty="0"/>
              <a:t>Paul </a:t>
            </a:r>
            <a:r>
              <a:rPr lang="en-US" dirty="0" err="1"/>
              <a:t>Werbos’s</a:t>
            </a:r>
            <a:r>
              <a:rPr lang="en-US" dirty="0"/>
              <a:t> work on backpropagation made the learning possible</a:t>
            </a:r>
          </a:p>
          <a:p>
            <a:r>
              <a:rPr lang="en-US" b="1" dirty="0"/>
              <a:t>1989:</a:t>
            </a:r>
            <a:r>
              <a:rPr lang="en-US" dirty="0"/>
              <a:t> Yann LeCun’s implemented Hand  written zip code  recognition for US postal using neural network LeNet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7583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9171A-EABC-EBC5-DA6B-87515A332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a Neural Network?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0A302-D8BC-38A6-695F-8D8AF133F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842" y="1515649"/>
            <a:ext cx="10201275" cy="4610621"/>
          </a:xfrm>
        </p:spPr>
        <p:txBody>
          <a:bodyPr>
            <a:normAutofit/>
          </a:bodyPr>
          <a:lstStyle/>
          <a:p>
            <a:r>
              <a:rPr lang="en-US" sz="3200" dirty="0"/>
              <a:t>Neural networks are machine learning models that mimic the complex functions of the human brain. </a:t>
            </a:r>
          </a:p>
          <a:p>
            <a:r>
              <a:rPr lang="en-US" sz="3200" dirty="0"/>
              <a:t>These models consist of interconnected nodes or neurons that process data, learn patterns and enable tasks such as pattern recognition and decision-making.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9271757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18A05-344F-F147-10A8-9A352CB6B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7960D-CFD4-DF4B-9489-82CD79673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42C08A-BC56-C912-B891-8C088510F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524000"/>
            <a:ext cx="762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499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A06BF-E30C-70D6-4A31-E4DB566DE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8D543-6D28-57B5-D36F-F3DA66593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842" y="1240077"/>
            <a:ext cx="10201275" cy="4886193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dirty="0"/>
              <a:t>Neural networks are capable of learning and identifying patterns directly from data without pre-defined rules. These networks are built from several key components:</a:t>
            </a:r>
          </a:p>
          <a:p>
            <a:pPr fontAlgn="base"/>
            <a:r>
              <a:rPr lang="en-US" b="1" dirty="0"/>
              <a:t>Neurons</a:t>
            </a:r>
            <a:r>
              <a:rPr lang="en-US" dirty="0"/>
              <a:t>: The basic units that receive inputs, each neuron is governed by a threshold and an activation function.</a:t>
            </a:r>
          </a:p>
          <a:p>
            <a:pPr fontAlgn="base"/>
            <a:r>
              <a:rPr lang="en-US" b="1" dirty="0"/>
              <a:t>Connections</a:t>
            </a:r>
            <a:r>
              <a:rPr lang="en-US" dirty="0"/>
              <a:t>: Links between neurons that carry information, regulated by weights and biases.</a:t>
            </a:r>
          </a:p>
          <a:p>
            <a:pPr fontAlgn="base"/>
            <a:r>
              <a:rPr lang="en-US" b="1" dirty="0"/>
              <a:t>Weights and Biases</a:t>
            </a:r>
            <a:r>
              <a:rPr lang="en-US" dirty="0"/>
              <a:t>: These parameters determine the strength and influence of connections.</a:t>
            </a:r>
          </a:p>
          <a:p>
            <a:pPr fontAlgn="base"/>
            <a:r>
              <a:rPr lang="en-US" b="1" dirty="0"/>
              <a:t>Propagation Functions</a:t>
            </a:r>
            <a:r>
              <a:rPr lang="en-US" dirty="0"/>
              <a:t>: Mechanisms that help process and transfer data across layers of neurons.</a:t>
            </a:r>
          </a:p>
          <a:p>
            <a:pPr fontAlgn="base"/>
            <a:r>
              <a:rPr lang="en-US" b="1" dirty="0"/>
              <a:t>Learning Rule</a:t>
            </a:r>
            <a:r>
              <a:rPr lang="en-US" dirty="0"/>
              <a:t>: The method that adjusts weights and biases over time to improve accuracy.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5861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09C2A-302A-4E87-AC82-04EAAB325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7CB87-890A-E08D-E7F8-CA3370AC3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842" y="1377863"/>
            <a:ext cx="10201275" cy="4748407"/>
          </a:xfrm>
        </p:spPr>
        <p:txBody>
          <a:bodyPr/>
          <a:lstStyle/>
          <a:p>
            <a:pPr fontAlgn="base"/>
            <a:r>
              <a:rPr lang="en-US" sz="2800" b="1" dirty="0"/>
              <a:t>Learning in neural networks follows a structured, three-stage process:</a:t>
            </a:r>
            <a:endParaRPr lang="en-US" sz="2800" dirty="0"/>
          </a:p>
          <a:p>
            <a:pPr fontAlgn="base"/>
            <a:r>
              <a:rPr lang="en-US" sz="2800" b="1" dirty="0"/>
              <a:t>Input Computation</a:t>
            </a:r>
            <a:r>
              <a:rPr lang="en-US" sz="2800" dirty="0"/>
              <a:t>: Data is fed into the network.</a:t>
            </a:r>
          </a:p>
          <a:p>
            <a:pPr fontAlgn="base"/>
            <a:r>
              <a:rPr lang="en-US" sz="2800" b="1" dirty="0"/>
              <a:t>Output Generation</a:t>
            </a:r>
            <a:r>
              <a:rPr lang="en-US" sz="2800" dirty="0"/>
              <a:t>: Based on the current parameters, the network generates an output.</a:t>
            </a:r>
          </a:p>
          <a:p>
            <a:pPr fontAlgn="base"/>
            <a:r>
              <a:rPr lang="en-US" sz="2800" b="1" dirty="0"/>
              <a:t>Iterative Refinement</a:t>
            </a:r>
            <a:r>
              <a:rPr lang="en-US" sz="2800" dirty="0"/>
              <a:t>: The network refines its output by adjusting weights and biases, gradually improving its performance on diverse tasks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7443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B03B9-9146-5D43-EF38-5BE86F44E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01442-E1A1-CD1E-BC53-CA8DBE994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1AB27C-26F5-5C0A-2CD9-10FF239DA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793" y="731730"/>
            <a:ext cx="10880498" cy="544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8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C5A8E-CB88-E8E9-7E45-90EFCF7F0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9020A-1707-090E-E50E-551935D2B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FBC8153-88FA-802E-66A6-53DEEA0E6E16}"/>
              </a:ext>
            </a:extLst>
          </p:cNvPr>
          <p:cNvSpPr>
            <a:spLocks noGrp="1"/>
          </p:cNvSpPr>
          <p:nvPr/>
        </p:nvSpPr>
        <p:spPr>
          <a:xfrm>
            <a:off x="1981200" y="1166019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0F3FEC-FEC2-8559-E083-C5B15B5A9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66240" y="261620"/>
            <a:ext cx="4435593" cy="3463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7868A6-6EBB-59AE-FA3C-DEACE9F6A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09840" y="1404620"/>
            <a:ext cx="2006205" cy="16300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5427CB-D22E-108F-177D-BED962D94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47540" y="4262120"/>
            <a:ext cx="5234940" cy="1786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549594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C02E-D8BE-06BB-BF0A-32BBC517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Layers in Neural Network Architecture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66EF15-1BBE-C726-D12A-3E702AEA8E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9990" y="1908175"/>
            <a:ext cx="6695219" cy="421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328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B55E8-32AE-FD28-AB3A-73E770652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Working of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CA199-A7E6-FBF1-B3A2-6941783F9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842" y="1453019"/>
            <a:ext cx="10201275" cy="4673251"/>
          </a:xfrm>
        </p:spPr>
        <p:txBody>
          <a:bodyPr>
            <a:normAutofit/>
          </a:bodyPr>
          <a:lstStyle/>
          <a:p>
            <a:pPr fontAlgn="base"/>
            <a:r>
              <a:rPr lang="en-IN" b="1" dirty="0"/>
              <a:t>1. Forward Propagation</a:t>
            </a:r>
          </a:p>
          <a:p>
            <a:pPr fontAlgn="base"/>
            <a:r>
              <a:rPr lang="en-IN" dirty="0"/>
              <a:t>When data is input into the network, it passes through the network in the forward direction, from the input layer through the hidden layers to the output layer. </a:t>
            </a:r>
          </a:p>
          <a:p>
            <a:pPr fontAlgn="base"/>
            <a:r>
              <a:rPr lang="en-IN" dirty="0"/>
              <a:t>This process is known as forward propagation. Here’s what happens during this phase:</a:t>
            </a:r>
          </a:p>
          <a:p>
            <a:pPr fontAlgn="base"/>
            <a:r>
              <a:rPr lang="en-IN" b="1" dirty="0"/>
              <a:t>1. Linear Transformation:</a:t>
            </a:r>
            <a:r>
              <a:rPr lang="en-IN" dirty="0"/>
              <a:t> Each neuron in a layer receives inputs which are multiplied by the weights associated with the connections. </a:t>
            </a:r>
          </a:p>
          <a:p>
            <a:pPr fontAlgn="base"/>
            <a:r>
              <a:rPr lang="en-IN" dirty="0"/>
              <a:t>These products are summed together and a bias is added to the sum. This can be represented mathematically as: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73415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8889C-7469-0922-6D7C-91B6FD056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794023-9A7E-1684-B1E8-8B718C4EB2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5842" y="1465545"/>
                <a:ext cx="10201275" cy="4660725"/>
              </a:xfrm>
            </p:spPr>
            <p:txBody>
              <a:bodyPr>
                <a:normAutofit/>
              </a:bodyPr>
              <a:lstStyle/>
              <a:p>
                <a:pPr fontAlgn="base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ar-AE" i="1" dirty="0"/>
              </a:p>
              <a:p>
                <a:pPr fontAlgn="base"/>
                <a:r>
                  <a:rPr lang="en-IN" dirty="0"/>
                  <a:t>where</a:t>
                </a:r>
              </a:p>
              <a:p>
                <a:pPr fontAlgn="base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IN" dirty="0"/>
                  <a:t> represents the weights</a:t>
                </a:r>
              </a:p>
              <a:p>
                <a:pPr fontAlgn="base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dirty="0"/>
                  <a:t> represents the inputs</a:t>
                </a:r>
              </a:p>
              <a:p>
                <a:pPr fontAlgn="base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N" dirty="0"/>
                  <a:t> is the bias</a:t>
                </a:r>
              </a:p>
              <a:p>
                <a:pPr fontAlgn="base"/>
                <a:r>
                  <a:rPr lang="en-US" b="1" dirty="0"/>
                  <a:t>2. Activation:</a:t>
                </a:r>
                <a:r>
                  <a:rPr lang="en-US" dirty="0"/>
                  <a:t> The result of the linear transformation (denoted as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) is then passed through an activation function.</a:t>
                </a:r>
              </a:p>
              <a:p>
                <a:pPr fontAlgn="base"/>
                <a:r>
                  <a:rPr lang="en-US" dirty="0"/>
                  <a:t> The activation function is crucial because it introduces non-linearity into the system, enabling the network to learn more complex patterns. </a:t>
                </a:r>
              </a:p>
              <a:p>
                <a:pPr fontAlgn="base"/>
                <a:r>
                  <a:rPr lang="en-US" dirty="0"/>
                  <a:t>Popular activation functions include </a:t>
                </a:r>
                <a:r>
                  <a:rPr lang="en-US" dirty="0" err="1"/>
                  <a:t>ReLU</a:t>
                </a:r>
                <a:r>
                  <a:rPr lang="en-US" dirty="0"/>
                  <a:t>, sigmoid and tanh.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794023-9A7E-1684-B1E8-8B718C4EB2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5842" y="1465545"/>
                <a:ext cx="10201275" cy="4660725"/>
              </a:xfrm>
              <a:blipFill>
                <a:blip r:embed="rId2"/>
                <a:stretch>
                  <a:fillRect l="-1792" t="-1830" b="-22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22529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03B20-EC5F-33A9-6FC5-6BB8B6C62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04C56-B96A-65B1-AFCB-BA85A993A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07" y="1433385"/>
            <a:ext cx="10895531" cy="4692690"/>
          </a:xfrm>
        </p:spPr>
        <p:txBody>
          <a:bodyPr>
            <a:normAutofit fontScale="92500"/>
          </a:bodyPr>
          <a:lstStyle/>
          <a:p>
            <a:pPr fontAlgn="base"/>
            <a:r>
              <a:rPr lang="en-US" b="1" dirty="0"/>
              <a:t>2. Backpropagation</a:t>
            </a:r>
          </a:p>
          <a:p>
            <a:pPr fontAlgn="base"/>
            <a:r>
              <a:rPr lang="en-US" dirty="0"/>
              <a:t>After forward propagation, the network evaluates its performance using a loss function which measures the difference between the actual output and the predicted output. The goal of training is to minimize this loss. This is where backpropagation comes into play: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b="1" dirty="0"/>
              <a:t>Loss Calculation:</a:t>
            </a:r>
            <a:r>
              <a:rPr lang="en-US" dirty="0"/>
              <a:t> The network calculates the loss which provides a measure of error in the predictions. </a:t>
            </a:r>
          </a:p>
          <a:p>
            <a:pPr fontAlgn="base"/>
            <a:r>
              <a:rPr lang="en-US" dirty="0"/>
              <a:t>The loss function could vary; common choices are </a:t>
            </a:r>
            <a:r>
              <a:rPr lang="en-US" b="1" dirty="0"/>
              <a:t>mean squared error </a:t>
            </a:r>
            <a:r>
              <a:rPr lang="en-US" dirty="0"/>
              <a:t>for regression tasks or </a:t>
            </a:r>
            <a:r>
              <a:rPr lang="en-US" b="1" dirty="0"/>
              <a:t>cross-entropy loss </a:t>
            </a:r>
            <a:r>
              <a:rPr lang="en-US" dirty="0"/>
              <a:t>for classification.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b="1" dirty="0"/>
              <a:t>Gradient Calculation:</a:t>
            </a:r>
            <a:r>
              <a:rPr lang="en-US" dirty="0"/>
              <a:t> The network computes the gradients of the loss function with respect to each weight and bias in the network. </a:t>
            </a:r>
          </a:p>
          <a:p>
            <a:pPr fontAlgn="base"/>
            <a:r>
              <a:rPr lang="en-US" dirty="0"/>
              <a:t>This involves applying the chain rule of calculus to find out how much each part of the output error can be attributed to each weight and bias.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81688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959F1-B156-3907-CAAA-0F70BBA1A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7D30B-96C5-C09C-B927-6929011F5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114" y="1655805"/>
            <a:ext cx="10288003" cy="4470465"/>
          </a:xfrm>
        </p:spPr>
        <p:txBody>
          <a:bodyPr/>
          <a:lstStyle/>
          <a:p>
            <a:r>
              <a:rPr lang="en-US" b="1" dirty="0"/>
              <a:t>Weight Update:</a:t>
            </a:r>
            <a:r>
              <a:rPr lang="en-US" dirty="0"/>
              <a:t> Once the gradients are calculated, the weights and biases are updated using an optimization algorithm like </a:t>
            </a:r>
            <a:r>
              <a:rPr lang="en-US" b="1" dirty="0"/>
              <a:t>stochastic gradient descent </a:t>
            </a:r>
            <a:r>
              <a:rPr lang="en-US" dirty="0"/>
              <a:t>(SGD). </a:t>
            </a:r>
          </a:p>
          <a:p>
            <a:r>
              <a:rPr lang="en-US" dirty="0"/>
              <a:t>The weights are adjusted in the opposite direction of the gradient to minimize the loss. The size of the step taken in each update is determined by the </a:t>
            </a:r>
            <a:r>
              <a:rPr lang="en-US" b="1" dirty="0"/>
              <a:t>learning rate</a:t>
            </a:r>
            <a:r>
              <a:rPr lang="en-US" dirty="0"/>
              <a:t>.</a:t>
            </a:r>
          </a:p>
          <a:p>
            <a:endParaRPr lang="en-US" dirty="0"/>
          </a:p>
          <a:p>
            <a:pPr fontAlgn="base"/>
            <a:r>
              <a:rPr lang="en-US" b="1" dirty="0"/>
              <a:t>3. Iteration</a:t>
            </a:r>
          </a:p>
          <a:p>
            <a:pPr fontAlgn="base"/>
            <a:r>
              <a:rPr lang="en-US" dirty="0"/>
              <a:t>This process of </a:t>
            </a:r>
            <a:r>
              <a:rPr lang="en-US" b="1" dirty="0"/>
              <a:t>forward propagation, loss calculation, backpropagation and weight update </a:t>
            </a:r>
            <a:r>
              <a:rPr lang="en-US" dirty="0"/>
              <a:t>is repeated for many iterations over the dataset. Over time, this iterative process reduces the loss and the network's predictions become more accurate.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99970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271DA-29E8-C3F4-A389-1A6186A97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Single Layer Perceptron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FDB14-BC43-A486-CBB2-FF10957E2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290" name="Picture 2" descr="Single-layer neural network">
            <a:extLst>
              <a:ext uri="{FF2B5EF4-FFF2-40B4-BE49-F238E27FC236}">
                <a16:creationId xmlns:a16="http://schemas.microsoft.com/office/drawing/2014/main" id="{2FC2A4FF-1E8B-2CFB-C7B1-21C1270BC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1047750"/>
            <a:ext cx="95250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2184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6895C-4D2C-7CF1-782E-AFBCFB833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Multi-Layer Perceptron 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222C07-9315-BE1A-2D7D-E67C994EAE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7600" y="2112169"/>
            <a:ext cx="762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9662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30705-D507-D7AF-C30C-5A2AF5719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Working of Multi-Layer Perceptron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80AB4D-8EA0-FDF0-EB73-9B061B80D9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9114" y="1618735"/>
                <a:ext cx="10288003" cy="4507535"/>
              </a:xfrm>
            </p:spPr>
            <p:txBody>
              <a:bodyPr>
                <a:normAutofit lnSpcReduction="10000"/>
              </a:bodyPr>
              <a:lstStyle/>
              <a:p>
                <a:pPr fontAlgn="base"/>
                <a:r>
                  <a:rPr lang="en-IN" b="1" dirty="0"/>
                  <a:t>1. Forward Propagation</a:t>
                </a:r>
              </a:p>
              <a:p>
                <a:pPr fontAlgn="base"/>
                <a:r>
                  <a:rPr lang="en-IN" dirty="0"/>
                  <a:t>In forward propagation the data flows from the input layer to the output layer, passing through any hidden layers. Each neuron in the hidden layers processes the input as follows:</a:t>
                </a:r>
              </a:p>
              <a:p>
                <a:pPr fontAlgn="base"/>
                <a:r>
                  <a:rPr lang="en-IN" b="1" dirty="0"/>
                  <a:t>1. Weighted Sum</a:t>
                </a:r>
                <a:r>
                  <a:rPr lang="en-IN" dirty="0"/>
                  <a:t>: The neuron computes the weighted sum of the inputs:</a:t>
                </a:r>
              </a:p>
              <a:p>
                <a:pPr fontAlgn="base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ar-AE" i="1" dirty="0"/>
              </a:p>
              <a:p>
                <a:pPr fontAlgn="base"/>
                <a:r>
                  <a:rPr lang="en-IN" b="1" dirty="0"/>
                  <a:t>Where</a:t>
                </a:r>
                <a:r>
                  <a:rPr lang="en-IN" dirty="0"/>
                  <a:t>:</a:t>
                </a:r>
              </a:p>
              <a:p>
                <a:pPr fontAlgn="base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​ </a:t>
                </a:r>
                <a:r>
                  <a:rPr lang="en-IN" dirty="0"/>
                  <a:t>is the input feature.</a:t>
                </a:r>
              </a:p>
              <a:p>
                <a:pPr fontAlgn="base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​ </a:t>
                </a:r>
                <a:r>
                  <a:rPr lang="en-IN" dirty="0"/>
                  <a:t>is the corresponding weight.</a:t>
                </a:r>
              </a:p>
              <a:p>
                <a:pPr fontAlgn="base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N" dirty="0"/>
                  <a:t> is the bias term.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80AB4D-8EA0-FDF0-EB73-9B061B80D9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9114" y="1618735"/>
                <a:ext cx="10288003" cy="4507535"/>
              </a:xfrm>
              <a:blipFill>
                <a:blip r:embed="rId2"/>
                <a:stretch>
                  <a:fillRect l="-1777" t="-2571" r="-20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11304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18CB0-9764-1207-B994-EF5B12492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F46A5-E97F-D535-15AD-7E40BD320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IN" b="1" dirty="0"/>
              <a:t>2. Activation Function</a:t>
            </a:r>
            <a:r>
              <a:rPr lang="en-IN" dirty="0"/>
              <a:t>: The weighted sum z is passed through an activation function to introduce non-linearity. Common activation functions include:</a:t>
            </a:r>
          </a:p>
          <a:p>
            <a:endParaRPr lang="en-IN" dirty="0"/>
          </a:p>
        </p:txBody>
      </p:sp>
      <p:pic>
        <p:nvPicPr>
          <p:cNvPr id="5" name="Picture 4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95167134-F3F4-D2AD-7892-EDFABE89D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414" y="2920999"/>
            <a:ext cx="8297836" cy="192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7830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6BF3C-97E8-305E-773E-680AAF3B3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EC94B-C2FC-E1D8-88DE-712D637D3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114" y="1346886"/>
            <a:ext cx="10288003" cy="4779384"/>
          </a:xfrm>
        </p:spPr>
        <p:txBody>
          <a:bodyPr/>
          <a:lstStyle/>
          <a:p>
            <a:pPr fontAlgn="base"/>
            <a:r>
              <a:rPr lang="en-US" b="1" dirty="0"/>
              <a:t>2. Loss Function</a:t>
            </a:r>
          </a:p>
          <a:p>
            <a:pPr fontAlgn="base"/>
            <a:r>
              <a:rPr lang="en-US" dirty="0"/>
              <a:t>Once the network generates an output the next step is to calculate the loss using a 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loss function</a:t>
            </a:r>
            <a:r>
              <a:rPr lang="en-US" dirty="0"/>
              <a:t>. In supervised learning this compares the predicted output to the actual label.</a:t>
            </a:r>
          </a:p>
          <a:p>
            <a:pPr fontAlgn="base"/>
            <a:r>
              <a:rPr lang="en-US" dirty="0"/>
              <a:t>For a classification problem the commonly used </a:t>
            </a:r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binary cross-entropy</a:t>
            </a:r>
            <a:r>
              <a:rPr lang="en-US" dirty="0"/>
              <a:t> loss function is: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D39FF8-C922-8D54-E766-6BEDAF109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1043" y="3735300"/>
            <a:ext cx="5620534" cy="6477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06A030-A846-AA83-62B6-18B3607ACD2F}"/>
                  </a:ext>
                </a:extLst>
              </p:cNvPr>
              <p:cNvSpPr txBox="1"/>
              <p:nvPr/>
            </p:nvSpPr>
            <p:spPr>
              <a:xfrm>
                <a:off x="1282014" y="4059195"/>
                <a:ext cx="6098058" cy="17645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rtl="0" fontAlgn="base">
                  <a:spcAft>
                    <a:spcPts val="750"/>
                  </a:spcAft>
                  <a:buNone/>
                </a:pPr>
                <a:r>
                  <a:rPr lang="en-IN" b="1" i="0" dirty="0">
                    <a:solidFill>
                      <a:srgbClr val="273239"/>
                    </a:solidFill>
                    <a:effectLst/>
                    <a:latin typeface="Nunito" pitchFamily="2" charset="0"/>
                  </a:rPr>
                  <a:t>Where</a:t>
                </a:r>
                <a:r>
                  <a:rPr lang="en-IN" b="0" i="0" dirty="0">
                    <a:solidFill>
                      <a:srgbClr val="273239"/>
                    </a:solidFill>
                    <a:effectLst/>
                    <a:latin typeface="Nunito" pitchFamily="2" charset="0"/>
                  </a:rPr>
                  <a:t>:</a:t>
                </a:r>
              </a:p>
              <a:p>
                <a:pPr algn="l" fontAlgn="base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b="0" i="0" dirty="0">
                    <a:solidFill>
                      <a:srgbClr val="273239"/>
                    </a:solidFill>
                    <a:effectLst/>
                    <a:latin typeface="Nunito" pitchFamily="2" charset="0"/>
                  </a:rPr>
                  <a:t> </a:t>
                </a:r>
                <a:r>
                  <a:rPr lang="en-IN" b="0" i="0" dirty="0">
                    <a:solidFill>
                      <a:srgbClr val="273239"/>
                    </a:solidFill>
                    <a:effectLst/>
                    <a:latin typeface="Nunito" pitchFamily="2" charset="0"/>
                  </a:rPr>
                  <a:t>is the actual label.</a:t>
                </a:r>
              </a:p>
              <a:p>
                <a:pPr algn="l" fontAlgn="base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b="0" i="0" dirty="0">
                    <a:solidFill>
                      <a:srgbClr val="273239"/>
                    </a:solidFill>
                    <a:effectLst/>
                    <a:latin typeface="Nunito" pitchFamily="2" charset="0"/>
                  </a:rPr>
                  <a:t> </a:t>
                </a:r>
                <a:r>
                  <a:rPr lang="en-IN" b="0" i="0" dirty="0">
                    <a:solidFill>
                      <a:srgbClr val="273239"/>
                    </a:solidFill>
                    <a:effectLst/>
                    <a:latin typeface="Nunito" pitchFamily="2" charset="0"/>
                  </a:rPr>
                  <a:t>is the predicted label.</a:t>
                </a:r>
              </a:p>
              <a:p>
                <a:pPr algn="l" fontAlgn="base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b="0" i="0" dirty="0">
                    <a:solidFill>
                      <a:srgbClr val="273239"/>
                    </a:solidFill>
                    <a:effectLst/>
                    <a:latin typeface="Nunito" pitchFamily="2" charset="0"/>
                  </a:rPr>
                  <a:t> is the number of samples.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06A030-A846-AA83-62B6-18B3607AC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014" y="4059195"/>
                <a:ext cx="6098058" cy="1764586"/>
              </a:xfrm>
              <a:prstGeom prst="rect">
                <a:avLst/>
              </a:prstGeom>
              <a:blipFill>
                <a:blip r:embed="rId5"/>
                <a:stretch>
                  <a:fillRect l="-799" t="-2076" b="-51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35075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5696D-D87E-2CB1-1303-9FB053946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C38FB-22E7-D760-41A0-9E81131D9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MSE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7" name="Picture 6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D4779EF5-76DF-702A-0D39-137E1206A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287" y="3100341"/>
            <a:ext cx="3229426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951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F5272-204D-BEA8-89B2-8D9EB8B55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427CFD-4C22-D2EC-9397-3CC4102901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5842" y="1359243"/>
                <a:ext cx="10201275" cy="4767027"/>
              </a:xfrm>
            </p:spPr>
            <p:txBody>
              <a:bodyPr>
                <a:normAutofit/>
              </a:bodyPr>
              <a:lstStyle/>
              <a:p>
                <a:pPr fontAlgn="base"/>
                <a:r>
                  <a:rPr lang="en-IN" b="1" dirty="0"/>
                  <a:t>3. Backpropagation</a:t>
                </a:r>
              </a:p>
              <a:p>
                <a:pPr fontAlgn="base"/>
                <a:r>
                  <a:rPr lang="en-IN" dirty="0"/>
                  <a:t>The goal of training an MLP is to minimize the loss function by adjusting the network's weights and biases. This is achieved through backpropagation:</a:t>
                </a:r>
              </a:p>
              <a:p>
                <a:pPr fontAlgn="base"/>
                <a:r>
                  <a:rPr lang="en-IN" b="1" dirty="0"/>
                  <a:t>Gradient Calculation</a:t>
                </a:r>
                <a:r>
                  <a:rPr lang="en-IN" dirty="0"/>
                  <a:t>: The gradients of the loss function with respect to each weight and bias are calculated using the chain rule of calculus.</a:t>
                </a:r>
              </a:p>
              <a:p>
                <a:pPr fontAlgn="base"/>
                <a:r>
                  <a:rPr lang="en-IN" b="1" dirty="0"/>
                  <a:t>Error Propagation</a:t>
                </a:r>
                <a:r>
                  <a:rPr lang="en-IN" dirty="0"/>
                  <a:t>: The error is propagated back through the network, layer by layer.</a:t>
                </a:r>
              </a:p>
              <a:p>
                <a:pPr fontAlgn="base"/>
                <a:r>
                  <a:rPr lang="en-IN" b="1" dirty="0"/>
                  <a:t>Gradient Descent</a:t>
                </a:r>
                <a:r>
                  <a:rPr lang="en-IN" dirty="0"/>
                  <a:t>: The network updates the weights and biases by moving in the opposite direction of the gradient to reduce the loss: 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427CFD-4C22-D2EC-9397-3CC4102901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5842" y="1359243"/>
                <a:ext cx="10201275" cy="4767027"/>
              </a:xfrm>
              <a:blipFill>
                <a:blip r:embed="rId2"/>
                <a:stretch>
                  <a:fillRect l="-896" t="-1790" r="-11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86851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197D9-2E2E-5B06-AEFF-B155E757F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A27B7C-9F2E-D4DE-BCD7-EEFBF261AF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5842" y="1556951"/>
                <a:ext cx="10201275" cy="4569319"/>
              </a:xfrm>
            </p:spPr>
            <p:txBody>
              <a:bodyPr/>
              <a:lstStyle/>
              <a:p>
                <a:pPr fontAlgn="base"/>
                <a:r>
                  <a:rPr lang="en-IN" b="1" dirty="0"/>
                  <a:t>Where</a:t>
                </a:r>
                <a:r>
                  <a:rPr lang="en-IN" dirty="0"/>
                  <a:t>:</a:t>
                </a:r>
              </a:p>
              <a:p>
                <a:pPr fontAlgn="base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IN" dirty="0"/>
                  <a:t> is the weight.</a:t>
                </a:r>
              </a:p>
              <a:p>
                <a:pPr fontAlgn="base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IN" dirty="0"/>
                  <a:t> is the learning rate.</a:t>
                </a:r>
              </a:p>
              <a:p>
                <a:pPr fontAlgn="base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nor/>
                      </m:rPr>
                      <a:rPr lang="ar-AE" i="1"/>
                      <m:t>​</m:t>
                    </m:r>
                  </m:oMath>
                </a14:m>
                <a:r>
                  <a:rPr lang="ar-AE" dirty="0"/>
                  <a:t> </a:t>
                </a:r>
                <a:r>
                  <a:rPr lang="en-IN" dirty="0"/>
                  <a:t>is the gradient of the loss function with respect to the weight.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A27B7C-9F2E-D4DE-BCD7-EEFBF261AF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5842" y="1556951"/>
                <a:ext cx="10201275" cy="4569319"/>
              </a:xfrm>
              <a:blipFill>
                <a:blip r:embed="rId2"/>
                <a:stretch>
                  <a:fillRect l="-1792" t="-18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02561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933A6-8F2E-AA0B-C496-1067BE199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E214B8-4F4A-F521-E910-FD0C600870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4400" y="1569308"/>
                <a:ext cx="10312717" cy="4556962"/>
              </a:xfrm>
            </p:spPr>
            <p:txBody>
              <a:bodyPr>
                <a:normAutofit lnSpcReduction="10000"/>
              </a:bodyPr>
              <a:lstStyle/>
              <a:p>
                <a:pPr fontAlgn="base"/>
                <a:r>
                  <a:rPr lang="en-IN" b="1" dirty="0"/>
                  <a:t>4. Optimization</a:t>
                </a:r>
              </a:p>
              <a:p>
                <a:pPr fontAlgn="base"/>
                <a:r>
                  <a:rPr lang="en-IN" dirty="0"/>
                  <a:t>MLPs rely on optimization algorithms to iteratively refine the weights and biases during training. Popular optimization methods include:</a:t>
                </a:r>
              </a:p>
              <a:p>
                <a:pPr fontAlgn="base"/>
                <a:r>
                  <a:rPr lang="en-IN" b="1" u="sng" dirty="0">
                    <a:hlinkClick r:id="rId2"/>
                  </a:rPr>
                  <a:t>Stochastic Gradient Descent (SGD)</a:t>
                </a:r>
                <a:r>
                  <a:rPr lang="en-IN" dirty="0"/>
                  <a:t>: Updates the weights based on a single sample or a small batch of data: 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endParaRPr lang="ar-AE" dirty="0"/>
              </a:p>
              <a:p>
                <a:pPr fontAlgn="base"/>
                <a:r>
                  <a:rPr lang="en-IN" b="1" u="sng" dirty="0">
                    <a:hlinkClick r:id="rId3"/>
                  </a:rPr>
                  <a:t>Adam Optimizer</a:t>
                </a:r>
                <a:r>
                  <a:rPr lang="en-IN" dirty="0"/>
                  <a:t>: An extension of SGD that incorporates momentum and adaptive learning rates for more efficient training:</a:t>
                </a:r>
              </a:p>
              <a:p>
                <a:pPr fontAlgn="base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ar-AE" i="1" dirty="0"/>
              </a:p>
              <a:p>
                <a:pPr fontAlgn="base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i="1" dirty="0"/>
              </a:p>
              <a:p>
                <a:pPr fontAlgn="base"/>
                <a:r>
                  <a:rPr lang="en-IN" dirty="0"/>
                  <a:t>Here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dirty="0"/>
                  <a:t>​ </a:t>
                </a:r>
                <a:r>
                  <a:rPr lang="en-IN" dirty="0"/>
                  <a:t>represents the gradient at time 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IN" dirty="0"/>
                  <a:t> and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/>
                  <a:t> </a:t>
                </a:r>
                <a:r>
                  <a:rPr lang="en-IN" dirty="0"/>
                  <a:t>are decay rates.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E214B8-4F4A-F521-E910-FD0C600870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1569308"/>
                <a:ext cx="10312717" cy="4556962"/>
              </a:xfrm>
              <a:blipFill>
                <a:blip r:embed="rId4"/>
                <a:stretch>
                  <a:fillRect l="-887" t="-2540" r="-18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30910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A5582-08CA-BEAA-8587-B0E507538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Artificial Neural Networks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41A76-DD41-3B92-3110-21638547F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14A18B-9FB6-08B0-093C-585C71801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524000"/>
            <a:ext cx="762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2674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760C-35A0-CDAE-60BB-CE0B459AF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Activation Functions in ANNs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8CBE3-C59C-1D49-AFE5-4869B172C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14" y="1421028"/>
            <a:ext cx="11516497" cy="4670854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en-US" dirty="0"/>
              <a:t>Activation functions are important in neural networks because they introduce non-linearity and helps the network to learn complex patterns. Lets see some common activation functions used in ANNs:</a:t>
            </a:r>
          </a:p>
          <a:p>
            <a:pPr fontAlgn="base"/>
            <a:r>
              <a:rPr lang="en-US" b="1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Sigmoid Function</a:t>
            </a:r>
            <a:r>
              <a:rPr lang="en-US" dirty="0"/>
              <a:t>: Outputs values between 0 and 1. It is used in binary classification tasks like deciding if an image is a cat or not.</a:t>
            </a:r>
          </a:p>
          <a:p>
            <a:pPr fontAlgn="base"/>
            <a:r>
              <a:rPr lang="en-US" b="1" u="sng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ReLU</a:t>
            </a:r>
            <a:r>
              <a:rPr lang="en-US" b="1" u="sng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(Rectified Linear Unit)</a:t>
            </a:r>
            <a:r>
              <a:rPr lang="en-US" b="1" dirty="0"/>
              <a:t>: </a:t>
            </a:r>
            <a:r>
              <a:rPr lang="en-US" dirty="0"/>
              <a:t>A popular choice for hidden layers, it returns the input if positive and zero otherwise. It helps to solve the </a:t>
            </a:r>
            <a:r>
              <a:rPr lang="en-US" u="sng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vanishing gradient problem</a:t>
            </a:r>
            <a:r>
              <a:rPr lang="en-US" dirty="0"/>
              <a:t>.</a:t>
            </a:r>
          </a:p>
          <a:p>
            <a:pPr fontAlgn="base"/>
            <a:r>
              <a:rPr lang="en-US" b="1" u="sng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Tanh (Hyperbolic Tangent)</a:t>
            </a:r>
            <a:r>
              <a:rPr lang="en-US" b="1" dirty="0"/>
              <a:t>: </a:t>
            </a:r>
            <a:r>
              <a:rPr lang="en-US" dirty="0"/>
              <a:t>Similar to sigmoid but outputs values between -1 and 1. It is used in hidden layers when a broader range of outputs is needed.</a:t>
            </a:r>
          </a:p>
          <a:p>
            <a:pPr fontAlgn="base"/>
            <a:r>
              <a:rPr lang="en-US" b="1" u="sng" dirty="0" err="1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Softmax</a:t>
            </a:r>
            <a:r>
              <a:rPr lang="en-US" b="1" dirty="0"/>
              <a:t>:</a:t>
            </a:r>
            <a:r>
              <a:rPr lang="en-US" dirty="0"/>
              <a:t> Converts raw outputs into probabilities used in the final layer of a network for multi-class classification tasks.</a:t>
            </a:r>
          </a:p>
          <a:p>
            <a:pPr fontAlgn="base"/>
            <a:r>
              <a:rPr lang="en-US" b="1" u="sng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Leaky </a:t>
            </a:r>
            <a:r>
              <a:rPr lang="en-US" b="1" u="sng" dirty="0" err="1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ReLU</a:t>
            </a:r>
            <a:r>
              <a:rPr lang="en-US" dirty="0"/>
              <a:t>: A variant of </a:t>
            </a:r>
            <a:r>
              <a:rPr lang="en-US" dirty="0" err="1"/>
              <a:t>ReLU</a:t>
            </a:r>
            <a:r>
              <a:rPr lang="en-US" dirty="0"/>
              <a:t> that allows small negative values for inputs helps in preventing “dead neurons” during training.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72777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C666E-B333-7650-D892-4A436A82B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Artificial Neural Networks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BC372-2182-6113-15AD-87035C3AB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978" y="1470454"/>
            <a:ext cx="10535139" cy="4655816"/>
          </a:xfrm>
        </p:spPr>
        <p:txBody>
          <a:bodyPr>
            <a:normAutofit/>
          </a:bodyPr>
          <a:lstStyle/>
          <a:p>
            <a:pPr fontAlgn="base"/>
            <a:r>
              <a:rPr lang="en-US" b="1" dirty="0"/>
              <a:t>1. Feedforward Neural Network (FNN)</a:t>
            </a:r>
          </a:p>
          <a:p>
            <a:pPr fontAlgn="base"/>
            <a:r>
              <a:rPr lang="en-US" u="sng" dirty="0">
                <a:hlinkClick r:id="rId2"/>
              </a:rPr>
              <a:t>Feedforward Neural Networks</a:t>
            </a:r>
            <a:r>
              <a:rPr lang="en-US" dirty="0"/>
              <a:t> are one of the simplest types of ANNs. </a:t>
            </a:r>
          </a:p>
          <a:p>
            <a:pPr fontAlgn="base"/>
            <a:r>
              <a:rPr lang="en-US" dirty="0"/>
              <a:t>In this network, data flows in one direction from the input layer to the output layer, passing through one or more hidden layers. </a:t>
            </a:r>
          </a:p>
          <a:p>
            <a:pPr fontAlgn="base"/>
            <a:r>
              <a:rPr lang="en-US" dirty="0"/>
              <a:t>There are no loops or cycles means the data doesn’t return to any earlier layers.</a:t>
            </a:r>
          </a:p>
          <a:p>
            <a:pPr fontAlgn="base"/>
            <a:r>
              <a:rPr lang="en-US" dirty="0"/>
              <a:t> This type of network does not use backpropagation and is mainly used for basic classification and regression tasks.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74640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6847D-7A96-C511-6C20-0EAEAE28C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F8393-5D90-5B57-1A34-07EB8431E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Artificial Neural Networks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AC622-E1EA-B90F-5543-0392626A3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978" y="1470454"/>
            <a:ext cx="10535139" cy="4655816"/>
          </a:xfrm>
        </p:spPr>
        <p:txBody>
          <a:bodyPr>
            <a:normAutofit/>
          </a:bodyPr>
          <a:lstStyle/>
          <a:p>
            <a:pPr fontAlgn="base"/>
            <a:r>
              <a:rPr lang="en-US" b="1" dirty="0"/>
              <a:t>2. Convolutional Neural Network (CNN)</a:t>
            </a:r>
          </a:p>
          <a:p>
            <a:pPr fontAlgn="base"/>
            <a:r>
              <a:rPr lang="en-US" u="sng" dirty="0">
                <a:hlinkClick r:id="rId2"/>
              </a:rPr>
              <a:t>Convolutional Neural Networks (CNNs)</a:t>
            </a:r>
            <a:r>
              <a:rPr lang="en-US" dirty="0"/>
              <a:t> are designed to process data that has a grid-like structure such as images.</a:t>
            </a:r>
          </a:p>
          <a:p>
            <a:pPr fontAlgn="base"/>
            <a:r>
              <a:rPr lang="en-US" dirty="0"/>
              <a:t> It include convolutional layers that apply filters to extract important features from the data such as edges or textures.</a:t>
            </a:r>
          </a:p>
          <a:p>
            <a:pPr fontAlgn="base"/>
            <a:r>
              <a:rPr lang="en-US" dirty="0"/>
              <a:t> This makes CNNs effective in image and speech recognition as they can identify patterns and structures in complex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92638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8BBCD-8489-EE9D-7F44-DCE26BFA7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7A3B4-0166-4C17-9FA1-D6C5355FF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Artificial Neural Networks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D8403-B076-074E-D33F-1982C9483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978" y="1470454"/>
            <a:ext cx="10535139" cy="4655816"/>
          </a:xfrm>
        </p:spPr>
        <p:txBody>
          <a:bodyPr>
            <a:normAutofit/>
          </a:bodyPr>
          <a:lstStyle/>
          <a:p>
            <a:pPr fontAlgn="base"/>
            <a:r>
              <a:rPr lang="en-US" b="1" dirty="0"/>
              <a:t>3. Radial Basis Function Network (RBFN)</a:t>
            </a:r>
          </a:p>
          <a:p>
            <a:pPr fontAlgn="base"/>
            <a:r>
              <a:rPr lang="en-US" u="sng" dirty="0">
                <a:hlinkClick r:id="rId2"/>
              </a:rPr>
              <a:t>Radial Basis Function Networks</a:t>
            </a:r>
            <a:r>
              <a:rPr lang="en-US" dirty="0"/>
              <a:t> are designed to work with data that can be modeled in a radial or circular way. </a:t>
            </a:r>
          </a:p>
          <a:p>
            <a:pPr fontAlgn="base"/>
            <a:r>
              <a:rPr lang="en-US" dirty="0"/>
              <a:t>These networks consist of two layers: one that maps input to radial basis functions and another that finds the output. </a:t>
            </a:r>
          </a:p>
          <a:p>
            <a:pPr fontAlgn="base"/>
            <a:r>
              <a:rPr lang="en-US" dirty="0"/>
              <a:t>They are used for classification and regression tasks especially when the data represents an underlying pattern or trend.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31322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C9B2D-4AB6-83AA-742F-61D944C8C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DF6CE-665F-8355-4D3B-AD9387B17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Artificial Neural Networks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C4CD6-6EB7-2FA0-AD5F-C07535F12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978" y="1470454"/>
            <a:ext cx="10535139" cy="4655816"/>
          </a:xfrm>
        </p:spPr>
        <p:txBody>
          <a:bodyPr>
            <a:normAutofit/>
          </a:bodyPr>
          <a:lstStyle/>
          <a:p>
            <a:pPr fontAlgn="base"/>
            <a:r>
              <a:rPr lang="en-US" b="1" dirty="0"/>
              <a:t>4. Recurrent Neural Network (RNN)</a:t>
            </a:r>
          </a:p>
          <a:p>
            <a:pPr fontAlgn="base"/>
            <a:r>
              <a:rPr lang="en-US" u="sng" dirty="0">
                <a:hlinkClick r:id="rId2"/>
              </a:rPr>
              <a:t>Recurrent Neural Networks</a:t>
            </a:r>
            <a:r>
              <a:rPr lang="en-US" dirty="0"/>
              <a:t> are designed to handle sequential data such as time-series or text. </a:t>
            </a:r>
          </a:p>
          <a:p>
            <a:pPr fontAlgn="base"/>
            <a:r>
              <a:rPr lang="en-US" dirty="0"/>
              <a:t>Unlike other networks, RNNs have feedback loops that allow information to be passed back into previous layers, giving the network memory.</a:t>
            </a:r>
          </a:p>
          <a:p>
            <a:pPr fontAlgn="base"/>
            <a:r>
              <a:rPr lang="en-US" dirty="0"/>
              <a:t> This feature helps RNNs to make predictions based on the context provided by previous data helps in making them ideal for tasks like speech recognition, language modeling and forecasting.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87259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E4018-03E5-ED2E-EADD-5C8E5E389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Optimization Algorithms in ANN Training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6222E-9B6D-352B-B45A-EEAFD0855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08" y="1532238"/>
            <a:ext cx="10572209" cy="4594032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dirty="0"/>
              <a:t>Optimization algorithms adjust the weights of a neural network during training to minimize errors. The goal is to make the network’s predictions more accurate. Lets see key algorithms:</a:t>
            </a:r>
          </a:p>
          <a:p>
            <a:pPr fontAlgn="base"/>
            <a:r>
              <a:rPr lang="en-US" b="1" dirty="0"/>
              <a:t>Gradient Descent: </a:t>
            </a:r>
            <a:r>
              <a:rPr lang="en-US" dirty="0"/>
              <a:t>Most basic optimization algorithm that updates weights by calculating the gradient of the loss function.</a:t>
            </a:r>
          </a:p>
          <a:p>
            <a:pPr fontAlgn="base"/>
            <a:r>
              <a:rPr lang="en-US" b="1" dirty="0"/>
              <a:t>Adam (Adaptive Moment Estimation):</a:t>
            </a:r>
            <a:r>
              <a:rPr lang="en-US" dirty="0"/>
              <a:t> An efficient version of gradient descent that adapts learning rates for each weight used in deep learning.</a:t>
            </a:r>
          </a:p>
          <a:p>
            <a:pPr fontAlgn="base"/>
            <a:r>
              <a:rPr lang="en-US" b="1" dirty="0"/>
              <a:t>RMSprop: </a:t>
            </a:r>
            <a:r>
              <a:rPr lang="en-US" dirty="0"/>
              <a:t>A variation of gradient descent that adjusts the learning rate based on the average of recent gradients, it is useful in training recurrent neural networks (RNNs).</a:t>
            </a:r>
          </a:p>
          <a:p>
            <a:pPr fontAlgn="base"/>
            <a:r>
              <a:rPr lang="en-US" b="1" dirty="0"/>
              <a:t>Stochastic Gradient Descent (SGD):</a:t>
            </a:r>
            <a:r>
              <a:rPr lang="en-US" dirty="0"/>
              <a:t> Updates weights using one sample at a time helps in making it faster but more noisy.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28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Activation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expressed mathematically</a:t>
            </a:r>
          </a:p>
          <a:p>
            <a:r>
              <a:rPr lang="en-US" dirty="0"/>
              <a:t>Should differentiable</a:t>
            </a:r>
          </a:p>
          <a:p>
            <a:r>
              <a:rPr lang="en-US" dirty="0"/>
              <a:t>should easily calculate with spare computing power</a:t>
            </a:r>
          </a:p>
          <a:p>
            <a:r>
              <a:rPr lang="en-US" dirty="0"/>
              <a:t>Types: Step function, Linear function and nonlinear function(S shaped, hyperbolic tangents)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/>
              <a:t>Step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280" y="1432560"/>
            <a:ext cx="6654800" cy="4693604"/>
          </a:xfrm>
        </p:spPr>
        <p:txBody>
          <a:bodyPr/>
          <a:lstStyle/>
          <a:p>
            <a:r>
              <a:rPr lang="en-US" b="1" dirty="0"/>
              <a:t>Step function</a:t>
            </a:r>
            <a:r>
              <a:rPr lang="en-US" dirty="0"/>
              <a:t>: decision(firing of neuron) based on certain threshold value (activated if above else not activated)</a:t>
            </a:r>
          </a:p>
          <a:p>
            <a:r>
              <a:rPr lang="en-US" dirty="0"/>
              <a:t>linear separable problems, such as XOR gate, AND gate(binary class)</a:t>
            </a:r>
          </a:p>
          <a:p>
            <a:r>
              <a:rPr lang="en-US" dirty="0"/>
              <a:t>The zero gradients are the major problem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44080" y="1310323"/>
            <a:ext cx="4238588" cy="3230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79920" y="4571539"/>
            <a:ext cx="5019524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>
            <a:noAutofit/>
          </a:bodyPr>
          <a:lstStyle/>
          <a:p>
            <a:r>
              <a:rPr lang="en-US" dirty="0"/>
              <a:t>Linear Activation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The value of “a” varies with 1</a:t>
            </a:r>
          </a:p>
          <a:p>
            <a:r>
              <a:rPr lang="en-US" dirty="0"/>
              <a:t>Where “a” is the proportional input activation</a:t>
            </a:r>
          </a:p>
          <a:p>
            <a:r>
              <a:rPr lang="en-US" dirty="0"/>
              <a:t>Many and various neurons can be activated at the same time using linear activation</a:t>
            </a:r>
          </a:p>
          <a:p>
            <a:r>
              <a:rPr lang="en-US" dirty="0"/>
              <a:t>For multiple classes(we choose maximum)</a:t>
            </a:r>
          </a:p>
          <a:p>
            <a:r>
              <a:rPr lang="en-US" dirty="0"/>
              <a:t>It gives constant derivative function in all situations</a:t>
            </a:r>
          </a:p>
          <a:p>
            <a:r>
              <a:rPr lang="en-US" dirty="0"/>
              <a:t>At output layer can be used for regression problem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50440" y="1358431"/>
            <a:ext cx="5257800" cy="1100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Activation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2800" y="2133600"/>
            <a:ext cx="4953000" cy="3238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Non Linear- "S"-shaped Activation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800600"/>
          </a:xfrm>
        </p:spPr>
        <p:txBody>
          <a:bodyPr>
            <a:normAutofit/>
          </a:bodyPr>
          <a:lstStyle/>
          <a:p>
            <a:r>
              <a:rPr lang="en-US" dirty="0"/>
              <a:t>activation functions are not linear</a:t>
            </a:r>
          </a:p>
          <a:p>
            <a:r>
              <a:rPr lang="en-US" dirty="0"/>
              <a:t>the range of the function is  between 0-1</a:t>
            </a:r>
          </a:p>
          <a:p>
            <a:r>
              <a:rPr lang="en-US" b="1" dirty="0"/>
              <a:t>Sigmoid Function-</a:t>
            </a:r>
            <a:r>
              <a:rPr lang="en-US" dirty="0"/>
              <a:t>has a smooth gradient value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Also called Logistic function</a:t>
            </a:r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0" y="2971800"/>
            <a:ext cx="3733800" cy="2602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6992" y="3352800"/>
            <a:ext cx="2731008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derivative of the sigmoid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1143" y="1303728"/>
            <a:ext cx="4339097" cy="4951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64883" y="4373880"/>
            <a:ext cx="4839368" cy="7620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001A9-9DEC-0B62-1188-1243910B0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D15B91-A387-08FE-B08D-A8488437E4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0400" y="1442720"/>
                <a:ext cx="10566717" cy="468355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IN" b="1" dirty="0"/>
                  <a:t>Sigmoid Activation Function</a:t>
                </a:r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lang="en-IN" b="1" dirty="0"/>
                  <a:t> </a:t>
                </a:r>
                <a:endParaRPr lang="en-IN" dirty="0"/>
              </a:p>
              <a:p>
                <a:r>
                  <a:rPr lang="en-IN" dirty="0"/>
                  <a:t>Let 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r>
                  <a:rPr lang="en-IN" dirty="0"/>
                  <a:t>Compute:</a:t>
                </a:r>
              </a:p>
              <a:p>
                <a:pPr lvl="0"/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6065</m:t>
                    </m:r>
                  </m:oMath>
                </a14:m>
                <a:endParaRPr lang="en-IN" dirty="0"/>
              </a:p>
              <a:p>
                <a:pPr lvl="0"/>
                <a:r>
                  <a:rPr lang="en-IN" dirty="0"/>
                  <a:t>Denominator = 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6065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6065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6065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6225</m:t>
                    </m:r>
                  </m:oMath>
                </a14:m>
                <a:endParaRPr lang="en-IN" b="1" dirty="0"/>
              </a:p>
              <a:p>
                <a:r>
                  <a:rPr lang="en-IN" b="1" dirty="0"/>
                  <a:t> Interpretation</a:t>
                </a:r>
                <a:endParaRPr lang="en-IN" dirty="0"/>
              </a:p>
              <a:p>
                <a:r>
                  <a:rPr lang="en-IN" dirty="0"/>
                  <a:t>Output is </a:t>
                </a:r>
                <a:r>
                  <a:rPr lang="en-IN" b="1" dirty="0"/>
                  <a:t>0.6225</a:t>
                </a:r>
                <a:r>
                  <a:rPr lang="en-IN" dirty="0"/>
                  <a:t>, a smooth probability-like score.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D15B91-A387-08FE-B08D-A8488437E4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0400" y="1442720"/>
                <a:ext cx="10566717" cy="4683550"/>
              </a:xfrm>
              <a:blipFill>
                <a:blip r:embed="rId2"/>
                <a:stretch>
                  <a:fillRect l="-865" t="-2474" b="-15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05997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tanh</a:t>
            </a:r>
            <a:r>
              <a:rPr lang="en-US" dirty="0"/>
              <a:t>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output values range between −1 and 1</a:t>
            </a:r>
          </a:p>
          <a:p>
            <a:r>
              <a:rPr lang="en-US" dirty="0"/>
              <a:t>Like sigmoid functions</a:t>
            </a:r>
          </a:p>
          <a:p>
            <a:r>
              <a:rPr lang="en-US" dirty="0"/>
              <a:t>negative inputs of the hyperbolic functions will be mapped to a negative output</a:t>
            </a:r>
          </a:p>
          <a:p>
            <a:r>
              <a:rPr lang="en-US" dirty="0"/>
              <a:t>nearing zero will also be mapped to output values nearing zero</a:t>
            </a:r>
          </a:p>
          <a:p>
            <a:r>
              <a:rPr lang="en-US" dirty="0"/>
              <a:t>the network is not stuck due to the above features during training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88052" y="4775200"/>
            <a:ext cx="3990109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Derivative of </a:t>
            </a:r>
            <a:r>
              <a:rPr lang="en-US" dirty="0" err="1"/>
              <a:t>Tanh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2590800"/>
            <a:ext cx="4267200" cy="2588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68717" y="1908666"/>
            <a:ext cx="4800600" cy="3811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1DBCC-863B-FC31-EFCF-6911C6CFD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057281-79A1-E749-6EFB-3DB283C343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63600" y="1463040"/>
                <a:ext cx="10363517" cy="466323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IN" b="1" dirty="0"/>
                  <a:t>Hyperbolic Tangent (tanh)</a:t>
                </a:r>
                <a:endParaRPr lang="en-IN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tanh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IN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IN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endParaRPr lang="en-IN" dirty="0"/>
              </a:p>
              <a:p>
                <a:r>
                  <a:rPr lang="en-IN" b="1" dirty="0"/>
                  <a:t> </a:t>
                </a:r>
                <a:endParaRPr lang="en-IN" dirty="0"/>
              </a:p>
              <a:p>
                <a:r>
                  <a:rPr lang="en-IN" dirty="0"/>
                  <a:t>Let 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dirty="0"/>
                  <a:t>:</a:t>
                </a:r>
              </a:p>
              <a:p>
                <a:pPr lvl="0"/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7183</m:t>
                    </m:r>
                  </m:oMath>
                </a14:m>
                <a:endParaRPr lang="en-IN" dirty="0"/>
              </a:p>
              <a:p>
                <a:pPr lvl="0"/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3679</m:t>
                    </m:r>
                  </m:oMath>
                </a14:m>
                <a:endParaRPr lang="en-IN" dirty="0"/>
              </a:p>
              <a:p>
                <a:r>
                  <a:rPr lang="en-IN" dirty="0"/>
                  <a:t>Compute: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tanh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7183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3679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7183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3679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3504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0862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7615</m:t>
                    </m:r>
                  </m:oMath>
                </a14:m>
                <a:endParaRPr lang="en-IN" dirty="0"/>
              </a:p>
              <a:p>
                <a:r>
                  <a:rPr lang="en-IN" b="1" dirty="0"/>
                  <a:t>Interpretation</a:t>
                </a:r>
                <a:endParaRPr lang="en-IN" dirty="0"/>
              </a:p>
              <a:p>
                <a:r>
                  <a:rPr lang="en-IN" dirty="0"/>
                  <a:t>Output is </a:t>
                </a:r>
                <a:r>
                  <a:rPr lang="en-IN" b="1" dirty="0"/>
                  <a:t>0.7615</a:t>
                </a:r>
                <a:r>
                  <a:rPr lang="en-IN" dirty="0"/>
                  <a:t>, </a:t>
                </a:r>
                <a:r>
                  <a:rPr lang="en-IN" dirty="0" err="1"/>
                  <a:t>centered</a:t>
                </a:r>
                <a:r>
                  <a:rPr lang="en-IN" dirty="0"/>
                  <a:t> around </a:t>
                </a:r>
                <a:r>
                  <a:rPr lang="en-IN" b="1" dirty="0"/>
                  <a:t>0</a:t>
                </a:r>
                <a:r>
                  <a:rPr lang="en-IN" dirty="0"/>
                  <a:t>, helpful for faster training.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057281-79A1-E749-6EFB-3DB283C343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3600" y="1463040"/>
                <a:ext cx="10363517" cy="4663230"/>
              </a:xfrm>
              <a:blipFill>
                <a:blip r:embed="rId2"/>
                <a:stretch>
                  <a:fillRect l="-765" t="-2745" b="-14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3405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Rectified Linear Unit Activation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transforming the weighted input to the strict output or proportional sum</a:t>
            </a:r>
          </a:p>
          <a:p>
            <a:r>
              <a:rPr lang="en-US" dirty="0"/>
              <a:t>piecewise linear functions that usually output the positive input directly, otherwise it the output is zero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Basic Rectified Linear Unit (</a:t>
            </a:r>
            <a:r>
              <a:rPr lang="en-US" b="1" dirty="0" err="1"/>
              <a:t>ReLU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also known as a ramp function and is analogous to half-wave rectification in electrical engineering</a:t>
            </a:r>
          </a:p>
          <a:p>
            <a:r>
              <a:rPr lang="en-US" dirty="0"/>
              <a:t>enabling the more efficient training of deeper networks, compared to the commonly-used activation functions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19881" y="1546716"/>
            <a:ext cx="2543175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2133600"/>
            <a:ext cx="7464778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derivative of </a:t>
            </a:r>
            <a:r>
              <a:rPr lang="en-US" dirty="0" err="1"/>
              <a:t>ReLU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2800" y="4038601"/>
            <a:ext cx="5638800" cy="1936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2286000"/>
            <a:ext cx="6532418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Dying </a:t>
            </a:r>
            <a:r>
              <a:rPr lang="en-US" b="1" dirty="0" err="1"/>
              <a:t>ReLU</a:t>
            </a:r>
            <a:r>
              <a:rPr lang="en-US" b="1" dirty="0"/>
              <a:t>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ReLU</a:t>
            </a:r>
            <a:r>
              <a:rPr lang="en-US" dirty="0"/>
              <a:t> has a significant problem known as “dying </a:t>
            </a:r>
            <a:r>
              <a:rPr lang="en-US" dirty="0" err="1"/>
              <a:t>ReLU</a:t>
            </a:r>
            <a:r>
              <a:rPr lang="en-US" dirty="0"/>
              <a:t>”</a:t>
            </a:r>
          </a:p>
          <a:p>
            <a:r>
              <a:rPr lang="en-US" dirty="0"/>
              <a:t>neutral network with weights distribution in the form of a low-variance Gaussian centered at + 0.1</a:t>
            </a:r>
          </a:p>
          <a:p>
            <a:r>
              <a:rPr lang="en-US" dirty="0"/>
              <a:t>by this condition, most inputs are positive and cause </a:t>
            </a:r>
            <a:r>
              <a:rPr lang="en-US" dirty="0" err="1"/>
              <a:t>ReLU</a:t>
            </a:r>
            <a:r>
              <a:rPr lang="en-US" dirty="0"/>
              <a:t> node to fire</a:t>
            </a:r>
          </a:p>
          <a:p>
            <a:r>
              <a:rPr lang="en-US" dirty="0"/>
              <a:t>During a particular </a:t>
            </a:r>
            <a:r>
              <a:rPr lang="en-US" dirty="0" err="1"/>
              <a:t>backpropagation</a:t>
            </a:r>
            <a:r>
              <a:rPr lang="en-US" dirty="0"/>
              <a:t>, large magnitude of gradient passing back to nodes</a:t>
            </a:r>
          </a:p>
          <a:p>
            <a:r>
              <a:rPr lang="en-US" dirty="0"/>
              <a:t>Possibilities of moving of the distribution a low variance Gaussian centered at −0.1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21413-56BC-9FF0-3EE3-8E770F93A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A38B5B-9C17-2494-4A22-F268BE5869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24000"/>
                <a:ext cx="10129837" cy="460227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IN" b="1" dirty="0" err="1"/>
                  <a:t>ReLU</a:t>
                </a:r>
                <a:r>
                  <a:rPr lang="en-IN" b="1" dirty="0"/>
                  <a:t> (Rectified Linear Unit)</a:t>
                </a:r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𝑅𝑒𝐿𝑈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  <a:p>
                <a:r>
                  <a:rPr lang="en-IN" dirty="0"/>
                  <a:t>Let 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IN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𝑅𝑒𝐿𝑈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IN" dirty="0"/>
              </a:p>
              <a:p>
                <a:r>
                  <a:rPr lang="en-IN" dirty="0"/>
                  <a:t>Let 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IN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𝑅𝑒𝐿𝑈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IN" b="1" dirty="0"/>
                  <a:t> </a:t>
                </a:r>
              </a:p>
              <a:p>
                <a:r>
                  <a:rPr lang="en-IN" b="1" dirty="0"/>
                  <a:t>Interpretation</a:t>
                </a:r>
                <a:endParaRPr lang="en-IN" dirty="0"/>
              </a:p>
              <a:p>
                <a:r>
                  <a:rPr lang="en-IN" dirty="0"/>
                  <a:t>Negative values → </a:t>
                </a:r>
                <a:r>
                  <a:rPr lang="en-IN" b="1" dirty="0"/>
                  <a:t>0</a:t>
                </a:r>
                <a:br>
                  <a:rPr lang="en-IN" dirty="0"/>
                </a:br>
                <a:r>
                  <a:rPr lang="en-IN" dirty="0"/>
                  <a:t>Positive values → pass through</a:t>
                </a:r>
                <a:br>
                  <a:rPr lang="en-IN" dirty="0"/>
                </a:br>
                <a:r>
                  <a:rPr lang="en-IN" dirty="0"/>
                  <a:t>Very fast and widely used in CNNs &amp; MLPs.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A38B5B-9C17-2494-4A22-F268BE5869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24000"/>
                <a:ext cx="10129837" cy="4602270"/>
              </a:xfrm>
              <a:blipFill>
                <a:blip r:embed="rId2"/>
                <a:stretch>
                  <a:fillRect l="-1805" t="-25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29741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Leaky </a:t>
            </a:r>
            <a:r>
              <a:rPr lang="en-US" dirty="0" err="1"/>
              <a:t>ReLU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the inputs are negative, making the neuron inactive, omitting the weight updates during </a:t>
            </a:r>
            <a:r>
              <a:rPr lang="en-US" dirty="0" err="1"/>
              <a:t>backpropagation</a:t>
            </a:r>
            <a:endParaRPr lang="en-US" dirty="0"/>
          </a:p>
          <a:p>
            <a:r>
              <a:rPr lang="en-US" dirty="0"/>
              <a:t>How to by pass this: Leaky </a:t>
            </a:r>
            <a:r>
              <a:rPr lang="en-US" dirty="0" err="1"/>
              <a:t>ReLU</a:t>
            </a:r>
            <a:endParaRPr lang="en-US" dirty="0"/>
          </a:p>
          <a:p>
            <a:r>
              <a:rPr lang="en-US" dirty="0"/>
              <a:t>To achieve this, a small multiplier α , e.g., 0.01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1" y="4419600"/>
            <a:ext cx="776451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1" y="1509712"/>
            <a:ext cx="5838825" cy="383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06521" y="5417503"/>
            <a:ext cx="406717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20D2F-F288-DE56-C83B-DD137E845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7D83BB-8F92-4127-8FD6-1F8F27B6F6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5842" y="1463040"/>
                <a:ext cx="10201275" cy="4663230"/>
              </a:xfrm>
            </p:spPr>
            <p:txBody>
              <a:bodyPr>
                <a:normAutofit fontScale="92500"/>
              </a:bodyPr>
              <a:lstStyle/>
              <a:p>
                <a:r>
                  <a:rPr lang="en-IN" b="1" dirty="0"/>
                  <a:t>Leaky </a:t>
                </a:r>
                <a:r>
                  <a:rPr lang="en-IN" b="1" dirty="0" err="1"/>
                  <a:t>ReLU</a:t>
                </a:r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𝐿𝑒𝑎𝑘𝑦𝑅𝑒𝐿𝑈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begChr m:val="{"/>
                        <m:endChr m:val="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dirty="0"/>
              </a:p>
              <a:p>
                <a:r>
                  <a:rPr lang="en-IN" dirty="0"/>
                  <a:t>Usually, 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01</m:t>
                    </m:r>
                  </m:oMath>
                </a14:m>
                <a:endParaRPr lang="en-IN" dirty="0"/>
              </a:p>
              <a:p>
                <a:r>
                  <a:rPr lang="en-IN" b="1" dirty="0"/>
                  <a:t> </a:t>
                </a:r>
                <a:r>
                  <a:rPr lang="en-IN" dirty="0"/>
                  <a:t>Let 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IN" dirty="0"/>
                  <a:t>, 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01</m:t>
                    </m:r>
                  </m:oMath>
                </a14:m>
                <a:r>
                  <a:rPr lang="en-IN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𝐿𝑒𝑎𝑘𝑦𝑅𝑒𝐿𝑈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01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×(−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)=−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08</m:t>
                    </m:r>
                  </m:oMath>
                </a14:m>
                <a:endParaRPr lang="en-IN" dirty="0"/>
              </a:p>
              <a:p>
                <a:r>
                  <a:rPr lang="en-IN" dirty="0"/>
                  <a:t>Let 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IN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𝐿𝑒𝑎𝑘𝑦𝑅𝑒𝐿𝑈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IN" dirty="0"/>
              </a:p>
              <a:p>
                <a:r>
                  <a:rPr lang="en-IN" b="1" dirty="0"/>
                  <a:t>Interpretation</a:t>
                </a:r>
                <a:endParaRPr lang="en-IN" dirty="0"/>
              </a:p>
              <a:p>
                <a:r>
                  <a:rPr lang="en-IN" dirty="0"/>
                  <a:t>Allows small gradient for negative inputs → avoids “dead </a:t>
                </a:r>
                <a:r>
                  <a:rPr lang="en-IN" dirty="0" err="1"/>
                  <a:t>ReLU</a:t>
                </a:r>
                <a:r>
                  <a:rPr lang="en-IN" dirty="0"/>
                  <a:t>” problem.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7D83BB-8F92-4127-8FD6-1F8F27B6F6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5842" y="1463040"/>
                <a:ext cx="10201275" cy="4663230"/>
              </a:xfrm>
              <a:blipFill>
                <a:blip r:embed="rId2"/>
                <a:stretch>
                  <a:fillRect l="-1673" t="-1699" b="-13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914319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EXPONENTIAL LINEAR UNITS (ELUS)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00960" y="1542684"/>
            <a:ext cx="5242560" cy="1090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86480" y="3044826"/>
            <a:ext cx="3773008" cy="3165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01000" y="3429001"/>
            <a:ext cx="2286000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softmax</a:t>
            </a:r>
            <a:r>
              <a:rPr lang="en-US" dirty="0"/>
              <a:t>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520" y="1554480"/>
            <a:ext cx="6532880" cy="4571684"/>
          </a:xfrm>
        </p:spPr>
        <p:txBody>
          <a:bodyPr>
            <a:normAutofit/>
          </a:bodyPr>
          <a:lstStyle/>
          <a:p>
            <a:r>
              <a:rPr lang="en-US" sz="2800" dirty="0"/>
              <a:t>The </a:t>
            </a:r>
            <a:r>
              <a:rPr lang="en-US" sz="2800" dirty="0" err="1"/>
              <a:t>softmax</a:t>
            </a:r>
            <a:r>
              <a:rPr lang="en-US" sz="2800" dirty="0"/>
              <a:t> function is a function that turns a vector of K real values into a vector of K real values that sum to 1</a:t>
            </a:r>
          </a:p>
          <a:p>
            <a:r>
              <a:rPr lang="en-US" sz="2800" dirty="0"/>
              <a:t>is normally used to convert from real-valued activations to class likelihoods</a:t>
            </a:r>
          </a:p>
          <a:p>
            <a:r>
              <a:rPr lang="en-US" sz="2800" dirty="0"/>
              <a:t>the </a:t>
            </a:r>
            <a:r>
              <a:rPr lang="en-US" sz="2800" dirty="0" err="1"/>
              <a:t>softmax</a:t>
            </a:r>
            <a:r>
              <a:rPr lang="en-US" sz="2800" dirty="0"/>
              <a:t> transforms them into values between 0 and 1, so that they can be interpreted as probabilities.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10400" y="1364060"/>
            <a:ext cx="4876800" cy="2832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Softmax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zi</a:t>
            </a:r>
            <a:r>
              <a:rPr lang="en-US" dirty="0"/>
              <a:t> values are the elements of the input vector and can take any real value. </a:t>
            </a:r>
          </a:p>
          <a:p>
            <a:r>
              <a:rPr lang="en-US" dirty="0"/>
              <a:t>K The number of classes in the multi-class classifier.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67200" y="1600201"/>
            <a:ext cx="3295650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Example:</a:t>
            </a:r>
            <a:r>
              <a:rPr lang="en-US" b="1" dirty="0" err="1"/>
              <a:t>Calculating</a:t>
            </a:r>
            <a:r>
              <a:rPr lang="en-US" b="1" dirty="0"/>
              <a:t> the </a:t>
            </a:r>
            <a:r>
              <a:rPr lang="en-US" b="1" dirty="0" err="1"/>
              <a:t>Softmax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Compute </a:t>
            </a:r>
            <a:r>
              <a:rPr lang="en-US" dirty="0" err="1"/>
              <a:t>sofmax</a:t>
            </a:r>
            <a:r>
              <a:rPr lang="en-US" dirty="0"/>
              <a:t> output</a:t>
            </a:r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86200" y="1447800"/>
            <a:ext cx="192405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</a:t>
            </a:r>
            <a:r>
              <a:rPr lang="en-US" b="1" dirty="0"/>
              <a:t>Calculating the </a:t>
            </a:r>
            <a:r>
              <a:rPr lang="en-US" b="1" dirty="0" err="1"/>
              <a:t>Softmax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86200" y="1447800"/>
            <a:ext cx="192405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1" y="3276600"/>
            <a:ext cx="3476625" cy="169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6001" y="5029201"/>
            <a:ext cx="6010275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629401" y="1447800"/>
            <a:ext cx="3324225" cy="108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3801" y="2133600"/>
            <a:ext cx="4143375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6FF1A-E02B-6BC6-2942-60BB8400F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Loss /Error Function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3E1D56-9700-A195-5854-6D341F616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5842" y="1544320"/>
                <a:ext cx="10201275" cy="458195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Loss functions are used to determine the error(loss) between the output of our algorithms and the given target value</a:t>
                </a:r>
              </a:p>
              <a:p>
                <a:r>
                  <a:rPr lang="en-IN" dirty="0"/>
                  <a:t>A </a:t>
                </a:r>
                <a:r>
                  <a:rPr lang="en-IN" b="1" dirty="0"/>
                  <a:t>loss function</a:t>
                </a:r>
                <a:r>
                  <a:rPr lang="en-IN" dirty="0"/>
                  <a:t> (also called </a:t>
                </a:r>
                <a:r>
                  <a:rPr lang="en-IN" b="1" dirty="0"/>
                  <a:t>cost function</a:t>
                </a:r>
                <a:r>
                  <a:rPr lang="en-IN" dirty="0"/>
                  <a:t> or </a:t>
                </a:r>
                <a:r>
                  <a:rPr lang="en-IN" b="1" dirty="0"/>
                  <a:t>error function</a:t>
                </a:r>
                <a:r>
                  <a:rPr lang="en-IN" dirty="0"/>
                  <a:t>) quantifies </a:t>
                </a:r>
                <a:r>
                  <a:rPr lang="en-IN" b="1" dirty="0"/>
                  <a:t>how wrong a model’s prediction is</a:t>
                </a:r>
                <a:r>
                  <a:rPr lang="en-IN" dirty="0"/>
                  <a:t> compared to the actual target value.</a:t>
                </a:r>
              </a:p>
              <a:p>
                <a:r>
                  <a:rPr lang="en-IN" dirty="0"/>
                  <a:t>It converts model performance into a </a:t>
                </a:r>
                <a:r>
                  <a:rPr lang="en-IN" b="1" dirty="0"/>
                  <a:t>single numerical value</a:t>
                </a:r>
                <a:r>
                  <a:rPr lang="en-IN" dirty="0"/>
                  <a:t>, which the learning algorithm tries to </a:t>
                </a:r>
                <a:r>
                  <a:rPr lang="en-IN" b="1" dirty="0"/>
                  <a:t>minimize</a:t>
                </a:r>
                <a:r>
                  <a:rPr lang="en-IN" dirty="0"/>
                  <a:t>.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0"/>
                      <m:t>Loss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1"/>
                          <m:t>Actual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Output</m:t>
                        </m:r>
                      </m:e>
                      <m:e>
                        <m:r>
                          <m:rPr>
                            <m:nor/>
                          </m:rPr>
                          <a:rPr lang="en-IN" i="1"/>
                          <m:t>Predicted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Output</m:t>
                        </m:r>
                      </m:e>
                    </m:d>
                  </m:oMath>
                </a14:m>
                <a:endParaRPr lang="ar-AE" b="0" dirty="0"/>
              </a:p>
              <a:p>
                <a:r>
                  <a:rPr lang="en-IN" b="1" dirty="0"/>
                  <a:t>Key idea:</a:t>
                </a:r>
                <a:endParaRPr lang="en-IN" dirty="0"/>
              </a:p>
              <a:p>
                <a:r>
                  <a:rPr lang="en-IN" b="1" dirty="0"/>
                  <a:t>Lower loss → better model</a:t>
                </a:r>
                <a:endParaRPr lang="en-IN" dirty="0"/>
              </a:p>
              <a:p>
                <a:r>
                  <a:rPr lang="en-IN" b="1" dirty="0"/>
                  <a:t>Zero loss → perfect prediction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3E1D56-9700-A195-5854-6D341F616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5842" y="1544320"/>
                <a:ext cx="10201275" cy="4581950"/>
              </a:xfrm>
              <a:blipFill>
                <a:blip r:embed="rId2"/>
                <a:stretch>
                  <a:fillRect l="-896" t="-1862" r="-2031" b="-1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944891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9C17E-1F86-D2DA-D88F-D679E19CA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Loss Function is Needed in Deep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2E047-3AEE-78D2-33DA-56BC2AAD6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920" y="1483360"/>
            <a:ext cx="10343197" cy="464291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neural network </a:t>
            </a:r>
            <a:r>
              <a:rPr lang="en-US" b="1" dirty="0"/>
              <a:t>cannot learn directly from accuracy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learns by </a:t>
            </a:r>
            <a:r>
              <a:rPr lang="en-US" b="1" dirty="0"/>
              <a:t>adjusting weights using gradients</a:t>
            </a:r>
            <a:r>
              <a:rPr lang="en-US" dirty="0"/>
              <a:t>, which require a </a:t>
            </a:r>
            <a:r>
              <a:rPr lang="en-US" b="1" dirty="0"/>
              <a:t>continuous, differentiable function</a:t>
            </a:r>
            <a:r>
              <a:rPr lang="en-US" dirty="0"/>
              <a:t>.</a:t>
            </a:r>
          </a:p>
          <a:p>
            <a:r>
              <a:rPr lang="en-US" b="1" u="sng" dirty="0"/>
              <a:t>Loss function provides:</a:t>
            </a:r>
          </a:p>
          <a:p>
            <a:r>
              <a:rPr lang="en-US" dirty="0"/>
              <a:t>Direction of error</a:t>
            </a:r>
          </a:p>
          <a:p>
            <a:r>
              <a:rPr lang="en-US" dirty="0"/>
              <a:t>Magnitude of error</a:t>
            </a:r>
          </a:p>
          <a:p>
            <a:r>
              <a:rPr lang="en-US" dirty="0"/>
              <a:t>Mathematical basis for </a:t>
            </a:r>
            <a:r>
              <a:rPr lang="en-US" b="1" dirty="0"/>
              <a:t>backpropagation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u="sng" dirty="0"/>
              <a:t>Without a loss function:</a:t>
            </a:r>
          </a:p>
          <a:p>
            <a:r>
              <a:rPr lang="en-US" dirty="0"/>
              <a:t>No gradient</a:t>
            </a:r>
          </a:p>
          <a:p>
            <a:r>
              <a:rPr lang="en-US" dirty="0"/>
              <a:t>No weight update</a:t>
            </a:r>
          </a:p>
          <a:p>
            <a:r>
              <a:rPr lang="en-US" dirty="0"/>
              <a:t>No learning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163417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19DD4-E34A-8EC5-B49F-80537674E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Loss Function vs Activation Function 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65E9958-7940-67D0-7024-6CDDFD2E3A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0477343"/>
              </p:ext>
            </p:extLst>
          </p:nvPr>
        </p:nvGraphicFramePr>
        <p:xfrm>
          <a:off x="538480" y="1645920"/>
          <a:ext cx="11135359" cy="430783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04610">
                  <a:extLst>
                    <a:ext uri="{9D8B030D-6E8A-4147-A177-3AD203B41FA5}">
                      <a16:colId xmlns:a16="http://schemas.microsoft.com/office/drawing/2014/main" val="334625055"/>
                    </a:ext>
                  </a:extLst>
                </a:gridCol>
                <a:gridCol w="4318452">
                  <a:extLst>
                    <a:ext uri="{9D8B030D-6E8A-4147-A177-3AD203B41FA5}">
                      <a16:colId xmlns:a16="http://schemas.microsoft.com/office/drawing/2014/main" val="4169636044"/>
                    </a:ext>
                  </a:extLst>
                </a:gridCol>
                <a:gridCol w="4512297">
                  <a:extLst>
                    <a:ext uri="{9D8B030D-6E8A-4147-A177-3AD203B41FA5}">
                      <a16:colId xmlns:a16="http://schemas.microsoft.com/office/drawing/2014/main" val="1872766086"/>
                    </a:ext>
                  </a:extLst>
                </a:gridCol>
              </a:tblGrid>
              <a:tr h="6877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/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/>
                        <a:t>Activation 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/>
                        <a:t>Loss Function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712919"/>
                  </a:ext>
                </a:extLst>
              </a:tr>
              <a:tr h="1122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Introduce non-linearity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Measure prediction error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3525315"/>
                  </a:ext>
                </a:extLst>
              </a:tr>
              <a:tr h="6877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Applied 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Each neuron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Output layer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9761391"/>
                  </a:ext>
                </a:extLst>
              </a:tr>
              <a:tr h="6877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Depends 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Input signal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Prediction + target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1310293"/>
                  </a:ext>
                </a:extLst>
              </a:tr>
              <a:tr h="1122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Used 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Forward 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Forward + backward 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4108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651134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47D5E-E50D-1C4C-EBD1-15D689478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8B39AD-DD7C-71B4-E236-90CC0E8C59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78877" y="1868026"/>
                <a:ext cx="10058400" cy="4217604"/>
              </a:xfrm>
            </p:spPr>
            <p:txBody>
              <a:bodyPr/>
              <a:lstStyle/>
              <a:p>
                <a:r>
                  <a:rPr lang="en-IN" dirty="0"/>
                  <a:t>For a dataset with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dirty="0"/>
                  <a:t>samples:</a:t>
                </a:r>
              </a:p>
              <a:p>
                <a:endParaRPr lang="en-US" b="0" dirty="0"/>
              </a:p>
              <a:p>
                <a:endParaRPr lang="en-US" dirty="0"/>
              </a:p>
              <a:p>
                <a:endParaRPr lang="en-US" b="0" dirty="0"/>
              </a:p>
              <a:p>
                <a:endParaRPr lang="ar-AE" b="0" dirty="0"/>
              </a:p>
              <a:p>
                <a:r>
                  <a:rPr lang="en-IN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N" dirty="0"/>
                  <a:t>→ model parameters (weights, bias)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IN" dirty="0"/>
                  <a:t>→ loss function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8B39AD-DD7C-71B4-E236-90CC0E8C59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8877" y="1868026"/>
                <a:ext cx="10058400" cy="4217604"/>
              </a:xfrm>
              <a:blipFill>
                <a:blip r:embed="rId2"/>
                <a:stretch>
                  <a:fillRect l="-1818" t="-20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black and white math symbols&#10;&#10;AI-generated content may be incorrect.">
            <a:extLst>
              <a:ext uri="{FF2B5EF4-FFF2-40B4-BE49-F238E27FC236}">
                <a16:creationId xmlns:a16="http://schemas.microsoft.com/office/drawing/2014/main" id="{C6E65A67-E67B-429C-9A68-BC3EC4C7D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8442" y="2702812"/>
            <a:ext cx="2798438" cy="116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16928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DCC12-B496-87D0-2FA2-3DBB00D59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Classification of Loss Functions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21A93-1538-48BA-426C-433DEEDFB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Loss functions are chosen based on the </a:t>
            </a:r>
            <a:r>
              <a:rPr lang="en-US" b="1" dirty="0"/>
              <a:t>problem type</a:t>
            </a:r>
            <a:r>
              <a:rPr lang="en-US" dirty="0"/>
              <a:t>:</a:t>
            </a:r>
          </a:p>
          <a:p>
            <a:r>
              <a:rPr lang="en-US" dirty="0"/>
              <a:t>Regression Loss Functions</a:t>
            </a:r>
          </a:p>
          <a:p>
            <a:r>
              <a:rPr lang="en-US" dirty="0"/>
              <a:t>Classification Loss Functions</a:t>
            </a:r>
          </a:p>
          <a:p>
            <a:r>
              <a:rPr lang="en-US" dirty="0"/>
              <a:t>Margin-based Loss Functions</a:t>
            </a:r>
          </a:p>
          <a:p>
            <a:r>
              <a:rPr lang="en-US" dirty="0"/>
              <a:t>Probabilistic / Information-Theoretic Losses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056135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A90D6-46A1-6095-6B24-2A27C88F0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Regression Loss Functions (Continuous Output)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74E0EF-E450-F935-1087-E85978C1A6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5842" y="1432560"/>
                <a:ext cx="10201275" cy="469371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IN" b="1" dirty="0"/>
                  <a:t>Mean Squared Error (MSE)</a:t>
                </a:r>
              </a:p>
              <a:p>
                <a:r>
                  <a:rPr lang="en-IN" dirty="0"/>
                  <a:t>🔹 Penalizes </a:t>
                </a:r>
                <a:r>
                  <a:rPr lang="en-IN" b="1" dirty="0"/>
                  <a:t>large errors more heavily</a:t>
                </a:r>
                <a:br>
                  <a:rPr lang="en-IN" dirty="0"/>
                </a:br>
                <a:r>
                  <a:rPr lang="en-IN" dirty="0"/>
                  <a:t>🔹 Smooth and differentiable</a:t>
                </a:r>
                <a:br>
                  <a:rPr lang="en-IN" dirty="0"/>
                </a:br>
                <a:r>
                  <a:rPr lang="en-IN" dirty="0"/>
                  <a:t>🔹 Sensitive to outliers </a:t>
                </a:r>
              </a:p>
              <a:p>
                <a:endParaRPr lang="en-IN" dirty="0"/>
              </a:p>
              <a:p>
                <a:r>
                  <a:rPr lang="en-IN" b="1" dirty="0"/>
                  <a:t>Gradient:</a:t>
                </a:r>
                <a:endParaRPr lang="en-IN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̂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endParaRPr lang="ar-AE" dirty="0"/>
              </a:p>
              <a:p>
                <a:r>
                  <a:rPr lang="en-IN" dirty="0"/>
                  <a:t>Used in:</a:t>
                </a:r>
              </a:p>
              <a:p>
                <a:r>
                  <a:rPr lang="en-IN" dirty="0"/>
                  <a:t>House price prediction</a:t>
                </a:r>
              </a:p>
              <a:p>
                <a:r>
                  <a:rPr lang="en-IN" dirty="0"/>
                  <a:t>Temperature forecasting</a:t>
                </a:r>
              </a:p>
              <a:p>
                <a:r>
                  <a:rPr lang="en-IN" dirty="0"/>
                  <a:t>Function approximation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74E0EF-E450-F935-1087-E85978C1A6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5842" y="1432560"/>
                <a:ext cx="10201275" cy="4693710"/>
              </a:xfrm>
              <a:blipFill>
                <a:blip r:embed="rId2"/>
                <a:stretch>
                  <a:fillRect l="-1673" t="-27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number and mathematical symbols&#10;&#10;AI-generated content may be incorrect.">
            <a:extLst>
              <a:ext uri="{FF2B5EF4-FFF2-40B4-BE49-F238E27FC236}">
                <a16:creationId xmlns:a16="http://schemas.microsoft.com/office/drawing/2014/main" id="{90711893-5E0C-83D1-5EA3-45D3D09DC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900" y="1942408"/>
            <a:ext cx="2467319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82834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730FB-172D-FF7D-214F-F66F280A9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CC9A70-5C5E-9BCD-CEAF-D1C5897340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0880" y="1422400"/>
                <a:ext cx="10536237" cy="4703870"/>
              </a:xfrm>
            </p:spPr>
            <p:txBody>
              <a:bodyPr/>
              <a:lstStyle/>
              <a:p>
                <a:r>
                  <a:rPr lang="en-IN" b="1" dirty="0"/>
                  <a:t>Mean Absolute Error (MAE)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0"/>
                      <m:t>MAE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</m:nary>
                    <m:r>
                      <a:rPr lang="ar-AE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endParaRPr lang="ar-AE" b="0" dirty="0"/>
              </a:p>
              <a:p>
                <a:r>
                  <a:rPr lang="en-IN" dirty="0"/>
                  <a:t>🔹 Treats all errors equally</a:t>
                </a:r>
                <a:br>
                  <a:rPr lang="en-IN" dirty="0"/>
                </a:br>
                <a:r>
                  <a:rPr lang="en-IN" dirty="0"/>
                  <a:t>🔹 Robust to outliers</a:t>
                </a:r>
                <a:br>
                  <a:rPr lang="en-IN" dirty="0"/>
                </a:br>
                <a:r>
                  <a:rPr lang="en-IN" dirty="0"/>
                  <a:t>🔹 Not differentiable at zero</a:t>
                </a:r>
              </a:p>
              <a:p>
                <a:endParaRPr lang="en-IN" dirty="0"/>
              </a:p>
              <a:p>
                <a:r>
                  <a:rPr lang="en-IN" dirty="0"/>
                  <a:t> Used when:</a:t>
                </a:r>
              </a:p>
              <a:p>
                <a:r>
                  <a:rPr lang="en-IN" dirty="0"/>
                  <a:t>Outliers should not dominate learning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CC9A70-5C5E-9BCD-CEAF-D1C5897340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0880" y="1422400"/>
                <a:ext cx="10536237" cy="4703870"/>
              </a:xfrm>
              <a:blipFill>
                <a:blip r:embed="rId2"/>
                <a:stretch>
                  <a:fillRect l="-1735" t="-18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764183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767E8-7DB5-2BD4-95ED-4F6540F52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875DD-492F-4295-37EC-E7B11F80F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Huber Loss (Hybrid)</a:t>
            </a:r>
          </a:p>
          <a:p>
            <a:r>
              <a:rPr lang="en-US" dirty="0"/>
              <a:t>Combines MSE + MAE:</a:t>
            </a:r>
          </a:p>
          <a:p>
            <a:r>
              <a:rPr lang="en-US" dirty="0"/>
              <a:t>Quadratic for small errors</a:t>
            </a:r>
          </a:p>
          <a:p>
            <a:r>
              <a:rPr lang="en-US" dirty="0"/>
              <a:t>Linear for large errors</a:t>
            </a:r>
          </a:p>
          <a:p>
            <a:endParaRPr lang="en-US" dirty="0"/>
          </a:p>
          <a:p>
            <a:r>
              <a:rPr lang="en-US" dirty="0"/>
              <a:t> Used in robust regression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966578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0DEB4-D3F3-3BCE-FA72-8F90B2B01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Classification Loss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248CDC-BA5A-D4D1-B027-7079810533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483360"/>
                <a:ext cx="10617517" cy="4642910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b="1" dirty="0"/>
                  <a:t>Binary Cross-Entropy (Log Loss)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dirty="0"/>
                  <a:t>Used for </a:t>
                </a:r>
                <a:r>
                  <a:rPr lang="en-IN" b="1" dirty="0"/>
                  <a:t>binary classification</a:t>
                </a:r>
                <a:r>
                  <a:rPr lang="en-IN" dirty="0"/>
                  <a:t>.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dirty="0"/>
                  <a:t> 				</a:t>
                </a:r>
                <a:r>
                  <a:rPr lang="en-IN" b="1" dirty="0"/>
                  <a:t>L=−[</a:t>
                </a:r>
                <a:r>
                  <a:rPr lang="en-IN" b="1" dirty="0" err="1"/>
                  <a:t>ylog</a:t>
                </a:r>
                <a:r>
                  <a:rPr lang="en-IN" b="1" dirty="0"/>
                  <a:t>(p)+(1−y)log(1−p)]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dirty="0"/>
                  <a:t>Where: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ar-AE" dirty="0"/>
                  <a:t>= </a:t>
                </a:r>
                <a:r>
                  <a:rPr lang="en-IN" dirty="0"/>
                  <a:t>predicted probability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dirty="0"/>
                  <a:t>🔹 Penalizes confident wrong predictions heavily</a:t>
                </a:r>
                <a:br>
                  <a:rPr lang="en-IN" dirty="0"/>
                </a:br>
                <a:r>
                  <a:rPr lang="en-IN" dirty="0"/>
                  <a:t>🔹 Works naturally with </a:t>
                </a:r>
                <a:r>
                  <a:rPr lang="en-IN" b="1" dirty="0"/>
                  <a:t>sigmoid activation</a:t>
                </a:r>
                <a:endParaRPr lang="en-I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I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dirty="0"/>
                  <a:t> Used in: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dirty="0"/>
                  <a:t>Spam detection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dirty="0"/>
                  <a:t>Disease diagnosis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dirty="0"/>
                  <a:t>Fraud detection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248CDC-BA5A-D4D1-B027-7079810533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483360"/>
                <a:ext cx="10617517" cy="4642910"/>
              </a:xfrm>
              <a:blipFill>
                <a:blip r:embed="rId2"/>
                <a:stretch>
                  <a:fillRect l="-1607" t="-7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714868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AE95D-4DEC-A7A8-22C3-E86066B9C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5993F-B12D-6842-E27F-7C776DAAC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880" y="1422400"/>
            <a:ext cx="10282237" cy="4703870"/>
          </a:xfrm>
        </p:spPr>
        <p:txBody>
          <a:bodyPr/>
          <a:lstStyle/>
          <a:p>
            <a:r>
              <a:rPr lang="en-US" b="1" dirty="0"/>
              <a:t>Categorical Cross-Entropy</a:t>
            </a:r>
          </a:p>
          <a:p>
            <a:r>
              <a:rPr lang="en-US" dirty="0"/>
              <a:t>Used for </a:t>
            </a:r>
            <a:r>
              <a:rPr lang="en-US" b="1" dirty="0"/>
              <a:t>multi-class classification (one-hot labels)</a:t>
            </a:r>
            <a:r>
              <a:rPr lang="en-US" dirty="0"/>
              <a:t>.</a:t>
            </a:r>
          </a:p>
          <a:p>
            <a:r>
              <a:rPr lang="en-US" dirty="0"/>
              <a:t>🔹 Only the true class contributes to loss</a:t>
            </a:r>
            <a:br>
              <a:rPr lang="en-US" dirty="0"/>
            </a:br>
            <a:r>
              <a:rPr lang="en-US" dirty="0"/>
              <a:t>🔹 Used with </a:t>
            </a:r>
            <a:r>
              <a:rPr lang="en-US" b="1" dirty="0" err="1"/>
              <a:t>softmax</a:t>
            </a:r>
            <a:r>
              <a:rPr lang="en-US" b="1" dirty="0"/>
              <a:t> activation</a:t>
            </a:r>
            <a:endParaRPr lang="en-US" dirty="0"/>
          </a:p>
          <a:p>
            <a:endParaRPr lang="en-US" dirty="0"/>
          </a:p>
          <a:p>
            <a:r>
              <a:rPr lang="en-US" dirty="0"/>
              <a:t>Used in:</a:t>
            </a:r>
          </a:p>
          <a:p>
            <a:r>
              <a:rPr lang="en-US" dirty="0"/>
              <a:t>Image classification</a:t>
            </a:r>
          </a:p>
          <a:p>
            <a:r>
              <a:rPr lang="en-US" dirty="0"/>
              <a:t>Object recognition</a:t>
            </a:r>
          </a:p>
          <a:p>
            <a:r>
              <a:rPr lang="en-US" dirty="0"/>
              <a:t>NLP intent classification</a:t>
            </a:r>
          </a:p>
          <a:p>
            <a:endParaRPr lang="en-IN" dirty="0"/>
          </a:p>
        </p:txBody>
      </p:sp>
      <p:pic>
        <p:nvPicPr>
          <p:cNvPr id="5" name="Picture 4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A1986283-A774-DD22-0261-A15529C82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7998" y="2504946"/>
            <a:ext cx="2172003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4444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23BB1-2D4C-86ED-9459-EFC3045FF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E579E-2BB0-5867-5CF8-21DD9BD6B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Sparse Categorical Cross-Entropy</a:t>
            </a:r>
          </a:p>
          <a:p>
            <a:r>
              <a:rPr lang="en-US" dirty="0"/>
              <a:t>Same as categorical CE but:</a:t>
            </a:r>
          </a:p>
          <a:p>
            <a:r>
              <a:rPr lang="en-US" dirty="0"/>
              <a:t>Labels are integers instead of one-hot vectors</a:t>
            </a:r>
          </a:p>
          <a:p>
            <a:endParaRPr lang="en-US" dirty="0"/>
          </a:p>
          <a:p>
            <a:r>
              <a:rPr lang="en-US" dirty="0"/>
              <a:t> Memory-efficient for large-class problems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766466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7A03B-D6FB-EECC-938B-6E0F10B50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Margin-Based Loss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8BBDA-B622-B80B-BB61-8A5325C2B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Hinge Loss (SVM-inspired)</a:t>
            </a:r>
          </a:p>
          <a:p>
            <a:r>
              <a:rPr lang="en-US" dirty="0"/>
              <a:t>🔹 Encourages </a:t>
            </a:r>
            <a:r>
              <a:rPr lang="en-US" b="1" dirty="0"/>
              <a:t>correct classification with margin</a:t>
            </a:r>
            <a:br>
              <a:rPr lang="en-US" dirty="0"/>
            </a:br>
            <a:r>
              <a:rPr lang="en-US" dirty="0"/>
              <a:t>🔹 Used in max-margin classifiers</a:t>
            </a:r>
          </a:p>
          <a:p>
            <a:endParaRPr lang="en-US" dirty="0"/>
          </a:p>
          <a:p>
            <a:r>
              <a:rPr lang="en-US" dirty="0"/>
              <a:t>                                        </a:t>
            </a:r>
            <a:r>
              <a:rPr lang="en-IN" dirty="0"/>
              <a:t>L=max(0,1−yy^​)</a:t>
            </a:r>
            <a:endParaRPr lang="en-US" dirty="0"/>
          </a:p>
          <a:p>
            <a:r>
              <a:rPr lang="en-US" dirty="0"/>
              <a:t>Not probabilistic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405811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F825B-98FD-A92D-79E0-BD6EE5D59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Probabilistic &amp; Information-Theoretic Losses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005C90-BCE6-C35A-4DF5-59C989F535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68717" y="1737360"/>
                <a:ext cx="10058400" cy="4388910"/>
              </a:xfrm>
            </p:spPr>
            <p:txBody>
              <a:bodyPr/>
              <a:lstStyle/>
              <a:p>
                <a:r>
                  <a:rPr lang="en-IN" b="1" dirty="0" err="1"/>
                  <a:t>Kullback</a:t>
                </a:r>
                <a:r>
                  <a:rPr lang="en-IN" b="1" dirty="0"/>
                  <a:t>–Leibler (KL) Divergence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num>
                          <m:den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</m:e>
                    </m:func>
                  </m:oMath>
                </a14:m>
                <a:endParaRPr lang="ar-AE" dirty="0"/>
              </a:p>
              <a:p>
                <a:r>
                  <a:rPr lang="en-IN" dirty="0"/>
                  <a:t>🔹 Measures distance between two probability distributions</a:t>
                </a:r>
                <a:br>
                  <a:rPr lang="en-IN" dirty="0"/>
                </a:br>
                <a:r>
                  <a:rPr lang="en-IN" dirty="0"/>
                  <a:t>🔹 Not symmetric</a:t>
                </a:r>
              </a:p>
              <a:p>
                <a:endParaRPr lang="en-IN" dirty="0"/>
              </a:p>
              <a:p>
                <a:r>
                  <a:rPr lang="en-IN" dirty="0"/>
                  <a:t> Used in:</a:t>
                </a:r>
              </a:p>
              <a:p>
                <a:r>
                  <a:rPr lang="en-IN" dirty="0"/>
                  <a:t>Variational Autoencoders</a:t>
                </a:r>
              </a:p>
              <a:p>
                <a:r>
                  <a:rPr lang="en-IN" dirty="0"/>
                  <a:t>Knowledge distillation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005C90-BCE6-C35A-4DF5-59C989F535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68717" y="1737360"/>
                <a:ext cx="10058400" cy="4388910"/>
              </a:xfrm>
              <a:blipFill>
                <a:blip r:embed="rId2"/>
                <a:stretch>
                  <a:fillRect l="-1879" t="-19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209389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BBBDE-74BD-578E-67F4-EF7221DE8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DF39C-785E-F064-F542-354F81003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30980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15F83-70A8-DCC8-FCDE-D766C525D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Loss Function and Backpropagation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BA1274-4FFA-9314-5394-B473C19760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Loss function provides the </a:t>
                </a:r>
                <a:r>
                  <a:rPr lang="en-IN" b="1" dirty="0"/>
                  <a:t>starting point for backpropagation</a:t>
                </a:r>
                <a:r>
                  <a:rPr lang="en-IN" dirty="0"/>
                  <a:t>.</a:t>
                </a:r>
              </a:p>
              <a:p>
                <a:r>
                  <a:rPr lang="en-IN" dirty="0"/>
                  <a:t>Flow:</a:t>
                </a:r>
              </a:p>
              <a:p>
                <a:r>
                  <a:rPr lang="en-IN" dirty="0"/>
                  <a:t>Forward pass → compute prediction</a:t>
                </a:r>
              </a:p>
              <a:p>
                <a:r>
                  <a:rPr lang="en-IN" dirty="0"/>
                  <a:t>Compute loss</a:t>
                </a:r>
              </a:p>
              <a:p>
                <a:r>
                  <a:rPr lang="en-IN" dirty="0"/>
                  <a:t>Compute gradient of loss w.r.t output</a:t>
                </a:r>
              </a:p>
              <a:p>
                <a:r>
                  <a:rPr lang="en-IN" dirty="0"/>
                  <a:t>Chain rule propagates gradient backward</a:t>
                </a:r>
              </a:p>
              <a:p>
                <a:r>
                  <a:rPr lang="en-IN" dirty="0"/>
                  <a:t>Weights updated using gradient descent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𝜂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BA1274-4FFA-9314-5394-B473C19760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0" t="-20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390766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243FF-471F-8A76-D725-A7CF6C053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DC51D-474E-66D0-8926-48C9EDB21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Loss vs Cost Function </a:t>
            </a:r>
          </a:p>
          <a:p>
            <a:r>
              <a:rPr lang="en-US" b="1" dirty="0"/>
              <a:t>Loss</a:t>
            </a:r>
            <a:r>
              <a:rPr lang="en-US" dirty="0"/>
              <a:t> → error for one sample</a:t>
            </a:r>
          </a:p>
          <a:p>
            <a:r>
              <a:rPr lang="en-US" b="1" dirty="0"/>
              <a:t>Cost</a:t>
            </a:r>
            <a:r>
              <a:rPr lang="en-US" dirty="0"/>
              <a:t> → average loss over dataset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856430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179DF-5357-C8CB-2FC9-7B11D63D9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Choosing the Right Loss Function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569CF22-FBD1-AB84-51D6-C1A258FA04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6628549"/>
              </p:ext>
            </p:extLst>
          </p:nvPr>
        </p:nvGraphicFramePr>
        <p:xfrm>
          <a:off x="1025842" y="1564640"/>
          <a:ext cx="10221279" cy="48700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407093">
                  <a:extLst>
                    <a:ext uri="{9D8B030D-6E8A-4147-A177-3AD203B41FA5}">
                      <a16:colId xmlns:a16="http://schemas.microsoft.com/office/drawing/2014/main" val="497171537"/>
                    </a:ext>
                  </a:extLst>
                </a:gridCol>
                <a:gridCol w="3407093">
                  <a:extLst>
                    <a:ext uri="{9D8B030D-6E8A-4147-A177-3AD203B41FA5}">
                      <a16:colId xmlns:a16="http://schemas.microsoft.com/office/drawing/2014/main" val="4050734274"/>
                    </a:ext>
                  </a:extLst>
                </a:gridCol>
                <a:gridCol w="3407093">
                  <a:extLst>
                    <a:ext uri="{9D8B030D-6E8A-4147-A177-3AD203B41FA5}">
                      <a16:colId xmlns:a16="http://schemas.microsoft.com/office/drawing/2014/main" val="4081562117"/>
                    </a:ext>
                  </a:extLst>
                </a:gridCol>
              </a:tblGrid>
              <a:tr h="7450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Problem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Loss Function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2210808"/>
                  </a:ext>
                </a:extLst>
              </a:tr>
              <a:tr h="7450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Linear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Continuous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MSE / MAE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4234648"/>
                  </a:ext>
                </a:extLst>
              </a:tr>
              <a:tr h="7450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Binary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Probability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Binary Cross-Entropy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4897927"/>
                  </a:ext>
                </a:extLst>
              </a:tr>
              <a:tr h="7450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Multi-class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Class probabilities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Softmax + CCE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9582672"/>
                  </a:ext>
                </a:extLst>
              </a:tr>
              <a:tr h="7450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Imbalanced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Binary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Weighted BCE / Focal Loss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6494415"/>
                  </a:ext>
                </a:extLst>
              </a:tr>
              <a:tr h="7450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Representation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Distributions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KL Divergence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9543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600196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67BB2-C3EC-84B1-1410-9A1E52163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92C9C-7B7D-375A-EC36-AEE07CE74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749E29-1527-C7D3-914C-4F3A9ADBD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650" y="1696433"/>
            <a:ext cx="9259592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65644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AF6B1-00FC-40E6-1FD4-0BD696B5E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92AFDB-A200-BD2B-5922-8845A7FF5A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5842" y="1615440"/>
                <a:ext cx="10201275" cy="4510830"/>
              </a:xfrm>
            </p:spPr>
            <p:txBody>
              <a:bodyPr/>
              <a:lstStyle/>
              <a:p>
                <a:r>
                  <a:rPr lang="en-IN" b="1" dirty="0"/>
                  <a:t>Mean Squared Error </a:t>
                </a:r>
              </a:p>
              <a:p>
                <a:r>
                  <a:rPr lang="en-IN" b="1" dirty="0"/>
                  <a:t>Actual values: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br>
                  <a:rPr lang="ar-AE" dirty="0"/>
                </a:br>
                <a:r>
                  <a:rPr lang="en-IN" b="1" dirty="0"/>
                  <a:t>Predicted values: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en-IN" b="1" dirty="0"/>
                  <a:t>Solution</a:t>
                </a:r>
              </a:p>
              <a:p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nor/>
                            </m:rPr>
                            <a:rPr lang="en-IN" b="0"/>
                            <m:t>MSE</m:t>
                          </m:r>
                        </m:e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endChr m:val="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"/>
                                          <m:endChr m:val=""/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endChr m:val="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sSup>
                                        <m:sSup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"/>
                                              <m:endChr m:val=""/>
                                              <m:ctrlP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ar-AE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d>
                                        <m:dPr>
                                          <m:endChr m:val=""/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6</m:t>
                                          </m:r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begChr m:val=""/>
                                                  <m:endChr m:val=""/>
                                                  <m:ctrlPr>
                                                    <a:rPr lang="ar-AE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ar-AE">
                                                      <a:latin typeface="Cambria Math" panose="02040503050406030204" pitchFamily="18" charset="0"/>
                                                    </a:rPr>
                                                    <m:t>)</m:t>
                                                  </m:r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ar-AE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mr>
                      <m:mr>
                        <m:e/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mr>
                      <m:mr>
                        <m:e/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borderBox>
                            <m:borderBox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borderBox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borderBox>
                        </m:e>
                      </m:mr>
                    </m:m>
                  </m:oMath>
                </a14:m>
                <a:endParaRPr lang="ar-AE" b="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92AFDB-A200-BD2B-5922-8845A7FF5A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5842" y="1615440"/>
                <a:ext cx="10201275" cy="4510830"/>
              </a:xfrm>
              <a:blipFill>
                <a:blip r:embed="rId2"/>
                <a:stretch>
                  <a:fillRect l="-896" t="-18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743924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C8882-0802-A6DA-FE48-0AF666B8A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6E1026-FEA5-B405-89E3-261AF513A5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Mean Absolute Error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30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̂"/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ar-AE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[12,18,33]</a:t>
                </a:r>
                <a:endParaRPr lang="ar-AE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0"/>
                      <m:t>MAE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∣+∣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∣+∣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33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borderBox>
                      <m:borderBox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33</m:t>
                        </m:r>
                      </m:e>
                    </m:borderBox>
                  </m:oMath>
                </a14:m>
                <a:endParaRPr lang="ar-AE" b="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6E1026-FEA5-B405-89E3-261AF513A5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79" t="-20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628861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C204C-1E68-1A75-D042-DF5492A9F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842" y="339521"/>
            <a:ext cx="10058400" cy="677258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C37B8B-5AAA-B498-DFAF-DA47E96713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8480" y="1371600"/>
                <a:ext cx="10688637" cy="5019040"/>
              </a:xfrm>
            </p:spPr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b="1" dirty="0"/>
                  <a:t>Binary Cross-Entropy 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b="1" dirty="0"/>
                  <a:t>Given 4 samples: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dirty="0"/>
                  <a:t>(y , p)=(1,0.9),(0,0.7),(1,0.2),(0,0.1)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ar-AE" b="0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dirty="0"/>
                  <a:t>Compute </a:t>
                </a:r>
                <a:r>
                  <a:rPr lang="en-IN" b="1" dirty="0"/>
                  <a:t>average BCE</a:t>
                </a:r>
                <a:r>
                  <a:rPr lang="en-IN" dirty="0"/>
                  <a:t> (natural log).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b="1" dirty="0"/>
                  <a:t>Solution</a:t>
                </a:r>
                <a:br>
                  <a:rPr lang="en-IN" dirty="0"/>
                </a:br>
                <a:r>
                  <a:rPr lang="en-IN" dirty="0"/>
                  <a:t>BCE per sample: 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dirty="0"/>
                  <a:t>BCE per sample: 𝐿=−[𝑦ln⁡𝑝+(1−𝑦)ln⁡(1−𝑝)]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dirty="0"/>
                  <a:t>  𝐿1=−ln⁡(0.9)=0.1053   y=1, p=0.9: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dirty="0"/>
                  <a:t> 𝐿2=−ln⁡(0.3)=1.2040   y=0,p=0.7: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dirty="0"/>
                  <a:t>𝐿3=−ln⁡(0.2)=1.6094   y=1,p=0.2: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dirty="0"/>
                  <a:t>𝐿4=−ln⁡(0.9)=0.1053   y=0, p=0.1: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dirty="0"/>
                  <a:t>Average: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limUpp>
                      <m:limUp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lim>
                        <m:r>
                          <a:rPr lang="ar-AE">
                            <a:latin typeface="Cambria Math" panose="02040503050406030204" pitchFamily="18" charset="0"/>
                          </a:rPr>
                          <m:t>ˉ</m:t>
                        </m:r>
                      </m:lim>
                    </m:limUp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1053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2040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6094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1053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024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borderBox>
                      <m:borderBox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756</m:t>
                        </m:r>
                      </m:e>
                    </m:borderBox>
                  </m:oMath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C37B8B-5AAA-B498-DFAF-DA47E96713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8480" y="1371600"/>
                <a:ext cx="10688637" cy="5019040"/>
              </a:xfrm>
              <a:blipFill>
                <a:blip r:embed="rId2"/>
                <a:stretch>
                  <a:fillRect l="-1425" t="-6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145486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14983-E2DB-E310-7740-0EC4E24E1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D44B84-6C9C-91A6-1273-81A3E41C41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Direct CCE (one-hot)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[0,1,0,0] </a:t>
                </a:r>
              </a:p>
              <a:p>
                <a:r>
                  <a:rPr lang="en-US" dirty="0"/>
                  <a:t>P=[0.10,0.60,0.20,0.10]</a:t>
                </a:r>
              </a:p>
              <a:p>
                <a:endParaRPr lang="en-US" dirty="0"/>
              </a:p>
              <a:p>
                <a:r>
                  <a:rPr lang="ar-AE" dirty="0"/>
                  <a:t> 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D44B84-6C9C-91A6-1273-81A3E41C41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79" t="-20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black and white image of a mathematical equation&#10;&#10;AI-generated content may be incorrect.">
            <a:extLst>
              <a:ext uri="{FF2B5EF4-FFF2-40B4-BE49-F238E27FC236}">
                <a16:creationId xmlns:a16="http://schemas.microsoft.com/office/drawing/2014/main" id="{D2AA9349-1712-2EF3-41CA-42457E29B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7886" y="2387240"/>
            <a:ext cx="4315427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91186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A54D6-4A6F-E261-EEB4-8DF2C2D6E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FA272-4F7B-C5BD-23D7-97BBB9C55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842" y="1656080"/>
            <a:ext cx="10201275" cy="4470190"/>
          </a:xfrm>
        </p:spPr>
        <p:txBody>
          <a:bodyPr/>
          <a:lstStyle/>
          <a:p>
            <a:r>
              <a:rPr lang="en-IN" dirty="0"/>
              <a:t>Direct CCE (soft labels)</a:t>
            </a:r>
          </a:p>
        </p:txBody>
      </p:sp>
      <p:pic>
        <p:nvPicPr>
          <p:cNvPr id="5" name="Picture 4" descr="A number of numbers on a white background&#10;&#10;AI-generated content may be incorrect.">
            <a:extLst>
              <a:ext uri="{FF2B5EF4-FFF2-40B4-BE49-F238E27FC236}">
                <a16:creationId xmlns:a16="http://schemas.microsoft.com/office/drawing/2014/main" id="{1EA0C2C5-BFBB-5152-090A-6EA46BEAA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340" y="2466840"/>
            <a:ext cx="7525800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93871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78FE3-7CFA-F470-9F1A-A6802A089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D7808C-19E9-F1D1-041E-FBB4CB1B07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4720" y="1564640"/>
                <a:ext cx="10292397" cy="4561630"/>
              </a:xfrm>
            </p:spPr>
            <p:txBody>
              <a:bodyPr>
                <a:normAutofit/>
              </a:bodyPr>
              <a:lstStyle/>
              <a:p>
                <a:r>
                  <a:rPr lang="en-IN" dirty="0"/>
                  <a:t>Batch CCE (average loss) </a:t>
                </a:r>
              </a:p>
              <a:p>
                <a:r>
                  <a:rPr lang="en-IN" dirty="0"/>
                  <a:t>3 samples, each has 4 classes (true class index shown):</a:t>
                </a:r>
              </a:p>
              <a:p>
                <a:r>
                  <a:rPr lang="en-IN" dirty="0"/>
                  <a:t>S1 true=2,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[0.1,0.5,0.2,0.2]</a:t>
                </a:r>
                <a:endParaRPr lang="ar-AE" dirty="0"/>
              </a:p>
              <a:p>
                <a:r>
                  <a:rPr lang="en-IN" dirty="0"/>
                  <a:t>S2 true=4,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[0.2,0.1,0.1,0.6]</a:t>
                </a:r>
                <a:endParaRPr lang="ar-AE" dirty="0"/>
              </a:p>
              <a:p>
                <a:r>
                  <a:rPr lang="en-IN" dirty="0"/>
                  <a:t>S3 true=1,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[0.7,0.1,0.1,0.1]</a:t>
                </a:r>
                <a:endParaRPr lang="ar-AE" dirty="0"/>
              </a:p>
              <a:p>
                <a:r>
                  <a:rPr lang="en-IN" dirty="0"/>
                  <a:t>Losses:</a:t>
                </a:r>
              </a:p>
              <a:p>
                <a:r>
                  <a:rPr lang="en-IN" dirty="0"/>
                  <a:t>Average:</a:t>
                </a:r>
              </a:p>
              <a:p>
                <a14:m>
                  <m:oMath xmlns:m="http://schemas.openxmlformats.org/officeDocument/2006/math">
                    <m:limUpp>
                      <m:limUp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lim>
                        <m:r>
                          <a:rPr lang="ar-AE">
                            <a:latin typeface="Cambria Math" panose="02040503050406030204" pitchFamily="18" charset="0"/>
                          </a:rPr>
                          <m:t>ˉ</m:t>
                        </m:r>
                      </m:lim>
                    </m:limUp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693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511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357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borderBox>
                      <m:borderBox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520</m:t>
                        </m:r>
                      </m:e>
                    </m:borderBox>
                  </m:oMath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D7808C-19E9-F1D1-041E-FBB4CB1B07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4720" y="1564640"/>
                <a:ext cx="10292397" cy="4561630"/>
              </a:xfrm>
              <a:blipFill>
                <a:blip r:embed="rId2"/>
                <a:stretch>
                  <a:fillRect l="-888" t="-18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822636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AE016-F161-9678-36C4-07FE88173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7D864-1AE8-41D7-07AE-7EE438E78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Softmax + CCE from logits</a:t>
            </a:r>
            <a:endParaRPr lang="en-IN" dirty="0"/>
          </a:p>
        </p:txBody>
      </p:sp>
      <p:pic>
        <p:nvPicPr>
          <p:cNvPr id="5" name="Picture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61013F2A-09FA-2951-8902-D5C24BB0C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158" y="2533112"/>
            <a:ext cx="7230484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12932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FBF26-8FC3-BAB7-51E4-2C8495EB7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D43C6C-6925-A853-4C8C-73D0F54D91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5842" y="1199659"/>
                <a:ext cx="9215438" cy="5079011"/>
              </a:xfrm>
            </p:spPr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b="1" dirty="0"/>
                  <a:t>Categorical Cross-Entropy (Tough: </a:t>
                </a:r>
                <a:r>
                  <a:rPr lang="en-IN" b="1" dirty="0" err="1"/>
                  <a:t>softmax</a:t>
                </a:r>
                <a:r>
                  <a:rPr lang="en-IN" b="1" dirty="0"/>
                  <a:t> from logits)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IN" b="1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b="1" dirty="0"/>
                  <a:t>Logits z=[1.2,0.3,-0.7,2.0] 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br>
                  <a:rPr lang="en-IN" dirty="0"/>
                </a:br>
                <a:r>
                  <a:rPr lang="en-IN" dirty="0"/>
                  <a:t>True class = class 4   (one-hot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br>
                  <a:rPr lang="ar-AE" dirty="0"/>
                </a:br>
                <a:r>
                  <a:rPr lang="en-IN" dirty="0"/>
                  <a:t>Compute </a:t>
                </a:r>
                <a:r>
                  <a:rPr lang="en-IN" b="1" dirty="0" err="1"/>
                  <a:t>Softmax</a:t>
                </a:r>
                <a:r>
                  <a:rPr lang="en-IN" b="1" dirty="0"/>
                  <a:t> probs</a:t>
                </a:r>
                <a:r>
                  <a:rPr lang="en-IN" dirty="0"/>
                  <a:t> and </a:t>
                </a:r>
                <a:r>
                  <a:rPr lang="en-IN" b="1" dirty="0"/>
                  <a:t>Cross-Entropy loss</a:t>
                </a:r>
                <a:r>
                  <a:rPr lang="en-IN" dirty="0"/>
                  <a:t>.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IN" b="1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b="1" dirty="0"/>
                  <a:t>Solution</a:t>
                </a:r>
                <a:endParaRPr lang="en-I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320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350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497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7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389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dirty="0"/>
                  <a:t>Sum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320</m:t>
                    </m:r>
                    <m:r>
                      <a:rPr lang="en-IN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350</m:t>
                    </m:r>
                    <m:r>
                      <a:rPr lang="en-IN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497</m:t>
                    </m:r>
                    <m:r>
                      <a:rPr lang="en-IN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389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556</m:t>
                    </m:r>
                  </m:oMath>
                </a14:m>
                <a:endParaRPr lang="en-I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dirty="0" err="1"/>
                  <a:t>Softmax</a:t>
                </a:r>
                <a:r>
                  <a:rPr lang="en-IN" dirty="0"/>
                  <a:t>: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389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556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5886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dirty="0"/>
                  <a:t>Cross-entropy (only true class):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D43C6C-6925-A853-4C8C-73D0F54D91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5842" y="1199659"/>
                <a:ext cx="9215438" cy="5079011"/>
              </a:xfrm>
              <a:blipFill>
                <a:blip r:embed="rId2"/>
                <a:stretch>
                  <a:fillRect l="-397" t="-4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993183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1EA85-3E95-56EC-5E40-0D23628B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7DE088-E14B-3A95-E52E-0F287E2E8E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Hinge Loss </a:t>
                </a:r>
              </a:p>
              <a:p>
                <a:r>
                  <a:rPr lang="en-IN" dirty="0"/>
                  <a:t>For binary labels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and score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en-IN" dirty="0"/>
              </a:p>
              <a:p>
                <a:r>
                  <a:rPr lang="en-IN" dirty="0"/>
                  <a:t>Samples: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=+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ar-AE" dirty="0"/>
              </a:p>
              <a:p>
                <a:r>
                  <a:rPr lang="en-IN" dirty="0"/>
                  <a:t>Compute </a:t>
                </a:r>
                <a:r>
                  <a:rPr lang="en-IN" b="1" dirty="0"/>
                  <a:t>average hinge loss</a:t>
                </a:r>
                <a:r>
                  <a:rPr lang="en-IN" dirty="0"/>
                  <a:t>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7DE088-E14B-3A95-E52E-0F287E2E8E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79" t="-20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199550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DC2D9-CFF8-6FCF-94B7-0016C39E9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EE52F2-6AB4-BA58-7E76-D1F82885CF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3440" y="1422400"/>
                <a:ext cx="10373677" cy="4703870"/>
              </a:xfrm>
            </p:spPr>
            <p:txBody>
              <a:bodyPr/>
              <a:lstStyle/>
              <a:p>
                <a:r>
                  <a:rPr lang="en-IN" dirty="0"/>
                  <a:t>L=max(0,1−yy^​) </a:t>
                </a:r>
              </a:p>
              <a:p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8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7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6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6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ar-AE" dirty="0"/>
              </a:p>
              <a:p>
                <a:r>
                  <a:rPr lang="en-IN" dirty="0"/>
                  <a:t>Average:</a:t>
                </a:r>
              </a:p>
              <a:p>
                <a14:m>
                  <m:oMath xmlns:m="http://schemas.openxmlformats.org/officeDocument/2006/math">
                    <m:limUpp>
                      <m:limUp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lim>
                        <m:r>
                          <a:rPr lang="ar-AE">
                            <a:latin typeface="Cambria Math" panose="02040503050406030204" pitchFamily="18" charset="0"/>
                          </a:rPr>
                          <m:t>ˉ</m:t>
                        </m:r>
                      </m:lim>
                    </m:limUp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borderBox>
                      <m:borderBox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775</m:t>
                        </m:r>
                      </m:e>
                    </m:borderBox>
                  </m:oMath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EE52F2-6AB4-BA58-7E76-D1F82885CF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3440" y="1422400"/>
                <a:ext cx="10373677" cy="4703870"/>
              </a:xfrm>
              <a:blipFill>
                <a:blip r:embed="rId2"/>
                <a:stretch>
                  <a:fillRect l="-1763" t="-18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667596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6CA4C-E3AF-3CA1-1BCB-ED4C815F8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F57AAB-A329-840B-691F-F7EA55AE63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5842" y="1625600"/>
                <a:ext cx="10201275" cy="4500670"/>
              </a:xfrm>
            </p:spPr>
            <p:txBody>
              <a:bodyPr/>
              <a:lstStyle/>
              <a:p>
                <a:r>
                  <a:rPr lang="en-IN" b="1" dirty="0"/>
                  <a:t>KL Divergence </a:t>
                </a:r>
              </a:p>
              <a:p>
                <a:endParaRPr lang="en-IN" b="1" dirty="0"/>
              </a:p>
              <a:p>
                <a:r>
                  <a:rPr lang="en-IN" dirty="0"/>
                  <a:t>True distribution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IN" dirty="0"/>
                  <a:t>and predicted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IN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[0.50,0.25,0.15,0.10]</a:t>
                </a:r>
              </a:p>
              <a:p>
                <a:r>
                  <a:rPr lang="en-US" dirty="0"/>
                  <a:t> Q=[0.40,0.30,0.20,0.10]</a:t>
                </a:r>
                <a:endParaRPr lang="ar-AE" b="0" dirty="0"/>
              </a:p>
              <a:p>
                <a:endParaRPr lang="ar-AE" b="0" dirty="0"/>
              </a:p>
              <a:p>
                <a:r>
                  <a:rPr lang="en-IN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F57AAB-A329-840B-691F-F7EA55AE63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5842" y="1625600"/>
                <a:ext cx="10201275" cy="4500670"/>
              </a:xfrm>
              <a:blipFill>
                <a:blip r:embed="rId2"/>
                <a:stretch>
                  <a:fillRect l="-1792" t="-18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778872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BCB8A-AB81-BC68-FDDF-604EDEDC7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58227A-0B8E-911B-BEC1-22F339ED49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63600" y="1696720"/>
                <a:ext cx="10373677" cy="4470190"/>
              </a:xfrm>
            </p:spPr>
            <p:txBody>
              <a:bodyPr/>
              <a:lstStyle/>
              <a:p>
                <a:r>
                  <a:rPr lang="en-IN" dirty="0"/>
                  <a:t>Term-wise:</a:t>
                </a:r>
              </a:p>
              <a:p>
                <a:r>
                  <a:rPr lang="en-IN" dirty="0"/>
                  <a:t>Sum:</a:t>
                </a:r>
              </a:p>
              <a:p>
                <a:endParaRPr lang="en-IN" dirty="0"/>
              </a:p>
              <a:p>
                <a:endParaRPr lang="en-IN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1116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0456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0432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borderBox>
                      <m:borderBox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0228</m:t>
                        </m:r>
                      </m:e>
                    </m:borderBox>
                  </m:oMath>
                </a14:m>
                <a:endParaRPr lang="ar-AE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 Small KL → predicted distribution close to true distribution.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58227A-0B8E-911B-BEC1-22F339ED49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3600" y="1696720"/>
                <a:ext cx="10373677" cy="4470190"/>
              </a:xfrm>
              <a:blipFill>
                <a:blip r:embed="rId2"/>
                <a:stretch>
                  <a:fillRect l="-1176" t="-19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number and numbers in a math equation&#10;&#10;AI-generated content may be incorrect.">
            <a:extLst>
              <a:ext uri="{FF2B5EF4-FFF2-40B4-BE49-F238E27FC236}">
                <a16:creationId xmlns:a16="http://schemas.microsoft.com/office/drawing/2014/main" id="{EFC5EEFD-137D-4989-8106-F733A10C0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758" y="2143337"/>
            <a:ext cx="7230484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4088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 Propagation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a neural network, the vector input is the weights and biases, the parameters that define how the network performs</a:t>
            </a:r>
          </a:p>
          <a:p>
            <a:r>
              <a:rPr lang="en-US" dirty="0"/>
              <a:t>Back propagation is the algorithm that tells us what 𝜕L/𝜕w is for each weight and bias of the network</a:t>
            </a:r>
          </a:p>
          <a:p>
            <a:r>
              <a:rPr lang="en-US" dirty="0"/>
              <a:t>Our goal is to move through the space that the loss function defines to find the minimum</a:t>
            </a:r>
          </a:p>
          <a:p>
            <a:r>
              <a:rPr lang="en-US" dirty="0"/>
              <a:t>Symbolically, can write the loss function as L(𝛉), where 𝛉 (theta) is a vector of all the weights and biases in the network</a:t>
            </a:r>
          </a:p>
          <a:p>
            <a:r>
              <a:rPr lang="en-US" dirty="0"/>
              <a:t>Back propagation is the algorithm that finds the contribution of each weight and bias value to the network’s error, the 𝜕L/𝜕w’s.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 propagation by Hand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320" y="1452880"/>
            <a:ext cx="6029960" cy="523041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simple neural network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 the network with its six weights, w0 through w5 , and three bias values, b0 , b1 , and b2 . Each value is a scalar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 sigmoid activation functions only in the hidden layer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squared-error loss function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where y is the label with value zero or one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the input associated with y, namely x0 and x1 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71080" y="2327419"/>
            <a:ext cx="4724400" cy="2740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forward pass with this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Notice that a</a:t>
            </a:r>
            <a:r>
              <a:rPr lang="en-US" baseline="-25000" dirty="0"/>
              <a:t>2</a:t>
            </a:r>
            <a:r>
              <a:rPr lang="en-US" dirty="0"/>
              <a:t> has no activation function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1" y="4572001"/>
            <a:ext cx="6162675" cy="1916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14800" y="1143001"/>
            <a:ext cx="4057650" cy="286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loss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𝛉 represents the weights and biases; variables</a:t>
            </a:r>
          </a:p>
          <a:p>
            <a:r>
              <a:rPr lang="en-US" dirty="0"/>
              <a:t>after the semicolon are constants </a:t>
            </a:r>
            <a:r>
              <a:rPr lang="en-US" dirty="0" err="1"/>
              <a:t>i.e</a:t>
            </a:r>
            <a:r>
              <a:rPr lang="en-US" dirty="0"/>
              <a:t> (x0 , x1 ) &amp; y</a:t>
            </a:r>
          </a:p>
          <a:p>
            <a:r>
              <a:rPr lang="en-US" dirty="0"/>
              <a:t>Find gradient of the loss function, ∇L(𝛉; </a:t>
            </a:r>
            <a:r>
              <a:rPr lang="en-US" dirty="0" err="1"/>
              <a:t>x,y</a:t>
            </a:r>
            <a:r>
              <a:rPr lang="en-US" dirty="0"/>
              <a:t>).</a:t>
            </a:r>
          </a:p>
          <a:p>
            <a:r>
              <a:rPr lang="en-US" dirty="0"/>
              <a:t>for all weights and biases: nine partial derivatives in total.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1" y="1143000"/>
            <a:ext cx="8509819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597" y="1686157"/>
            <a:ext cx="8691563" cy="52872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 expressions for w5 , w4 , and b2 for a2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1920" y="154234"/>
            <a:ext cx="5946708" cy="1628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0" y="2214880"/>
            <a:ext cx="5181600" cy="4150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7924801" y="3429001"/>
            <a:ext cx="32613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Remember the chain rule! </a:t>
            </a:r>
          </a:p>
          <a:p>
            <a:r>
              <a:rPr lang="en-US" dirty="0"/>
              <a:t>If a = f(b) and b = g(c), </a:t>
            </a:r>
          </a:p>
          <a:p>
            <a:r>
              <a:rPr lang="en-US" dirty="0"/>
              <a:t>so that a = f(g(c)), </a:t>
            </a:r>
          </a:p>
          <a:p>
            <a:r>
              <a:rPr lang="en-US" dirty="0"/>
              <a:t>then </a:t>
            </a:r>
            <a:r>
              <a:rPr lang="en-US" dirty="0" err="1"/>
              <a:t>da</a:t>
            </a:r>
            <a:r>
              <a:rPr lang="en-US" dirty="0"/>
              <a:t>/dc = </a:t>
            </a:r>
            <a:r>
              <a:rPr lang="en-US" dirty="0" err="1"/>
              <a:t>da</a:t>
            </a:r>
            <a:r>
              <a:rPr lang="en-US" dirty="0"/>
              <a:t>/db · db/dc 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similarly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1" y="1905000"/>
            <a:ext cx="8213271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expressions for b1 , w1 , and w3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93521" y="1474297"/>
            <a:ext cx="8497957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42160" y="4988560"/>
            <a:ext cx="7181222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similar calculation for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1447800"/>
            <a:ext cx="862228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849360" cy="792162"/>
          </a:xfrm>
        </p:spPr>
        <p:txBody>
          <a:bodyPr/>
          <a:lstStyle/>
          <a:p>
            <a:r>
              <a:rPr lang="en-US" dirty="0"/>
              <a:t>Back propagation with </a:t>
            </a:r>
            <a:r>
              <a:rPr lang="en-US" dirty="0" err="1"/>
              <a:t>regularizer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858962"/>
            <a:ext cx="8229600" cy="4770438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Adding  a </a:t>
            </a:r>
            <a:r>
              <a:rPr lang="en-US" dirty="0" err="1"/>
              <a:t>regularizer</a:t>
            </a:r>
            <a:r>
              <a:rPr lang="en-US" dirty="0"/>
              <a:t> to the cost function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Lamda</a:t>
            </a:r>
            <a:r>
              <a:rPr lang="en-US" dirty="0"/>
              <a:t> is a </a:t>
            </a:r>
            <a:r>
              <a:rPr lang="en-US" dirty="0" err="1"/>
              <a:t>hyperparameter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2440" y="3717908"/>
            <a:ext cx="4038600" cy="20732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1066800"/>
            <a:ext cx="241935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4436F-60FA-A120-BF55-5AA167FF7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360" y="1371600"/>
            <a:ext cx="10129520" cy="4866324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In </a:t>
            </a:r>
            <a:r>
              <a:rPr lang="en-US" b="1" dirty="0"/>
              <a:t>backpropagation</a:t>
            </a:r>
            <a:r>
              <a:rPr lang="en-US" dirty="0"/>
              <a:t>, a </a:t>
            </a:r>
            <a:r>
              <a:rPr lang="en-US" b="1" dirty="0" err="1"/>
              <a:t>regularizer</a:t>
            </a:r>
            <a:r>
              <a:rPr lang="en-US" b="1" dirty="0"/>
              <a:t> in the loss function</a:t>
            </a:r>
            <a:r>
              <a:rPr lang="en-US" dirty="0"/>
              <a:t> is used to </a:t>
            </a:r>
            <a:r>
              <a:rPr lang="en-US" b="1" dirty="0"/>
              <a:t>control model complexity and prevent overfitting</a:t>
            </a:r>
            <a:r>
              <a:rPr lang="en-US" dirty="0"/>
              <a:t> by penalizing large or unnecessary weights during training.</a:t>
            </a:r>
            <a:br>
              <a:rPr lang="en-US" dirty="0"/>
            </a:br>
            <a:endParaRPr lang="en-US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 Why regularization is needed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During backpropagation, the network updates weights to </a:t>
            </a:r>
            <a:r>
              <a:rPr lang="en-US" b="1" dirty="0"/>
              <a:t>minimize the loss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Without regularization: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Weights may grow very large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The model may </a:t>
            </a:r>
            <a:r>
              <a:rPr lang="en-US" b="1" dirty="0"/>
              <a:t>memorize training data</a:t>
            </a:r>
            <a:endParaRPr lang="en-US" dirty="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Generalization to unseen data becomes poor (overfitting)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</a:t>
            </a:r>
            <a:r>
              <a:rPr lang="en-US" b="1" dirty="0"/>
              <a:t>Regularization adds a penalty term</a:t>
            </a:r>
            <a:r>
              <a:rPr lang="en-US" dirty="0"/>
              <a:t> to the loss so the model prefers </a:t>
            </a:r>
            <a:r>
              <a:rPr lang="en-US" i="1" dirty="0"/>
              <a:t>simpler</a:t>
            </a:r>
            <a:r>
              <a:rPr lang="en-US" dirty="0"/>
              <a:t> solutions.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600015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CAFE7-BE09-B9DC-0D2B-04F339B48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EDDD20-3E75-0D73-C610-B720CEDE5F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b="1" dirty="0"/>
                  <a:t>How it affects backpropagation</a:t>
                </a:r>
              </a:p>
              <a:p>
                <a:r>
                  <a:rPr lang="en-IN" dirty="0"/>
                  <a:t>During backpropagation, gradients are computed for </a:t>
                </a:r>
                <a:r>
                  <a:rPr lang="en-IN" b="1" dirty="0"/>
                  <a:t>both</a:t>
                </a:r>
                <a:r>
                  <a:rPr lang="en-IN" dirty="0"/>
                  <a:t> terms: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1"/>
                          <m:t>Loss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</m:d>
                  </m:oMath>
                </a14:m>
                <a:endParaRPr lang="ar-AE" b="0" dirty="0"/>
              </a:p>
              <a:p>
                <a:r>
                  <a:rPr lang="en-IN" dirty="0"/>
                  <a:t>So weight updates become: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>
                        <a:latin typeface="Cambria Math" panose="02040503050406030204" pitchFamily="18" charset="0"/>
                      </a:rPr>
                      <m:t>:=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m:rPr>
                                <m:nor/>
                              </m:rPr>
                              <a:rPr lang="en-IN" i="1"/>
                              <m:t>Loss</m:t>
                            </m:r>
                          </m:num>
                          <m:den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den>
                        </m:f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</m:num>
                          <m:den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den>
                        </m:f>
                      </m:e>
                    </m:d>
                  </m:oMath>
                </a14:m>
                <a:endParaRPr lang="ar-AE" b="0" dirty="0"/>
              </a:p>
              <a:p>
                <a:r>
                  <a:rPr lang="en-IN" dirty="0"/>
                  <a:t> This </a:t>
                </a:r>
                <a:r>
                  <a:rPr lang="en-IN" b="1" dirty="0"/>
                  <a:t>pushes weights toward smaller values</a:t>
                </a:r>
                <a:r>
                  <a:rPr lang="en-IN" dirty="0"/>
                  <a:t>, reducing overfitting.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EDDD20-3E75-0D73-C610-B720CEDE5F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0" t="-20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053807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06D7D-92A8-962D-179E-0DE1C6FE9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Regularization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9F2F6-4723-1FE0-0566-C090A41A8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842" y="1493520"/>
            <a:ext cx="10201275" cy="463275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Overfitting Scenario</a:t>
            </a:r>
          </a:p>
          <a:p>
            <a:r>
              <a:rPr lang="en-US" dirty="0"/>
              <a:t>Training loss ↓</a:t>
            </a:r>
          </a:p>
          <a:p>
            <a:r>
              <a:rPr lang="en-US" dirty="0"/>
              <a:t>Validation loss ↑</a:t>
            </a:r>
          </a:p>
          <a:p>
            <a:r>
              <a:rPr lang="en-US" dirty="0"/>
              <a:t>Model memorizes noise instead of learning structure</a:t>
            </a:r>
          </a:p>
          <a:p>
            <a:r>
              <a:rPr lang="en-US" b="1" dirty="0"/>
              <a:t>Root Causes</a:t>
            </a:r>
          </a:p>
          <a:p>
            <a:r>
              <a:rPr lang="en-US" dirty="0"/>
              <a:t>Too many parameters</a:t>
            </a:r>
          </a:p>
          <a:p>
            <a:r>
              <a:rPr lang="en-US" dirty="0"/>
              <a:t>Small dataset</a:t>
            </a:r>
          </a:p>
          <a:p>
            <a:r>
              <a:rPr lang="en-US" dirty="0"/>
              <a:t>Noisy data</a:t>
            </a:r>
          </a:p>
          <a:p>
            <a:r>
              <a:rPr lang="en-US" dirty="0"/>
              <a:t>Deep architectures</a:t>
            </a:r>
          </a:p>
          <a:p>
            <a:r>
              <a:rPr lang="en-US" dirty="0"/>
              <a:t>Regularization acts as a </a:t>
            </a:r>
            <a:r>
              <a:rPr lang="en-US" b="1" dirty="0"/>
              <a:t>penalty or constraint</a:t>
            </a:r>
            <a:r>
              <a:rPr lang="en-US" dirty="0"/>
              <a:t> to control this behavior.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20836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99A70-812D-EF70-2834-918F17238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CBEACA-CCF8-57D9-EAF9-807B1CB2B7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3760" y="1412240"/>
                <a:ext cx="10353357" cy="471403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IN" b="1" dirty="0"/>
                  <a:t>L2 Regularization (Weight Decay)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ar-AE" dirty="0"/>
              </a:p>
              <a:p>
                <a:r>
                  <a:rPr lang="en-IN" b="1" dirty="0"/>
                  <a:t>Added loss</a:t>
                </a:r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nor/>
                          </m:rPr>
                          <a:rPr lang="en-IN" i="1"/>
                          <m:t>data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𝜆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ar-AE" b="0" dirty="0"/>
              </a:p>
              <a:p>
                <a:r>
                  <a:rPr lang="en-IN" b="1" dirty="0"/>
                  <a:t>Effect</a:t>
                </a:r>
                <a:endParaRPr lang="en-IN" dirty="0"/>
              </a:p>
              <a:p>
                <a:r>
                  <a:rPr lang="en-IN" dirty="0"/>
                  <a:t>Penalizes large weights</a:t>
                </a:r>
              </a:p>
              <a:p>
                <a:r>
                  <a:rPr lang="en-IN" dirty="0"/>
                  <a:t>Keeps all weights small (not zero)</a:t>
                </a:r>
              </a:p>
              <a:p>
                <a:r>
                  <a:rPr lang="en-IN" dirty="0"/>
                  <a:t>Produces smooth decision boundaries</a:t>
                </a:r>
              </a:p>
              <a:p>
                <a:r>
                  <a:rPr lang="en-IN" b="1" dirty="0"/>
                  <a:t>Used in:</a:t>
                </a:r>
                <a:r>
                  <a:rPr lang="en-IN" dirty="0"/>
                  <a:t> Most deep learning models</a:t>
                </a:r>
                <a:br>
                  <a:rPr lang="en-IN" dirty="0"/>
                </a:b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CBEACA-CCF8-57D9-EAF9-807B1CB2B7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3760" y="1412240"/>
                <a:ext cx="10353357" cy="4714030"/>
              </a:xfrm>
              <a:blipFill>
                <a:blip r:embed="rId2"/>
                <a:stretch>
                  <a:fillRect l="-765" t="-21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941687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1CBB8-F9C3-00F1-2C74-60DE2D04A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0ADDDB-B807-7B82-34FD-0F89FBD136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Gradient update:</a:t>
                </a:r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ℒ</m:t>
                            </m:r>
                          </m:num>
                          <m:den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den>
                        </m:f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0ADDDB-B807-7B82-34FD-0F89FBD136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0" t="-20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64587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D8626-A4D1-3EF8-247A-D6F8E93D5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C307C0-F2B1-4E66-D924-7448D54F87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5842" y="1442720"/>
                <a:ext cx="10201275" cy="468355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IN" b="1" dirty="0"/>
                  <a:t>Regularized Loss Calculation</a:t>
                </a:r>
              </a:p>
              <a:p>
                <a:r>
                  <a:rPr lang="en-IN" b="1" dirty="0"/>
                  <a:t>Given:</a:t>
                </a:r>
                <a:endParaRPr lang="en-IN" dirty="0"/>
              </a:p>
              <a:p>
                <a:r>
                  <a:rPr lang="en-IN" dirty="0"/>
                  <a:t>Weights: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en-IN" dirty="0"/>
                  <a:t>Original loss: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ℒ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N" dirty="0"/>
              </a:p>
              <a:p>
                <a:r>
                  <a:rPr lang="en-IN" b="1" dirty="0"/>
                  <a:t>Formula:</a:t>
                </a:r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𝑟𝑒𝑔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ar-AE" dirty="0"/>
              </a:p>
              <a:p>
                <a:r>
                  <a:rPr lang="en-IN" b="1" dirty="0"/>
                  <a:t>Solution:</a:t>
                </a:r>
                <a:endParaRPr lang="en-IN" dirty="0"/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14</m:t>
                        </m:r>
                      </m:e>
                    </m:d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𝑟𝑒𝑔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7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borderBox>
                      <m:borderBox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borderBox>
                  </m:oMath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C307C0-F2B1-4E66-D924-7448D54F87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5842" y="1442720"/>
                <a:ext cx="10201275" cy="4683550"/>
              </a:xfrm>
              <a:blipFill>
                <a:blip r:embed="rId2"/>
                <a:stretch>
                  <a:fillRect l="-5317" t="-2734" b="-105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107292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3BAAE-E91C-9E70-3E43-1186BAA6B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EBE051-1098-AD23-63DE-809F0E6172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5842" y="1473200"/>
                <a:ext cx="10201275" cy="465307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IN" b="1" dirty="0"/>
                  <a:t>Weight Update with L2 Regularization</a:t>
                </a:r>
              </a:p>
              <a:p>
                <a:r>
                  <a:rPr lang="en-IN" b="1" dirty="0"/>
                  <a:t>Given:</a:t>
                </a:r>
                <a:endParaRPr lang="en-IN" dirty="0"/>
              </a:p>
              <a:p>
                <a:r>
                  <a:rPr lang="en-IN" dirty="0"/>
                  <a:t>Gradient from data loss: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ℒ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ar-AE" dirty="0"/>
              </a:p>
              <a:p>
                <a:r>
                  <a:rPr lang="en-IN" dirty="0"/>
                  <a:t>Current weight: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IN" dirty="0"/>
              </a:p>
              <a:p>
                <a:r>
                  <a:rPr lang="en-IN" dirty="0"/>
                  <a:t>Learning rate: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01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N" dirty="0"/>
              </a:p>
              <a:p>
                <a:r>
                  <a:rPr lang="en-IN" b="1" dirty="0"/>
                  <a:t>Gradient with L2:</a:t>
                </a:r>
                <a:endParaRPr lang="en-IN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𝑟𝑒𝑔</m:t>
                            </m:r>
                          </m:sub>
                        </m:sSub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ar-AE" dirty="0"/>
              </a:p>
              <a:p>
                <a:r>
                  <a:rPr lang="en-IN" b="1" dirty="0"/>
                  <a:t>Update:</a:t>
                </a:r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01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borderBox>
                      <m:borderBox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955</m:t>
                        </m:r>
                      </m:e>
                    </m:borderBox>
                  </m:oMath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EBE051-1098-AD23-63DE-809F0E6172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5842" y="1473200"/>
                <a:ext cx="10201275" cy="4653070"/>
              </a:xfrm>
              <a:blipFill>
                <a:blip r:embed="rId2"/>
                <a:stretch>
                  <a:fillRect l="-1673" t="-27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757695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190B7-CEAC-A3A9-CFF7-2FA5F7051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FE3E62-AD04-D85F-EBF9-F9753CE1A3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b="1" dirty="0"/>
                  <a:t>L1 Regularization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</m:nary>
                    <m:r>
                      <a:rPr lang="ar-AE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endParaRPr lang="ar-AE" dirty="0"/>
              </a:p>
              <a:p>
                <a:r>
                  <a:rPr lang="en-IN" b="1" dirty="0"/>
                  <a:t>Effect</a:t>
                </a:r>
                <a:endParaRPr lang="en-IN" dirty="0"/>
              </a:p>
              <a:p>
                <a:r>
                  <a:rPr lang="en-IN" dirty="0"/>
                  <a:t>Forces many weights to exactly zero</a:t>
                </a:r>
              </a:p>
              <a:p>
                <a:r>
                  <a:rPr lang="en-IN" dirty="0"/>
                  <a:t>Performs </a:t>
                </a:r>
                <a:r>
                  <a:rPr lang="en-IN" b="1" dirty="0"/>
                  <a:t>feature selection</a:t>
                </a:r>
                <a:endParaRPr lang="en-IN" dirty="0"/>
              </a:p>
              <a:p>
                <a:r>
                  <a:rPr lang="en-IN" dirty="0"/>
                  <a:t>Creates sparse models</a:t>
                </a:r>
              </a:p>
              <a:p>
                <a:r>
                  <a:rPr lang="en-IN" b="1" dirty="0"/>
                  <a:t>Used in:</a:t>
                </a:r>
                <a:r>
                  <a:rPr lang="en-IN" dirty="0"/>
                  <a:t> High-dimensional data</a:t>
                </a:r>
                <a:br>
                  <a:rPr lang="en-IN" dirty="0"/>
                </a:b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FE3E62-AD04-D85F-EBF9-F9753CE1A3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79" t="-28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595108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26A5B-E098-86A2-024A-2D8E95696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6F4367-93AF-A457-A590-9B195B3E35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Effect on Gradients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6F4367-93AF-A457-A590-9B195B3E35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0" t="-20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239584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B8E33-30A7-6EA6-A283-F3DC0B8A5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04EC73-808B-72DE-7A85-FB51BD48C0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5842" y="1463040"/>
                <a:ext cx="10201275" cy="466323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IN" b="1" dirty="0"/>
                  <a:t>Regularized Loss with L1</a:t>
                </a:r>
              </a:p>
              <a:p>
                <a:r>
                  <a:rPr lang="en-IN" b="1" dirty="0"/>
                  <a:t>Given:</a:t>
                </a:r>
                <a:endParaRPr lang="en-IN" dirty="0"/>
              </a:p>
              <a:p>
                <a:r>
                  <a:rPr lang="en-IN" dirty="0"/>
                  <a:t>Weights: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[-2,0.5,1] </a:t>
                </a:r>
              </a:p>
              <a:p>
                <a:r>
                  <a:rPr lang="en-IN" dirty="0"/>
                  <a:t>Original loss = 4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IN" dirty="0"/>
              </a:p>
              <a:p>
                <a:r>
                  <a:rPr lang="en-IN" b="1" dirty="0"/>
                  <a:t>Formula:</a:t>
                </a:r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𝑟𝑒𝑔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𝜆</m:t>
                    </m:r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</m:nary>
                    <m:r>
                      <a:rPr lang="ar-AE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endParaRPr lang="ar-AE" dirty="0"/>
              </a:p>
              <a:p>
                <a:r>
                  <a:rPr lang="en-IN" b="1" dirty="0"/>
                  <a:t>Solution:</a:t>
                </a:r>
                <a:endParaRPr lang="en-IN" dirty="0"/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</m:nary>
                    <m:r>
                      <a:rPr lang="ar-AE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∣=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𝑟𝑒𝑔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borderBox>
                      <m:borderBox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borderBox>
                  </m:oMath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04EC73-808B-72DE-7A85-FB51BD48C0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5842" y="1463040"/>
                <a:ext cx="10201275" cy="4663230"/>
              </a:xfrm>
              <a:blipFill>
                <a:blip r:embed="rId2"/>
                <a:stretch>
                  <a:fillRect l="-4122" t="-2222" b="-47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816453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C6A26-8D72-B3B1-B267-9596189EA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2C378-44D4-C711-C140-B129266D19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5842" y="1422400"/>
                <a:ext cx="10201275" cy="4703870"/>
              </a:xfrm>
            </p:spPr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b="1" dirty="0"/>
                  <a:t>Gradient with L1 Regularization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b="1" dirty="0"/>
                  <a:t>Given:</a:t>
                </a:r>
                <a:endParaRPr lang="en-I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dirty="0"/>
                  <a:t>Weight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IN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I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dirty="0"/>
                  <a:t>Learning rate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dirty="0"/>
                  <a:t>Data gradient = 2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I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b="1" dirty="0"/>
                  <a:t>Gradient of L1 term:</a:t>
                </a:r>
                <a:endParaRPr lang="en-I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b="1" dirty="0"/>
                  <a:t>Total gradient:</a:t>
                </a:r>
                <a:endParaRPr lang="en-I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b="1" dirty="0"/>
                  <a:t>Updated weight:</a:t>
                </a:r>
                <a:endParaRPr lang="en-I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borderBox>
                      <m:borderBox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borderBox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dirty="0"/>
                  <a:t> </a:t>
                </a:r>
                <a:r>
                  <a:rPr lang="en-IN" b="1" dirty="0"/>
                  <a:t>Key Point:</a:t>
                </a:r>
                <a:r>
                  <a:rPr lang="en-IN" dirty="0"/>
                  <a:t> L1 pushes weights aggressively toward zero.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2C378-44D4-C711-C140-B129266D19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5842" y="1422400"/>
                <a:ext cx="10201275" cy="4703870"/>
              </a:xfrm>
              <a:blipFill>
                <a:blip r:embed="rId2"/>
                <a:stretch>
                  <a:fillRect l="-1493" t="-6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420959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94057-0D90-AF2A-5FFE-A961C9E05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137BDC-134C-928E-DF4E-518AD8BD9C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Elastic Net Regularization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𝛼</m:t>
                    </m:r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</m:nary>
                    <m:r>
                      <a:rPr lang="ar-AE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∣+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ar-AE" dirty="0"/>
              </a:p>
              <a:p>
                <a:r>
                  <a:rPr lang="en-IN" b="1" dirty="0"/>
                  <a:t>Effect</a:t>
                </a:r>
                <a:endParaRPr lang="en-IN" dirty="0"/>
              </a:p>
              <a:p>
                <a:r>
                  <a:rPr lang="en-IN" dirty="0"/>
                  <a:t>Combines L1 + L2</a:t>
                </a:r>
              </a:p>
              <a:p>
                <a:r>
                  <a:rPr lang="en-IN" dirty="0"/>
                  <a:t>Balances sparsity and stability</a:t>
                </a:r>
              </a:p>
              <a:p>
                <a:r>
                  <a:rPr lang="en-IN" b="1" dirty="0"/>
                  <a:t>Used in:</a:t>
                </a:r>
                <a:r>
                  <a:rPr lang="en-IN" dirty="0"/>
                  <a:t> When features are correlated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137BDC-134C-928E-DF4E-518AD8BD9C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0" t="-20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237112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CC53C-0ABD-80FC-D3DB-518990178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E2C005-FF87-E0CA-8E50-4153B8F61C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IN" b="1" dirty="0"/>
                  <a:t>Elastic Net Loss</a:t>
                </a:r>
              </a:p>
              <a:p>
                <a:r>
                  <a:rPr lang="en-IN" b="1" dirty="0"/>
                  <a:t>Given:</a:t>
                </a:r>
                <a:endParaRPr lang="en-IN" dirty="0"/>
              </a:p>
              <a:p>
                <a:r>
                  <a:rPr lang="en-IN" dirty="0"/>
                  <a:t>Weights: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en-IN" dirty="0"/>
                  <a:t>Original loss = 3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ar-AE" dirty="0"/>
              </a:p>
              <a:p>
                <a:r>
                  <a:rPr lang="en-IN" b="1" dirty="0"/>
                  <a:t>Solution:</a:t>
                </a:r>
                <a:endParaRPr lang="en-IN" dirty="0"/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</m:nary>
                    <m:r>
                      <a:rPr lang="ar-AE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∣=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𝑟𝑒𝑔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borderBox>
                      <m:borderBox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borderBox>
                  </m:oMath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E2C005-FF87-E0CA-8E50-4153B8F61C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42" t="-2457" b="-8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414393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8875A-602A-A313-0D1A-6BBE332AF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19512D-5786-86E4-693A-6ED64D97CB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68717" y="1645920"/>
                <a:ext cx="10058400" cy="448035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IN" b="1" dirty="0"/>
                  <a:t>Dropout Regularization</a:t>
                </a:r>
              </a:p>
              <a:p>
                <a:r>
                  <a:rPr lang="en-IN" dirty="0"/>
                  <a:t>Randomly drops neurons during training.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i="1"/>
                                <m:t>with</m:t>
                              </m:r>
                              <m:r>
                                <m:rPr>
                                  <m:nor/>
                                </m:rPr>
                                <a:rPr lang="en-IN" i="1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IN" i="1"/>
                                <m:t>probability</m:t>
                              </m:r>
                              <m:r>
                                <m:rPr>
                                  <m:nor/>
                                </m:rPr>
                                <a:rPr lang="en-IN" i="1"/>
                                <m:t> 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den>
                              </m:f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i="1"/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AE" b="0" dirty="0"/>
              </a:p>
              <a:p>
                <a:r>
                  <a:rPr lang="en-IN" b="1" dirty="0"/>
                  <a:t>Effect</a:t>
                </a:r>
                <a:endParaRPr lang="en-IN" dirty="0"/>
              </a:p>
              <a:p>
                <a:r>
                  <a:rPr lang="en-IN" dirty="0"/>
                  <a:t>Prevents neuron co-adaptation</a:t>
                </a:r>
              </a:p>
              <a:p>
                <a:r>
                  <a:rPr lang="en-IN" dirty="0"/>
                  <a:t>Acts like model averaging</a:t>
                </a:r>
              </a:p>
              <a:p>
                <a:r>
                  <a:rPr lang="en-IN" b="1" dirty="0"/>
                  <a:t>Used in:</a:t>
                </a:r>
                <a:r>
                  <a:rPr lang="en-IN" dirty="0"/>
                  <a:t> Deep neural networks, CNNs</a:t>
                </a:r>
                <a:br>
                  <a:rPr lang="en-IN" dirty="0"/>
                </a:br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19512D-5786-86E4-693A-6ED64D97CB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68717" y="1645920"/>
                <a:ext cx="10058400" cy="4480350"/>
              </a:xfrm>
              <a:blipFill>
                <a:blip r:embed="rId2"/>
                <a:stretch>
                  <a:fillRect l="-970" t="-25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303104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0D884-C9CA-D475-B42F-B7E037CBF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8A113C-6186-638F-FF5B-5F25F93CF0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463040"/>
                <a:ext cx="10129837" cy="466323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IN" b="1" dirty="0"/>
                  <a:t>Dropout Scaling</a:t>
                </a:r>
              </a:p>
              <a:p>
                <a:r>
                  <a:rPr lang="en-IN" b="1" dirty="0"/>
                  <a:t>Given:</a:t>
                </a:r>
                <a:endParaRPr lang="en-IN" dirty="0"/>
              </a:p>
              <a:p>
                <a:r>
                  <a:rPr lang="en-IN" dirty="0"/>
                  <a:t>Activation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lang="en-IN" dirty="0"/>
              </a:p>
              <a:p>
                <a:r>
                  <a:rPr lang="en-IN" dirty="0"/>
                  <a:t>Dropout probability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IN" dirty="0"/>
              </a:p>
              <a:p>
                <a:r>
                  <a:rPr lang="en-IN" dirty="0"/>
                  <a:t>Neuron survives</a:t>
                </a:r>
              </a:p>
              <a:p>
                <a:r>
                  <a:rPr lang="en-IN" b="1" dirty="0"/>
                  <a:t>Formula:</a:t>
                </a:r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𝑠𝑐𝑎𝑙𝑒𝑑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endParaRPr lang="ar-AE" dirty="0"/>
              </a:p>
              <a:p>
                <a:r>
                  <a:rPr lang="en-IN" b="1" dirty="0"/>
                  <a:t>Solution:</a:t>
                </a:r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𝑠𝑐𝑎𝑙𝑒𝑑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borderBox>
                      <m:borderBox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borderBox>
                  </m:oMath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dirty="0"/>
                  <a:t> Maintains expected activation value.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8A113C-6186-638F-FF5B-5F25F93CF0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463040"/>
                <a:ext cx="10129837" cy="4663230"/>
              </a:xfrm>
              <a:blipFill>
                <a:blip r:embed="rId2"/>
                <a:stretch>
                  <a:fillRect l="-1083" t="-27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1035335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735AD-6310-22D9-7CDB-8D5E81AFC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360" y="1595120"/>
            <a:ext cx="4765040" cy="456120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/>
              <a:t>5. Early Stopping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Stop training when validation loss starts increasing.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b="1" dirty="0"/>
              <a:t>Effect</a:t>
            </a:r>
            <a:endParaRPr lang="en-IN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Prevents overfitting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Saves computation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b="1" dirty="0"/>
              <a:t>Used in:</a:t>
            </a:r>
            <a:r>
              <a:rPr lang="en-IN" dirty="0"/>
              <a:t> Practical ML pipelines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6C1217E-124A-FB8E-CAA7-329EAA276A46}"/>
              </a:ext>
            </a:extLst>
          </p:cNvPr>
          <p:cNvSpPr txBox="1">
            <a:spLocks/>
          </p:cNvSpPr>
          <p:nvPr/>
        </p:nvSpPr>
        <p:spPr>
          <a:xfrm>
            <a:off x="6380480" y="1564956"/>
            <a:ext cx="5293360" cy="456120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None/>
            </a:pPr>
            <a:r>
              <a:rPr lang="en-IN" b="1" dirty="0"/>
              <a:t>6. Data Augmentation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Create new training samples.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Examples: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Image rotation, flipping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Noise injection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Scaling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b="1" dirty="0"/>
              <a:t>Effect</a:t>
            </a:r>
            <a:endParaRPr lang="en-IN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Improves generalization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Increases effective dataset size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b="1" dirty="0"/>
              <a:t>Used in:</a:t>
            </a:r>
            <a:r>
              <a:rPr lang="en-IN" dirty="0"/>
              <a:t> CNNs, vision task</a:t>
            </a:r>
          </a:p>
        </p:txBody>
      </p:sp>
    </p:spTree>
    <p:extLst>
      <p:ext uri="{BB962C8B-B14F-4D97-AF65-F5344CB8AC3E}">
        <p14:creationId xmlns:p14="http://schemas.microsoft.com/office/powerpoint/2010/main" val="90361717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6B97A61-A1F1-2C29-747C-0F7C98D2CC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9265783"/>
              </p:ext>
            </p:extLst>
          </p:nvPr>
        </p:nvGraphicFramePr>
        <p:xfrm>
          <a:off x="1168400" y="2919889"/>
          <a:ext cx="10058400" cy="219456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8572328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556412953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7870098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Epoch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Train Loss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 Loss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41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1359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823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16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01943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5E2983A9-B229-2F7D-2BE6-46C1A931C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730" y="1457937"/>
            <a:ext cx="100584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Early Stopping Epoch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 loss increases after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epoch 3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Stop at epoch 3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07527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5B969-E38E-2E2B-6B55-8A17AF77B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5FBF1-E95D-2684-EE76-CF616ACE2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23135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91E74-E762-6EF2-A4D5-654E8F195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238736-8FDF-BF84-781A-301A4178CB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7. Max-Norm Regularization</a:t>
                </a:r>
              </a:p>
              <a:p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∥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ar-AE" dirty="0"/>
              </a:p>
              <a:p>
                <a:r>
                  <a:rPr lang="en-IN" b="1" dirty="0"/>
                  <a:t>Effect</a:t>
                </a:r>
                <a:endParaRPr lang="en-IN" dirty="0"/>
              </a:p>
              <a:p>
                <a:r>
                  <a:rPr lang="en-IN" dirty="0"/>
                  <a:t>Restricts weight magnitude</a:t>
                </a:r>
              </a:p>
              <a:p>
                <a:r>
                  <a:rPr lang="en-IN" dirty="0"/>
                  <a:t>Prevents exploding weights</a:t>
                </a:r>
              </a:p>
              <a:p>
                <a:r>
                  <a:rPr lang="en-IN" b="1" dirty="0"/>
                  <a:t>Used in:</a:t>
                </a:r>
                <a:r>
                  <a:rPr lang="en-IN" dirty="0"/>
                  <a:t> RNNs, deep networks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238736-8FDF-BF84-781A-301A4178CB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79" t="-20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8162884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23F33-A2B0-CCCB-B823-076387C02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785AEC-E1AC-907E-F603-D6E4AF2E8F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8. Label Smoothing</a:t>
                </a:r>
              </a:p>
              <a:p>
                <a:r>
                  <a:rPr lang="en-US" dirty="0"/>
                  <a:t>Replace hard labels with soft labels.</a:t>
                </a:r>
              </a:p>
              <a:p>
                <a:r>
                  <a:rPr lang="en-US" dirty="0"/>
                  <a:t>Example: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i="1"/>
                      <m:t>  </m:t>
                    </m:r>
                    <m:r>
                      <m:rPr>
                        <m:nor/>
                      </m:rPr>
                      <a:rPr lang="en-US" i="1"/>
                      <m:t>others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b="0" dirty="0"/>
              </a:p>
              <a:p>
                <a:r>
                  <a:rPr lang="en-US" b="1" dirty="0"/>
                  <a:t>Effect</a:t>
                </a:r>
                <a:endParaRPr lang="en-US" dirty="0"/>
              </a:p>
              <a:p>
                <a:r>
                  <a:rPr lang="en-US" dirty="0"/>
                  <a:t>Reduces overconfidence</a:t>
                </a:r>
              </a:p>
              <a:p>
                <a:r>
                  <a:rPr lang="en-US" dirty="0"/>
                  <a:t>Improves calibration</a:t>
                </a:r>
              </a:p>
              <a:p>
                <a:r>
                  <a:rPr lang="en-US" b="1" dirty="0"/>
                  <a:t>Used in:</a:t>
                </a:r>
                <a:r>
                  <a:rPr lang="en-US" dirty="0"/>
                  <a:t> Classification, Transformers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785AEC-E1AC-907E-F603-D6E4AF2E8F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79" t="-20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8720774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C3AA-53B6-D92F-11FF-6C4F06EA4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BC69D-836F-8E72-A6AE-CF2B60E08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760" y="1686560"/>
            <a:ext cx="10353357" cy="4439710"/>
          </a:xfrm>
        </p:spPr>
        <p:txBody>
          <a:bodyPr>
            <a:normAutofit/>
          </a:bodyPr>
          <a:lstStyle/>
          <a:p>
            <a:r>
              <a:rPr lang="en-US" b="1" dirty="0"/>
              <a:t>9. Batch Normalization (Indirect Regularization)</a:t>
            </a:r>
          </a:p>
          <a:p>
            <a:r>
              <a:rPr lang="en-US" dirty="0"/>
              <a:t>Normalizes layer activations.</a:t>
            </a:r>
          </a:p>
          <a:p>
            <a:r>
              <a:rPr lang="en-US" b="1" dirty="0"/>
              <a:t>Effect</a:t>
            </a:r>
            <a:endParaRPr lang="en-US" dirty="0"/>
          </a:p>
          <a:p>
            <a:r>
              <a:rPr lang="en-US" dirty="0"/>
              <a:t>Adds noise during training</a:t>
            </a:r>
          </a:p>
          <a:p>
            <a:r>
              <a:rPr lang="en-US" dirty="0"/>
              <a:t>Improves stability</a:t>
            </a:r>
          </a:p>
          <a:p>
            <a:r>
              <a:rPr lang="en-US" dirty="0"/>
              <a:t>Acts as a </a:t>
            </a:r>
            <a:r>
              <a:rPr lang="en-US" dirty="0" err="1"/>
              <a:t>regularizer</a:t>
            </a:r>
            <a:endParaRPr lang="en-US" dirty="0"/>
          </a:p>
          <a:p>
            <a:r>
              <a:rPr lang="en-US" b="1" dirty="0"/>
              <a:t>Used in:</a:t>
            </a:r>
            <a:r>
              <a:rPr lang="en-US" dirty="0"/>
              <a:t> Deep CNNs</a:t>
            </a:r>
            <a:br>
              <a:rPr lang="en-US" dirty="0"/>
            </a:br>
            <a:r>
              <a:rPr lang="en-US" b="1" dirty="0"/>
              <a:t>Note:</a:t>
            </a:r>
            <a:r>
              <a:rPr lang="en-US" dirty="0"/>
              <a:t> Not a direct loss penalty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8633417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032DA-49E3-669B-B238-27F40D0E4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D7636-2D40-79FD-22A7-0F6D6F9BA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92162"/>
          </a:xfrm>
        </p:spPr>
        <p:txBody>
          <a:bodyPr/>
          <a:lstStyle/>
          <a:p>
            <a:r>
              <a:rPr lang="en-US"/>
              <a:t>Back Propagation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1BAD9-2FB0-8F43-310B-013947391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4320" y="1463040"/>
            <a:ext cx="9580880" cy="5166360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Adding  a </a:t>
            </a:r>
            <a:r>
              <a:rPr lang="en-US" dirty="0" err="1"/>
              <a:t>regularizer</a:t>
            </a:r>
            <a:r>
              <a:rPr lang="en-US" dirty="0"/>
              <a:t> to the cost function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Lamda</a:t>
            </a:r>
            <a:r>
              <a:rPr lang="en-US" dirty="0"/>
              <a:t> is a </a:t>
            </a:r>
            <a:r>
              <a:rPr lang="en-US" dirty="0" err="1"/>
              <a:t>hyperparameter</a:t>
            </a:r>
            <a:endParaRPr lang="en-US" dirty="0"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9DF5CC22-2F5E-980B-10F6-95BB1B272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2920" y="4055098"/>
            <a:ext cx="3540760" cy="1817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492F0103-84F1-D4F3-3F00-B95DC6C216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50479" y="1295400"/>
            <a:ext cx="2055495" cy="1812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61556872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3280" y="533401"/>
            <a:ext cx="9367520" cy="5592763"/>
          </a:xfrm>
        </p:spPr>
        <p:txBody>
          <a:bodyPr/>
          <a:lstStyle/>
          <a:p>
            <a:r>
              <a:rPr lang="en-US" dirty="0"/>
              <a:t>expanding out the cost function in terms of w and b, compute the derivatives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39801" y="1447799"/>
            <a:ext cx="8192379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533400"/>
            <a:ext cx="9216426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1" y="1401870"/>
            <a:ext cx="8307813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1" y="1066800"/>
            <a:ext cx="8307813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769BD-7C0E-F31B-442C-27CF68705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Shallow and Deep Neural Network</a:t>
            </a:r>
            <a:endParaRPr lang="en-IN" dirty="0"/>
          </a:p>
        </p:txBody>
      </p:sp>
      <p:pic>
        <p:nvPicPr>
          <p:cNvPr id="1026" name="Picture 2" descr="Schematic of shallow neural network and deep neural network ...">
            <a:extLst>
              <a:ext uri="{FF2B5EF4-FFF2-40B4-BE49-F238E27FC236}">
                <a16:creationId xmlns:a16="http://schemas.microsoft.com/office/drawing/2014/main" id="{633AD425-41D0-AD69-5D88-7AAFAC2CDBE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4663" y="2021840"/>
            <a:ext cx="9522673" cy="3629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1463174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AB9D4-F532-D2A9-4FD8-D6244524D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90A77-E8D5-1F1C-8FE6-6752B9DAF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760" y="1513840"/>
            <a:ext cx="10342879" cy="4612430"/>
          </a:xfrm>
        </p:spPr>
        <p:txBody>
          <a:bodyPr>
            <a:normAutofit fontScale="92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Shallow network: Few layers, limited feature abstraction, suitable for simple problems.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Deep network: Many layers, hierarchical feature learning, powerful for complex data.</a:t>
            </a:r>
          </a:p>
          <a:p>
            <a:r>
              <a:rPr lang="en-US" b="1" dirty="0"/>
              <a:t>Shallow network</a:t>
            </a:r>
            <a:br>
              <a:rPr lang="en-US" dirty="0"/>
            </a:br>
            <a:r>
              <a:rPr lang="en-US" dirty="0"/>
              <a:t>Learns </a:t>
            </a:r>
            <a:r>
              <a:rPr lang="en-US" b="1" dirty="0"/>
              <a:t>simple patterns</a:t>
            </a:r>
            <a:r>
              <a:rPr lang="en-US" dirty="0"/>
              <a:t> directly from input → output.</a:t>
            </a:r>
            <a:br>
              <a:rPr lang="en-US" dirty="0"/>
            </a:br>
            <a:r>
              <a:rPr lang="en-US" dirty="0"/>
              <a:t>Example: linear or mildly non-linear decision boundaries.</a:t>
            </a:r>
          </a:p>
          <a:p>
            <a:r>
              <a:rPr lang="en-US" b="1" dirty="0"/>
              <a:t>Deep network</a:t>
            </a:r>
            <a:br>
              <a:rPr lang="en-US" dirty="0"/>
            </a:br>
            <a:r>
              <a:rPr lang="en-US" dirty="0"/>
              <a:t>Learns </a:t>
            </a:r>
            <a:r>
              <a:rPr lang="en-US" b="1" dirty="0"/>
              <a:t>features of features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Layer 1: edges / basic patterns</a:t>
            </a:r>
          </a:p>
          <a:p>
            <a:pPr lvl="1"/>
            <a:r>
              <a:rPr lang="en-US" dirty="0"/>
              <a:t>Layer 2: shapes / motifs</a:t>
            </a:r>
          </a:p>
          <a:p>
            <a:pPr lvl="1"/>
            <a:r>
              <a:rPr lang="en-US" dirty="0"/>
              <a:t>Layer 3+: objects / concepts</a:t>
            </a:r>
          </a:p>
          <a:p>
            <a:r>
              <a:rPr lang="en-US" dirty="0"/>
              <a:t>This hierarchy is why deep networks excel at images, speech, and text.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5537563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5EA4D-EA0D-A098-D4F1-927C076BB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A868F9-7D97-F2A9-A037-AA65F21386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Mathematical view</a:t>
                </a:r>
              </a:p>
              <a:p>
                <a:r>
                  <a:rPr lang="en-IN" b="1" dirty="0"/>
                  <a:t>Shallow</a:t>
                </a:r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r>
                  <a:rPr lang="en-IN" b="1" dirty="0"/>
                  <a:t>Deep</a:t>
                </a:r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…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e>
                                      <m:sub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ar-AE" dirty="0"/>
              </a:p>
              <a:p>
                <a:r>
                  <a:rPr lang="en-IN" dirty="0"/>
                  <a:t>Depth increases </a:t>
                </a:r>
                <a:r>
                  <a:rPr lang="en-IN" b="1" dirty="0"/>
                  <a:t>representational power</a:t>
                </a:r>
                <a:r>
                  <a:rPr lang="en-IN" dirty="0"/>
                  <a:t> without exploding width.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A868F9-7D97-F2A9-A037-AA65F21386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79" t="-20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042929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A3B49-CFD0-3FF7-DCFA-1C7D20E50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Typical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C2C55-B05C-31B5-8C0D-D8901346D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522" y="1432560"/>
            <a:ext cx="10180955" cy="4693710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Shallow Networks</a:t>
            </a:r>
            <a:endParaRPr lang="en-IN" dirty="0"/>
          </a:p>
          <a:p>
            <a:r>
              <a:rPr lang="en-IN" dirty="0"/>
              <a:t>Small datasets</a:t>
            </a:r>
          </a:p>
          <a:p>
            <a:r>
              <a:rPr lang="en-IN" dirty="0"/>
              <a:t>Linear / low-complexity problems</a:t>
            </a:r>
          </a:p>
          <a:p>
            <a:r>
              <a:rPr lang="en-IN" dirty="0"/>
              <a:t>Credit scoring (basic)</a:t>
            </a:r>
          </a:p>
          <a:p>
            <a:r>
              <a:rPr lang="en-IN" dirty="0"/>
              <a:t>Simple regression / classification</a:t>
            </a:r>
          </a:p>
          <a:p>
            <a:r>
              <a:rPr lang="en-IN" b="1" dirty="0"/>
              <a:t>Deep Networks</a:t>
            </a:r>
            <a:endParaRPr lang="en-IN" dirty="0"/>
          </a:p>
          <a:p>
            <a:r>
              <a:rPr lang="en-IN" dirty="0"/>
              <a:t>Image recognition (CNNs)</a:t>
            </a:r>
          </a:p>
          <a:p>
            <a:r>
              <a:rPr lang="en-IN" dirty="0"/>
              <a:t>Speech recognition</a:t>
            </a:r>
          </a:p>
          <a:p>
            <a:r>
              <a:rPr lang="en-IN" dirty="0"/>
              <a:t>NLP (Transformers)</a:t>
            </a:r>
          </a:p>
          <a:p>
            <a:r>
              <a:rPr lang="en-IN" dirty="0"/>
              <a:t>Medical imaging</a:t>
            </a:r>
          </a:p>
          <a:p>
            <a:r>
              <a:rPr lang="en-IN" dirty="0"/>
              <a:t>Autonomous driving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4935007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EA42A-9717-A892-3320-2E44E34D0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Training considerations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C3563-82DB-4455-D3A6-13A4C3709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8717" y="1544320"/>
            <a:ext cx="10058400" cy="4581950"/>
          </a:xfrm>
        </p:spPr>
        <p:txBody>
          <a:bodyPr>
            <a:normAutofit/>
          </a:bodyPr>
          <a:lstStyle/>
          <a:p>
            <a:r>
              <a:rPr lang="en-US" b="1" dirty="0"/>
              <a:t>Shallow</a:t>
            </a:r>
            <a:endParaRPr lang="en-US" dirty="0"/>
          </a:p>
          <a:p>
            <a:pPr lvl="1"/>
            <a:r>
              <a:rPr lang="en-US" dirty="0"/>
              <a:t>Rarely suffers from vanishing gradients</a:t>
            </a:r>
          </a:p>
          <a:p>
            <a:pPr lvl="1"/>
            <a:r>
              <a:rPr lang="en-US" dirty="0"/>
              <a:t>Easy to tune</a:t>
            </a:r>
          </a:p>
          <a:p>
            <a:r>
              <a:rPr lang="en-US" b="1" dirty="0"/>
              <a:t>Deep</a:t>
            </a:r>
            <a:endParaRPr lang="en-US" dirty="0"/>
          </a:p>
          <a:p>
            <a:pPr lvl="1"/>
            <a:r>
              <a:rPr lang="en-US" dirty="0"/>
              <a:t>Needs:</a:t>
            </a:r>
          </a:p>
          <a:p>
            <a:pPr lvl="2"/>
            <a:r>
              <a:rPr lang="en-US" dirty="0" err="1"/>
              <a:t>ReLU</a:t>
            </a:r>
            <a:r>
              <a:rPr lang="en-US" dirty="0"/>
              <a:t> / variants</a:t>
            </a:r>
          </a:p>
          <a:p>
            <a:pPr lvl="2"/>
            <a:r>
              <a:rPr lang="en-US" dirty="0"/>
              <a:t>Batch Normalization</a:t>
            </a:r>
          </a:p>
          <a:p>
            <a:pPr lvl="2"/>
            <a:r>
              <a:rPr lang="en-US" dirty="0"/>
              <a:t>Residual connections</a:t>
            </a:r>
          </a:p>
          <a:p>
            <a:pPr lvl="2"/>
            <a:r>
              <a:rPr lang="en-US" dirty="0"/>
              <a:t>Large datasets</a:t>
            </a:r>
          </a:p>
          <a:p>
            <a:pPr lvl="2"/>
            <a:r>
              <a:rPr lang="en-US" dirty="0"/>
              <a:t>GPUs/TPUs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028641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41CF0-0B17-F844-A591-557303844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Optimization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6CB87-B9EF-F008-F126-670A968D6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280" y="1442720"/>
            <a:ext cx="10668317" cy="475488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Optimization in deep learning is the process of </a:t>
            </a:r>
            <a:r>
              <a:rPr lang="en-US" b="1" dirty="0"/>
              <a:t>adjusting model parameters (weights and biases)</a:t>
            </a:r>
            <a:r>
              <a:rPr lang="en-US" dirty="0"/>
              <a:t> to </a:t>
            </a:r>
            <a:r>
              <a:rPr lang="en-US" b="1" dirty="0"/>
              <a:t>minimize a loss function</a:t>
            </a:r>
            <a:r>
              <a:rPr lang="en-US" dirty="0"/>
              <a:t>, thereby improving model performance on a task such as classification, regression, or generation.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 Why Optimization Is Central to Deep Learning</a:t>
            </a:r>
          </a:p>
          <a:p>
            <a:r>
              <a:rPr lang="en-US" b="1" dirty="0"/>
              <a:t>Deep learning models: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Have </a:t>
            </a:r>
            <a:r>
              <a:rPr lang="en-US" b="1" dirty="0"/>
              <a:t>millions of parameters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b="1" dirty="0"/>
              <a:t>non-convex loss surfaces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Are trained on </a:t>
            </a:r>
            <a:r>
              <a:rPr lang="en-US" b="1" dirty="0"/>
              <a:t>large, noisy datasets</a:t>
            </a:r>
            <a:endParaRPr lang="en-US" dirty="0"/>
          </a:p>
          <a:p>
            <a:r>
              <a:rPr lang="en-US" b="1" dirty="0"/>
              <a:t>Optimization determines: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How fast a model learns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Whether it converges at all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Whether it generalizes well or overfits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496389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6DC6E-5420-B2AA-3AFA-FAAB6FCA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3EB64-4BF9-FC78-9A16-D63AA33C2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842" y="1727200"/>
            <a:ext cx="10201275" cy="4399070"/>
          </a:xfrm>
        </p:spPr>
        <p:txBody>
          <a:bodyPr/>
          <a:lstStyle/>
          <a:p>
            <a:r>
              <a:rPr lang="en-US" i="1" dirty="0"/>
              <a:t>Optimization algorithms are responsible for reducing losses and provide most accurate results possible. </a:t>
            </a:r>
          </a:p>
          <a:p>
            <a:r>
              <a:rPr lang="en-US" i="1" dirty="0"/>
              <a:t>The weight is initialized using some initialization strategies and is updated with each epoch according to the equation.</a:t>
            </a:r>
          </a:p>
          <a:p>
            <a:r>
              <a:rPr lang="en-US" i="1" dirty="0"/>
              <a:t>The best results are achieved using some </a:t>
            </a:r>
            <a:r>
              <a:rPr lang="en-US" b="1" i="1" dirty="0"/>
              <a:t>optimization strategies or algorithms </a:t>
            </a:r>
            <a:r>
              <a:rPr lang="en-US" i="1" dirty="0"/>
              <a:t>called Optimizer.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342158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0516B-8B06-7C23-E912-CF2EF9CE4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goal of Optimization in Deep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F2B35-CA63-B320-DF8A-884CDD545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842" y="1270000"/>
            <a:ext cx="10201275" cy="485627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Although optimization may help deep learning by lowering the loss function, the aims of </a:t>
            </a:r>
            <a:r>
              <a:rPr lang="en-US" b="1" dirty="0"/>
              <a:t>optimization and deep learning </a:t>
            </a:r>
            <a:r>
              <a:rPr lang="en-US" dirty="0"/>
              <a:t>are fundamentally different.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former is more </a:t>
            </a:r>
            <a:r>
              <a:rPr lang="en-US" b="1" dirty="0"/>
              <a:t>focused on minimizing an objective</a:t>
            </a:r>
            <a:r>
              <a:rPr lang="en-US" dirty="0"/>
              <a:t>, whereas the latter is more concerned with </a:t>
            </a:r>
            <a:r>
              <a:rPr lang="en-US" b="1" dirty="0"/>
              <a:t>finding a good model</a:t>
            </a:r>
            <a:r>
              <a:rPr lang="en-US" dirty="0"/>
              <a:t> given a finite quantity of data.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Training error and generalization error</a:t>
            </a:r>
            <a:r>
              <a:rPr lang="en-US" dirty="0"/>
              <a:t>, for example, vary in that the </a:t>
            </a:r>
            <a:r>
              <a:rPr lang="en-US" b="1" dirty="0"/>
              <a:t>optimization algorithm's objective function is usually a loss function </a:t>
            </a:r>
            <a:r>
              <a:rPr lang="en-US" dirty="0"/>
              <a:t>based on the training dataset, and the purpose of </a:t>
            </a:r>
            <a:r>
              <a:rPr lang="en-US" b="1" dirty="0"/>
              <a:t>optimization is to minimize training error</a:t>
            </a:r>
            <a:r>
              <a:rPr lang="en-US" dirty="0"/>
              <a:t>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Deep learning (or, to put it another way, statistical inference) aims to </a:t>
            </a:r>
            <a:r>
              <a:rPr lang="en-US" b="1" dirty="0"/>
              <a:t>decrease generalization error.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In order to achieve the latter, we must be aware of overfitting as well as use the optimization procedure to lower the </a:t>
            </a:r>
            <a:r>
              <a:rPr lang="en-US" b="1" dirty="0"/>
              <a:t>training error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577947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93287-33E0-60C3-B170-DC2F2DB2A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Generalization Error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EBE9E7-5FFE-E51C-4670-19C69C4EAC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68717" y="1493520"/>
                <a:ext cx="10058400" cy="4632750"/>
              </a:xfrm>
            </p:spPr>
            <p:txBody>
              <a:bodyPr/>
              <a:lstStyle/>
              <a:p>
                <a:r>
                  <a:rPr lang="en-US" b="1" dirty="0"/>
                  <a:t>Generalization error</a:t>
                </a:r>
                <a:r>
                  <a:rPr lang="en-US" dirty="0"/>
                  <a:t> measures how well a deep learning model performs on </a:t>
                </a:r>
                <a:r>
                  <a:rPr lang="en-US" b="1" dirty="0"/>
                  <a:t>unseen (new) data</a:t>
                </a:r>
                <a:r>
                  <a:rPr lang="en-US" dirty="0"/>
                  <a:t>, compared to how well it performs on the </a:t>
                </a:r>
                <a:r>
                  <a:rPr lang="en-US" b="1" dirty="0"/>
                  <a:t>training data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>
                    <a:highlight>
                      <a:srgbClr val="FFFF00"/>
                    </a:highlight>
                  </a:rPr>
                  <a:t>Generalization Error=Expected Loss on Unseen Data−Training Loss </a:t>
                </a:r>
              </a:p>
              <a:p>
                <a:r>
                  <a:rPr lang="en-US" dirty="0"/>
                  <a:t>In practice, it is often estimated as: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>
                        <a:highlight>
                          <a:srgbClr val="FFFF00"/>
                        </a:highlight>
                      </a:rPr>
                      <m:t>Generalization</m:t>
                    </m:r>
                    <m:r>
                      <m:rPr>
                        <m:nor/>
                      </m:rPr>
                      <a:rPr lang="en-US" b="0" i="1">
                        <a:highlight>
                          <a:srgbClr val="FFFF00"/>
                        </a:highlight>
                      </a:rPr>
                      <m:t> </m:t>
                    </m:r>
                    <m:r>
                      <m:rPr>
                        <m:nor/>
                      </m:rPr>
                      <a:rPr lang="en-US" b="0" i="1">
                        <a:highlight>
                          <a:srgbClr val="FFFF00"/>
                        </a:highlight>
                      </a:rPr>
                      <m:t>Error</m:t>
                    </m:r>
                    <m:r>
                      <a:rPr lang="en-US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nor/>
                      </m:rPr>
                      <a:rPr lang="en-US" i="1">
                        <a:highlight>
                          <a:srgbClr val="FFFF00"/>
                        </a:highlight>
                      </a:rPr>
                      <m:t>Test</m:t>
                    </m:r>
                    <m:r>
                      <m:rPr>
                        <m:nor/>
                      </m:rPr>
                      <a:rPr lang="en-US" i="1">
                        <a:highlight>
                          <a:srgbClr val="FFFF00"/>
                        </a:highlight>
                      </a:rPr>
                      <m:t> </m:t>
                    </m:r>
                    <m:r>
                      <m:rPr>
                        <m:nor/>
                      </m:rPr>
                      <a:rPr lang="en-US" i="1">
                        <a:highlight>
                          <a:srgbClr val="FFFF00"/>
                        </a:highlight>
                      </a:rPr>
                      <m:t>Error</m:t>
                    </m:r>
                    <m:r>
                      <a:rPr lang="en-US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i="1">
                        <a:highlight>
                          <a:srgbClr val="FFFF00"/>
                        </a:highlight>
                      </a:rPr>
                      <m:t>Training</m:t>
                    </m:r>
                    <m:r>
                      <m:rPr>
                        <m:nor/>
                      </m:rPr>
                      <a:rPr lang="en-US" i="1">
                        <a:highlight>
                          <a:srgbClr val="FFFF00"/>
                        </a:highlight>
                      </a:rPr>
                      <m:t> </m:t>
                    </m:r>
                    <m:r>
                      <m:rPr>
                        <m:nor/>
                      </m:rPr>
                      <a:rPr lang="en-US" i="1">
                        <a:highlight>
                          <a:srgbClr val="FFFF00"/>
                        </a:highlight>
                      </a:rPr>
                      <m:t>Error</m:t>
                    </m:r>
                  </m:oMath>
                </a14:m>
                <a:endParaRPr lang="en-US" b="0" dirty="0">
                  <a:highlight>
                    <a:srgbClr val="FFFF00"/>
                  </a:highlight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EBE9E7-5FFE-E51C-4670-19C69C4EAC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68717" y="1493520"/>
                <a:ext cx="10058400" cy="4632750"/>
              </a:xfrm>
              <a:blipFill>
                <a:blip r:embed="rId2"/>
                <a:stretch>
                  <a:fillRect l="-1879" t="-18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821308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5EC26-E3F6-6494-0119-623C4188B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8FE31-4ED2-1589-4BC3-5764923AF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 Generalization Error Happens</a:t>
            </a:r>
          </a:p>
          <a:p>
            <a:r>
              <a:rPr lang="en-US" b="1" dirty="0"/>
              <a:t>Overfitting</a:t>
            </a:r>
            <a:r>
              <a:rPr lang="en-US" dirty="0"/>
              <a:t> – model too complex</a:t>
            </a:r>
          </a:p>
          <a:p>
            <a:r>
              <a:rPr lang="en-US" b="1" dirty="0"/>
              <a:t>Small or biased datasets</a:t>
            </a:r>
            <a:endParaRPr lang="en-US" dirty="0"/>
          </a:p>
          <a:p>
            <a:r>
              <a:rPr lang="en-US" b="1" dirty="0"/>
              <a:t>Noise in training data</a:t>
            </a:r>
            <a:endParaRPr lang="en-US" dirty="0"/>
          </a:p>
          <a:p>
            <a:r>
              <a:rPr lang="en-US" b="1" dirty="0"/>
              <a:t>Too many parameters</a:t>
            </a:r>
            <a:endParaRPr lang="en-US" dirty="0"/>
          </a:p>
          <a:p>
            <a:r>
              <a:rPr lang="en-US" b="1" dirty="0"/>
              <a:t>Data leakage</a:t>
            </a:r>
            <a:endParaRPr lang="en-US" dirty="0"/>
          </a:p>
          <a:p>
            <a:r>
              <a:rPr lang="en-US" b="1" dirty="0"/>
              <a:t>Distribution shift</a:t>
            </a:r>
            <a:r>
              <a:rPr lang="en-US" dirty="0"/>
              <a:t> between train and test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9098774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90FBA-3907-2E54-A317-EF754A21B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B95A0-03AA-6A0F-5229-451A996BE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842" y="1574800"/>
            <a:ext cx="10201275" cy="4551470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Some of the techniques </a:t>
            </a:r>
          </a:p>
          <a:p>
            <a:r>
              <a:rPr lang="en-IN" b="1" dirty="0"/>
              <a:t>· Gradient Descent</a:t>
            </a:r>
            <a:endParaRPr lang="en-IN" i="1" dirty="0"/>
          </a:p>
          <a:p>
            <a:r>
              <a:rPr lang="en-IN" b="1" dirty="0"/>
              <a:t>· Stochastic Gradient Descent (SGD)</a:t>
            </a:r>
            <a:endParaRPr lang="en-IN" i="1" dirty="0"/>
          </a:p>
          <a:p>
            <a:r>
              <a:rPr lang="en-IN" b="1" dirty="0"/>
              <a:t>· Mini-Batch Stochastic Gradient Descent (MB — SGD)</a:t>
            </a:r>
            <a:endParaRPr lang="en-IN" i="1" dirty="0"/>
          </a:p>
          <a:p>
            <a:r>
              <a:rPr lang="en-IN" b="1" dirty="0"/>
              <a:t>· SGD with Momentum</a:t>
            </a:r>
            <a:endParaRPr lang="en-IN" i="1" dirty="0"/>
          </a:p>
          <a:p>
            <a:r>
              <a:rPr lang="en-IN" b="1" dirty="0"/>
              <a:t>· Nesterov Accelerated Gradient (NAG)</a:t>
            </a:r>
            <a:endParaRPr lang="en-IN" i="1" dirty="0"/>
          </a:p>
          <a:p>
            <a:r>
              <a:rPr lang="en-IN" b="1" dirty="0"/>
              <a:t>· Adaptive Gradient (</a:t>
            </a:r>
            <a:r>
              <a:rPr lang="en-IN" b="1" dirty="0" err="1"/>
              <a:t>AdaGrad</a:t>
            </a:r>
            <a:r>
              <a:rPr lang="en-IN" b="1" dirty="0"/>
              <a:t>)</a:t>
            </a:r>
            <a:endParaRPr lang="en-IN" i="1" dirty="0"/>
          </a:p>
          <a:p>
            <a:r>
              <a:rPr lang="en-IN" b="1" dirty="0"/>
              <a:t>· </a:t>
            </a:r>
            <a:r>
              <a:rPr lang="en-IN" b="1" dirty="0" err="1"/>
              <a:t>AdaDelta</a:t>
            </a:r>
            <a:endParaRPr lang="en-IN" i="1" dirty="0"/>
          </a:p>
          <a:p>
            <a:r>
              <a:rPr lang="en-IN" b="1" dirty="0"/>
              <a:t>· </a:t>
            </a:r>
            <a:r>
              <a:rPr lang="en-IN" b="1" dirty="0" err="1"/>
              <a:t>RMSProp</a:t>
            </a:r>
            <a:endParaRPr lang="en-IN" i="1" dirty="0"/>
          </a:p>
          <a:p>
            <a:r>
              <a:rPr lang="en-IN" b="1" dirty="0"/>
              <a:t>· Adam</a:t>
            </a:r>
            <a:endParaRPr lang="en-IN" i="1" dirty="0"/>
          </a:p>
          <a:p>
            <a:r>
              <a:rPr lang="en-IN" b="1" dirty="0"/>
              <a:t>· </a:t>
            </a:r>
            <a:r>
              <a:rPr lang="en-IN" b="1" dirty="0" err="1"/>
              <a:t>Nadam</a:t>
            </a:r>
            <a:endParaRPr lang="en-IN" i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6412081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7AE17-372C-C3B6-DDDE-1CBAA21D5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Optimization Challenges in Deep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E3CC9-7C94-23F5-7B3C-B0C82F0F1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8717" y="1513840"/>
            <a:ext cx="10058400" cy="461243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b="1"/>
              <a:t>Local </a:t>
            </a:r>
            <a:r>
              <a:rPr lang="en-US" sz="2800" b="1" dirty="0"/>
              <a:t>minima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Saddle points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Vanishing gradients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612638107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4FA1F-4D76-7BEF-0DFC-2F819DEB0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Local minima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4A144E-9CFA-0F46-7F26-BBB2E86E74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02640" y="1493520"/>
                <a:ext cx="10424477" cy="4632750"/>
              </a:xfrm>
            </p:spPr>
            <p:txBody>
              <a:bodyPr>
                <a:normAutofit/>
              </a:bodyPr>
              <a:lstStyle/>
              <a:p>
                <a:r>
                  <a:rPr lang="en-IN" dirty="0"/>
                  <a:t>For any objective function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dirty="0"/>
                  <a:t>, </a:t>
                </a:r>
                <a:r>
                  <a:rPr lang="en-IN" dirty="0"/>
                  <a:t>if the value of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N" dirty="0"/>
                  <a:t>at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is smaller than the values of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N" dirty="0"/>
                  <a:t>at any other points in the vicinity of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dirty="0"/>
                  <a:t>, then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N" dirty="0"/>
                  <a:t>could be a </a:t>
                </a:r>
                <a:r>
                  <a:rPr lang="en-IN" b="1" dirty="0"/>
                  <a:t>local minimum</a:t>
                </a:r>
                <a:r>
                  <a:rPr lang="en-IN" dirty="0"/>
                  <a:t>. </a:t>
                </a:r>
              </a:p>
              <a:p>
                <a:r>
                  <a:rPr lang="en-IN" dirty="0"/>
                  <a:t>If the value of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N" dirty="0"/>
                  <a:t>at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is the minimum of the objective function over the entire domain, then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N" dirty="0"/>
                  <a:t>is the </a:t>
                </a:r>
                <a:r>
                  <a:rPr lang="en-IN" b="1" dirty="0"/>
                  <a:t>global minimum</a:t>
                </a:r>
                <a:r>
                  <a:rPr lang="en-IN" dirty="0"/>
                  <a:t>.</a:t>
                </a:r>
              </a:p>
              <a:p>
                <a:r>
                  <a:rPr lang="en-IN" dirty="0"/>
                  <a:t>For example, given the function</a:t>
                </a:r>
              </a:p>
              <a:p>
                <a:r>
                  <a:rPr lang="en-IN" b="1" dirty="0"/>
                  <a:t>                        f(x)=</a:t>
                </a:r>
                <a:r>
                  <a:rPr lang="en-IN" b="1" dirty="0" err="1"/>
                  <a:t>x⋅cos</a:t>
                </a:r>
                <a:r>
                  <a:rPr lang="en-IN" b="1" dirty="0"/>
                  <a:t>(</a:t>
                </a:r>
                <a:r>
                  <a:rPr lang="el-GR" b="1" dirty="0"/>
                  <a:t>π</a:t>
                </a:r>
                <a:r>
                  <a:rPr lang="en-IN" b="1" dirty="0"/>
                  <a:t>x)             for   −1.0≤x≤2.0,</a:t>
                </a:r>
                <a:endParaRPr lang="ar-AE" b="1" dirty="0"/>
              </a:p>
              <a:p>
                <a:r>
                  <a:rPr lang="en-IN" dirty="0"/>
                  <a:t>we can approximate the </a:t>
                </a:r>
                <a:r>
                  <a:rPr lang="en-IN" b="1" dirty="0"/>
                  <a:t>local minimum</a:t>
                </a:r>
                <a:r>
                  <a:rPr lang="en-IN" dirty="0"/>
                  <a:t> and </a:t>
                </a:r>
                <a:r>
                  <a:rPr lang="en-IN" b="1" dirty="0"/>
                  <a:t>global minimum</a:t>
                </a:r>
                <a:r>
                  <a:rPr lang="en-IN" dirty="0"/>
                  <a:t> of this function.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4A144E-9CFA-0F46-7F26-BBB2E86E74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2640" y="1493520"/>
                <a:ext cx="10424477" cy="4632750"/>
              </a:xfrm>
              <a:blipFill>
                <a:blip r:embed="rId2"/>
                <a:stretch>
                  <a:fillRect l="-936" t="-1974" r="-14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8381581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EC4F-7C7F-75B7-7B0A-EEB37C017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C9F37-9DE0-01CC-E1AE-A5CD1C9A6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23" y="1351280"/>
            <a:ext cx="6482397" cy="477499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objective function of deep learning models usually has many local optima.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When the numerical solution of an optimization problem is </a:t>
            </a:r>
            <a:r>
              <a:rPr lang="en-US" b="1" dirty="0"/>
              <a:t>near the local optimum</a:t>
            </a:r>
            <a:r>
              <a:rPr lang="en-US" dirty="0"/>
              <a:t>, the numerical solution obtained by the final iteration may only </a:t>
            </a:r>
            <a:r>
              <a:rPr lang="en-US" b="1" dirty="0"/>
              <a:t>minimize the objective function </a:t>
            </a:r>
            <a:r>
              <a:rPr lang="en-US" b="1" i="1" dirty="0"/>
              <a:t>locally</a:t>
            </a:r>
            <a:r>
              <a:rPr lang="en-US" dirty="0"/>
              <a:t>, rather than </a:t>
            </a:r>
            <a:r>
              <a:rPr lang="en-US" i="1" dirty="0"/>
              <a:t>globally</a:t>
            </a:r>
            <a:r>
              <a:rPr lang="en-US" dirty="0"/>
              <a:t>, as the gradient of the objective function’s solutions approaches or becomes zero.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Only some degree of noise might knock the parameter out of the local minimum. I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7EB0C3-8C15-2CDC-9C8C-3928FB0F4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260" y="1642570"/>
            <a:ext cx="4788217" cy="3572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179573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C155B-0DDF-3075-861C-71C8F8ADE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2. Saddle Points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4C143B-6FF7-A6FF-866B-2CE80B732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68717" y="1908666"/>
                <a:ext cx="4795203" cy="4217604"/>
              </a:xfrm>
            </p:spPr>
            <p:txBody>
              <a:bodyPr/>
              <a:lstStyle/>
              <a:p>
                <a:r>
                  <a:rPr lang="en-IN" dirty="0"/>
                  <a:t>A </a:t>
                </a:r>
                <a:r>
                  <a:rPr lang="en-IN" b="1" dirty="0"/>
                  <a:t>saddle point</a:t>
                </a:r>
                <a:r>
                  <a:rPr lang="en-IN" dirty="0"/>
                  <a:t> is any location where all gradients of a function vanish but which is neither a global nor a local minimum. </a:t>
                </a:r>
              </a:p>
              <a:p>
                <a:r>
                  <a:rPr lang="en-IN" dirty="0"/>
                  <a:t>Consider the function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ar-AE" dirty="0"/>
                  <a:t>. </a:t>
                </a:r>
                <a:r>
                  <a:rPr lang="en-IN" dirty="0"/>
                  <a:t>Its first and second derivatives vanish for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N" dirty="0"/>
                  <a:t>. Optimization might stall at this point, even though it is not a minimum.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4C143B-6FF7-A6FF-866B-2CE80B732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68717" y="1908666"/>
                <a:ext cx="4795203" cy="4217604"/>
              </a:xfrm>
              <a:blipFill>
                <a:blip r:embed="rId2"/>
                <a:stretch>
                  <a:fillRect l="-2036" t="-2023" r="-44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96A56D4-AFAC-37EC-3FE9-D25463885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060" y="1908666"/>
            <a:ext cx="4890063" cy="364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210206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B9BCF-76A0-3760-F083-CE5287FB6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98ADA-08F8-A31A-25D5-F1470E99D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842" y="1493520"/>
            <a:ext cx="10201275" cy="4632750"/>
          </a:xfrm>
        </p:spPr>
        <p:txBody>
          <a:bodyPr/>
          <a:lstStyle/>
          <a:p>
            <a:pPr marL="447675" indent="-447675">
              <a:buFont typeface="Wingdings" panose="05000000000000000000" pitchFamily="2" charset="2"/>
              <a:buChar char="§"/>
            </a:pPr>
            <a:r>
              <a:rPr lang="en-US" dirty="0"/>
              <a:t>a point at which the </a:t>
            </a:r>
            <a:r>
              <a:rPr lang="en-US" b="1" dirty="0"/>
              <a:t>gradient </a:t>
            </a:r>
            <a:r>
              <a:rPr lang="en-US" dirty="0"/>
              <a:t>is the zero vector is called </a:t>
            </a:r>
            <a:r>
              <a:rPr lang="en-US" b="1" dirty="0"/>
              <a:t>a </a:t>
            </a:r>
            <a:r>
              <a:rPr lang="en-US" b="1" i="1" dirty="0"/>
              <a:t>critical point</a:t>
            </a:r>
            <a:r>
              <a:rPr lang="en-US" i="1" dirty="0"/>
              <a:t>.</a:t>
            </a:r>
          </a:p>
          <a:p>
            <a:pPr marL="447675" indent="-447675">
              <a:buFont typeface="Wingdings" panose="05000000000000000000" pitchFamily="2" charset="2"/>
              <a:buChar char="§"/>
            </a:pPr>
            <a:r>
              <a:rPr lang="en-US" dirty="0"/>
              <a:t>“flat” regions that are potentially pesky but not necessarily deadly are called </a:t>
            </a:r>
            <a:r>
              <a:rPr lang="en-US" b="1" i="1" dirty="0"/>
              <a:t>saddle points.</a:t>
            </a:r>
            <a:endParaRPr lang="en-US" b="1" dirty="0"/>
          </a:p>
          <a:p>
            <a:pPr marL="447675" indent="-447675">
              <a:buFont typeface="Wingdings" panose="05000000000000000000" pitchFamily="2" charset="2"/>
              <a:buChar char="§"/>
            </a:pPr>
            <a:r>
              <a:rPr lang="en-US" dirty="0"/>
              <a:t>a point where the </a:t>
            </a:r>
            <a:r>
              <a:rPr lang="en-US" b="1" dirty="0"/>
              <a:t>derivative is zero</a:t>
            </a:r>
            <a:r>
              <a:rPr lang="en-US" dirty="0"/>
              <a:t>, but the curvature of the function changes, leading to neither </a:t>
            </a:r>
            <a:r>
              <a:rPr lang="en-US" b="1" dirty="0"/>
              <a:t>a local minimum nor a local maximum</a:t>
            </a:r>
          </a:p>
          <a:p>
            <a:pPr marL="447675" indent="-447675">
              <a:buFont typeface="Wingdings" panose="05000000000000000000" pitchFamily="2" charset="2"/>
              <a:buChar char="§"/>
            </a:pPr>
            <a:r>
              <a:rPr lang="en-US" dirty="0"/>
              <a:t>can slow down convergence</a:t>
            </a:r>
          </a:p>
          <a:p>
            <a:pPr marL="447675" indent="-447675">
              <a:buFont typeface="Wingdings" panose="05000000000000000000" pitchFamily="2" charset="2"/>
              <a:buChar char="§"/>
            </a:pPr>
            <a:r>
              <a:rPr lang="en-US" dirty="0"/>
              <a:t>Gradient descent algorithms often get “stuck” in saddle points</a:t>
            </a:r>
          </a:p>
          <a:p>
            <a:pPr marL="447675" indent="-447675">
              <a:buFont typeface="Wingdings" panose="05000000000000000000" pitchFamily="2" charset="2"/>
              <a:buChar char="§"/>
            </a:pPr>
            <a:r>
              <a:rPr lang="en-US" dirty="0"/>
              <a:t>The surface increases in some directions, but decreases in others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211045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5EE1D-B39B-1873-2B52-F6DF6E311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3ED118-0E58-4E54-3F34-CBBE232EB7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Saddle points in higher dimensions are even more insidious, as the example below shows. Consider the function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r>
                  <a:rPr lang="en-IN" dirty="0"/>
                  <a:t>It has its saddle point at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ar-AE" dirty="0"/>
                  <a:t>. </a:t>
                </a:r>
                <a:endParaRPr lang="en-US" dirty="0"/>
              </a:p>
              <a:p>
                <a:r>
                  <a:rPr lang="en-IN" dirty="0"/>
                  <a:t>This is a maximum with respect to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N" dirty="0"/>
                  <a:t> and a minimum with respect to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dirty="0"/>
                  <a:t>.</a:t>
                </a:r>
              </a:p>
              <a:p>
                <a:r>
                  <a:rPr lang="en-IN" dirty="0"/>
                  <a:t> Moreover, it looks like a saddle, which is where this mathematical property got its name.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3ED118-0E58-4E54-3F34-CBBE232EB7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79" t="-2023" r="-6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6958154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03F5-7F0D-9DBA-E76E-0CDAFDAC3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25B71-25D7-18D1-7D55-FA39B395D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842" y="1320800"/>
            <a:ext cx="10201275" cy="4805470"/>
          </a:xfrm>
        </p:spPr>
        <p:txBody>
          <a:bodyPr>
            <a:normAutofit/>
          </a:bodyPr>
          <a:lstStyle/>
          <a:p>
            <a:pPr marL="263525" indent="-263525">
              <a:buFont typeface="Arial" panose="020B0604020202020204" pitchFamily="34" charset="0"/>
              <a:buChar char="•"/>
            </a:pPr>
            <a:r>
              <a:rPr lang="en-US" dirty="0"/>
              <a:t>We assume that the input of a function is a k-dimensional vector and its output is a scalar, so its Hessian matrix will have  eigenvalues. </a:t>
            </a:r>
          </a:p>
          <a:p>
            <a:pPr marL="263525" indent="-263525">
              <a:buFont typeface="Arial" panose="020B0604020202020204" pitchFamily="34" charset="0"/>
              <a:buChar char="•"/>
            </a:pPr>
            <a:r>
              <a:rPr lang="en-US" dirty="0"/>
              <a:t>The solution of the function could be a </a:t>
            </a:r>
            <a:r>
              <a:rPr lang="en-US" b="1" dirty="0"/>
              <a:t>local minimum, a local maximum</a:t>
            </a:r>
            <a:r>
              <a:rPr lang="en-US" dirty="0"/>
              <a:t>, or a saddle point at a position where the function </a:t>
            </a:r>
            <a:r>
              <a:rPr lang="en-US" b="1" dirty="0"/>
              <a:t>gradient is zero:</a:t>
            </a:r>
          </a:p>
          <a:p>
            <a:pPr marL="263525" indent="-263525">
              <a:buFont typeface="Arial" panose="020B0604020202020204" pitchFamily="34" charset="0"/>
              <a:buChar char="•"/>
            </a:pPr>
            <a:r>
              <a:rPr lang="en-US" dirty="0"/>
              <a:t>When the eigenvalues of the function’s Hessian matrix at the zero-gradient position are </a:t>
            </a:r>
            <a:r>
              <a:rPr lang="en-US" b="1" dirty="0"/>
              <a:t>all positive</a:t>
            </a:r>
            <a:r>
              <a:rPr lang="en-US" dirty="0"/>
              <a:t>, we have a local </a:t>
            </a:r>
            <a:r>
              <a:rPr lang="en-US" b="1" dirty="0"/>
              <a:t>minimum</a:t>
            </a:r>
            <a:r>
              <a:rPr lang="en-US" dirty="0"/>
              <a:t> for the function.</a:t>
            </a:r>
          </a:p>
          <a:p>
            <a:pPr marL="263525" indent="-263525">
              <a:buFont typeface="Arial" panose="020B0604020202020204" pitchFamily="34" charset="0"/>
              <a:buChar char="•"/>
            </a:pPr>
            <a:r>
              <a:rPr lang="en-US" dirty="0"/>
              <a:t>When the eigenvalues of the function’s Hessian matrix at the zero-gradient position are </a:t>
            </a:r>
            <a:r>
              <a:rPr lang="en-US" b="1" dirty="0"/>
              <a:t>all negative</a:t>
            </a:r>
            <a:r>
              <a:rPr lang="en-US" dirty="0"/>
              <a:t>, we have a local </a:t>
            </a:r>
            <a:r>
              <a:rPr lang="en-US" b="1" dirty="0"/>
              <a:t>maximum</a:t>
            </a:r>
            <a:r>
              <a:rPr lang="en-US" dirty="0"/>
              <a:t> for the function.</a:t>
            </a:r>
          </a:p>
          <a:p>
            <a:pPr marL="263525" indent="-263525">
              <a:buFont typeface="Arial" panose="020B0604020202020204" pitchFamily="34" charset="0"/>
              <a:buChar char="•"/>
            </a:pPr>
            <a:r>
              <a:rPr lang="en-US" dirty="0"/>
              <a:t>When the eigenvalues of the function’s Hessian matrix at the zero-gradient position are </a:t>
            </a:r>
            <a:r>
              <a:rPr lang="en-US" b="1" dirty="0"/>
              <a:t>negative and positive</a:t>
            </a:r>
            <a:r>
              <a:rPr lang="en-US" dirty="0"/>
              <a:t>, we have a saddle point for the function.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2092741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88659-05E0-99BA-A4BB-9F4BB2E15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3. Vanishing Gradients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0992E5-5DD9-1BB8-2BEF-98E124854E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5842" y="1371600"/>
                <a:ext cx="10201275" cy="4754670"/>
              </a:xfrm>
            </p:spPr>
            <p:txBody>
              <a:bodyPr/>
              <a:lstStyle/>
              <a:p>
                <a:r>
                  <a:rPr lang="en-US" dirty="0"/>
                  <a:t>During </a:t>
                </a:r>
                <a:r>
                  <a:rPr lang="en-US" b="1" dirty="0"/>
                  <a:t>backpropagation</a:t>
                </a:r>
                <a:r>
                  <a:rPr lang="en-US" dirty="0"/>
                  <a:t>, gradients shrink exponentially as they move toward early layers, especially in </a:t>
                </a:r>
                <a:r>
                  <a:rPr lang="en-US" b="1" dirty="0"/>
                  <a:t>deep networks with sigmoid/tanh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As a result, </a:t>
                </a:r>
                <a:r>
                  <a:rPr lang="en-US" b="1" dirty="0"/>
                  <a:t>earlier layers learn very slowly or stop learning entirely</a:t>
                </a:r>
                <a:r>
                  <a:rPr lang="en-US" dirty="0"/>
                  <a:t>.</a:t>
                </a:r>
              </a:p>
              <a:p>
                <a:r>
                  <a:rPr lang="en-IN" dirty="0"/>
                  <a:t>During </a:t>
                </a:r>
                <a:r>
                  <a:rPr lang="en-IN" b="1" dirty="0"/>
                  <a:t>backpropagation</a:t>
                </a:r>
                <a:r>
                  <a:rPr lang="en-IN" dirty="0"/>
                  <a:t>, gradients are computed using the </a:t>
                </a:r>
                <a:r>
                  <a:rPr lang="en-IN" b="1" dirty="0"/>
                  <a:t>chain rule</a:t>
                </a:r>
                <a:r>
                  <a:rPr lang="en-IN" dirty="0"/>
                  <a:t>: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ℒ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ℒ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⋯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ar-AE" dirty="0"/>
              </a:p>
              <a:p>
                <a:r>
                  <a:rPr lang="en-IN" dirty="0"/>
                  <a:t>If each term in the product is </a:t>
                </a:r>
                <a:r>
                  <a:rPr lang="en-IN" b="1" dirty="0"/>
                  <a:t>less than 1</a:t>
                </a:r>
                <a:r>
                  <a:rPr lang="en-IN" dirty="0"/>
                  <a:t>, their repeated multiplication causes the gradient to </a:t>
                </a:r>
                <a:r>
                  <a:rPr lang="en-IN" b="1" dirty="0"/>
                  <a:t>shrink exponentially</a:t>
                </a:r>
                <a:r>
                  <a:rPr lang="en-IN" dirty="0"/>
                  <a:t> as we move toward the input layer.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0992E5-5DD9-1BB8-2BEF-98E124854E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5842" y="1371600"/>
                <a:ext cx="10201275" cy="4754670"/>
              </a:xfrm>
              <a:blipFill>
                <a:blip r:embed="rId2"/>
                <a:stretch>
                  <a:fillRect l="-896" t="-1795" r="-20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9651219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A6A9D-068E-9ED1-16BD-2F2C3CB7F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5305B6-67EA-0231-B7FC-11B8FBAF2D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5842" y="1432560"/>
                <a:ext cx="10201275" cy="4693710"/>
              </a:xfrm>
            </p:spPr>
            <p:txBody>
              <a:bodyPr/>
              <a:lstStyle/>
              <a:p>
                <a:r>
                  <a:rPr lang="en-IN" dirty="0"/>
                  <a:t>For instance, assume that we want to minimize the function  and we happen to get started at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IN" dirty="0"/>
                  <a:t>. </a:t>
                </a:r>
              </a:p>
              <a:p>
                <a:r>
                  <a:rPr lang="en-IN" dirty="0"/>
                  <a:t>As we can see, the gradient of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IN" dirty="0"/>
                  <a:t>is close to nil. More specifically,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𝑡𝑎𝑛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en-IN" dirty="0"/>
                  <a:t>and thus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0013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r>
                  <a:rPr lang="en-IN" dirty="0"/>
                  <a:t>Consequently, optimization will get stuck for a long time before we make progress.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5305B6-67EA-0231-B7FC-11B8FBAF2D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5842" y="1432560"/>
                <a:ext cx="10201275" cy="4693710"/>
              </a:xfrm>
              <a:blipFill>
                <a:blip r:embed="rId2"/>
                <a:stretch>
                  <a:fillRect l="-896" t="-18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5924162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8235D-9090-BEB5-5D70-E1676661D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F6CA5-D116-BA44-9308-83652CFAA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526F4B-B8FE-C149-C29E-D24D1A680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880" y="2259171"/>
            <a:ext cx="5562917" cy="386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023667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9D8E3-1F5A-AFC3-67B8-4918528C3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Convexity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D388C0-D5A2-86FB-7404-630A5483D4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5842" y="1584960"/>
                <a:ext cx="10201275" cy="4541310"/>
              </a:xfrm>
            </p:spPr>
            <p:txBody>
              <a:bodyPr/>
              <a:lstStyle/>
              <a:p>
                <a:pPr marL="630238" indent="-630238">
                  <a:buFont typeface="Arial" panose="020B0604020202020204" pitchFamily="34" charset="0"/>
                  <a:buChar char="•"/>
                </a:pPr>
                <a:r>
                  <a:rPr lang="en-IN" dirty="0"/>
                  <a:t>Sets are the basis of convexity. Simply put, a set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IN" dirty="0"/>
                  <a:t>in a vector space is </a:t>
                </a:r>
                <a:r>
                  <a:rPr lang="en-IN" b="1" dirty="0"/>
                  <a:t>convex</a:t>
                </a:r>
                <a:r>
                  <a:rPr lang="en-IN" dirty="0"/>
                  <a:t> if for any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>
                        <a:latin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IN" dirty="0"/>
                  <a:t>the line segment connecting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is also in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IN" dirty="0"/>
                  <a:t>.</a:t>
                </a:r>
              </a:p>
              <a:p>
                <a:pPr marL="630238" indent="-630238">
                  <a:buFont typeface="Arial" panose="020B0604020202020204" pitchFamily="34" charset="0"/>
                  <a:buChar char="•"/>
                </a:pPr>
                <a:r>
                  <a:rPr lang="en-IN" dirty="0"/>
                  <a:t> In mathematical terms this means that for all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IN" dirty="0"/>
                  <a:t>  we have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ar-AE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𝒳</m:t>
                    </m:r>
                    <m:r>
                      <a:rPr lang="ar-AE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i="1"/>
                      <m:t>whenever</m:t>
                    </m:r>
                    <m:r>
                      <m:rPr>
                        <m:nor/>
                      </m:rPr>
                      <a:rPr lang="en-IN" i="1"/>
                      <m:t>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>
                        <a:latin typeface="Cambria Math" panose="02040503050406030204" pitchFamily="18" charset="0"/>
                      </a:rPr>
                      <m:t>𝒳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b="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D388C0-D5A2-86FB-7404-630A5483D4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5842" y="1584960"/>
                <a:ext cx="10201275" cy="4541310"/>
              </a:xfrm>
              <a:blipFill>
                <a:blip r:embed="rId2"/>
                <a:stretch>
                  <a:fillRect l="-1792" t="-1879" r="-8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0B691E6-AA03-4DC6-2031-7CFD15BFA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9150" y="3363871"/>
            <a:ext cx="7654658" cy="1949546"/>
          </a:xfrm>
          <a:prstGeom prst="rect">
            <a:avLst/>
          </a:prstGeom>
        </p:spPr>
      </p:pic>
      <p:pic>
        <p:nvPicPr>
          <p:cNvPr id="7174" name="Picture 6" descr="Evaluation Vector Simple ...">
            <a:extLst>
              <a:ext uri="{FF2B5EF4-FFF2-40B4-BE49-F238E27FC236}">
                <a16:creationId xmlns:a16="http://schemas.microsoft.com/office/drawing/2014/main" id="{B851F734-B3C1-4E73-0FCF-60EC5B3F8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6350" y="5378546"/>
            <a:ext cx="911410" cy="911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True and false symbol png images | PNGWing">
            <a:extLst>
              <a:ext uri="{FF2B5EF4-FFF2-40B4-BE49-F238E27FC236}">
                <a16:creationId xmlns:a16="http://schemas.microsoft.com/office/drawing/2014/main" id="{FDE86486-02DF-ACC8-03D2-14B15461A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2749" y="5191721"/>
            <a:ext cx="1287012" cy="105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True and false symbol png images | PNGWing">
            <a:extLst>
              <a:ext uri="{FF2B5EF4-FFF2-40B4-BE49-F238E27FC236}">
                <a16:creationId xmlns:a16="http://schemas.microsoft.com/office/drawing/2014/main" id="{2FB3CA89-A40F-6FDD-2B3D-6FCA2A171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4242" y="5102589"/>
            <a:ext cx="1287012" cy="105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0501341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F4331-57C1-FDB4-A537-040325EBD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9C5634-23E4-5744-129B-E5717D9167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68717" y="1473200"/>
                <a:ext cx="10058400" cy="4653070"/>
              </a:xfrm>
            </p:spPr>
            <p:txBody>
              <a:bodyPr/>
              <a:lstStyle/>
              <a:p>
                <a:pPr marL="538163" indent="-538163">
                  <a:buFont typeface="Arial" panose="020B0604020202020204" pitchFamily="34" charset="0"/>
                  <a:buChar char="•"/>
                </a:pPr>
                <a:r>
                  <a:rPr lang="en-IN" dirty="0"/>
                  <a:t>Assume that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IN" dirty="0"/>
                  <a:t>and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IN" dirty="0"/>
                  <a:t>are convex sets. Then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𝒳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>
                        <a:latin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IN" dirty="0"/>
                  <a:t>is also convex. </a:t>
                </a:r>
              </a:p>
              <a:p>
                <a:pPr marL="538163" indent="-538163">
                  <a:buFont typeface="Arial" panose="020B0604020202020204" pitchFamily="34" charset="0"/>
                  <a:buChar char="•"/>
                </a:pPr>
                <a:r>
                  <a:rPr lang="en-IN" dirty="0"/>
                  <a:t>To see this, consider any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>
                        <a:latin typeface="Cambria Math" panose="02040503050406030204" pitchFamily="18" charset="0"/>
                      </a:rPr>
                      <m:t>𝒳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>
                        <a:latin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IN" dirty="0"/>
                  <a:t>. Since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IN" dirty="0"/>
                  <a:t>and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IN" dirty="0"/>
                  <a:t>are convex, the line segments connecting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IN" dirty="0"/>
                  <a:t>and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N" dirty="0"/>
                  <a:t>are contained in both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IN" dirty="0"/>
                  <a:t>and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IN" dirty="0"/>
                  <a:t>. </a:t>
                </a:r>
              </a:p>
              <a:p>
                <a:pPr marL="538163" indent="-538163">
                  <a:buFont typeface="Arial" panose="020B0604020202020204" pitchFamily="34" charset="0"/>
                  <a:buChar char="•"/>
                </a:pPr>
                <a:r>
                  <a:rPr lang="en-IN" dirty="0"/>
                  <a:t>Given that, they also need to be contained in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𝒳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>
                        <a:latin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IN" dirty="0"/>
                  <a:t>, thus proving our theorem.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9C5634-23E4-5744-129B-E5717D9167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68717" y="1473200"/>
                <a:ext cx="10058400" cy="4653070"/>
              </a:xfrm>
              <a:blipFill>
                <a:blip r:embed="rId2"/>
                <a:stretch>
                  <a:fillRect l="-1758" t="-18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AD9C353-FF06-4CEA-7EBB-A33AF0AB2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380" y="3756025"/>
            <a:ext cx="7543800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846928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FF7AE-99CF-E68E-1CC9-74649CC0F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1E3370-F23C-548D-1186-E29282086C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3440" y="1381760"/>
                <a:ext cx="10373677" cy="4744510"/>
              </a:xfrm>
            </p:spPr>
            <p:txBody>
              <a:bodyPr/>
              <a:lstStyle/>
              <a:p>
                <a:pPr marL="630238" indent="-630238">
                  <a:buFont typeface="Arial" panose="020B0604020202020204" pitchFamily="34" charset="0"/>
                  <a:buChar char="•"/>
                </a:pPr>
                <a:r>
                  <a:rPr lang="en-US" dirty="0"/>
                  <a:t>Consider two disjoint sets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𝒳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630238" indent="-630238">
                  <a:buFont typeface="Arial" panose="020B0604020202020204" pitchFamily="34" charset="0"/>
                  <a:buChar char="•"/>
                </a:pPr>
                <a:r>
                  <a:rPr lang="en-US" dirty="0"/>
                  <a:t>Now pick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US" dirty="0"/>
                  <a:t>. The line segment in figure connecting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needs to contain some part that is neither in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US" dirty="0"/>
                  <a:t>nor in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US" dirty="0"/>
                  <a:t>, since we assumed that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𝒳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630238" indent="-630238">
                  <a:buFont typeface="Arial" panose="020B0604020202020204" pitchFamily="34" charset="0"/>
                  <a:buChar char="•"/>
                </a:pPr>
                <a:r>
                  <a:rPr lang="en-US" dirty="0"/>
                  <a:t>Hence the line segment is not in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𝒳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𝒴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either, thus proving that in general </a:t>
                </a:r>
                <a:r>
                  <a:rPr lang="en-US" b="1" dirty="0"/>
                  <a:t>unions of convex sets need not be convex</a:t>
                </a:r>
                <a:r>
                  <a:rPr lang="en-US" dirty="0"/>
                  <a:t>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1E3370-F23C-548D-1186-E29282086C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3440" y="1381760"/>
                <a:ext cx="10373677" cy="4744510"/>
              </a:xfrm>
              <a:blipFill>
                <a:blip r:embed="rId2"/>
                <a:stretch>
                  <a:fillRect l="-1645" t="-17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7C6969A-077B-9319-3B5E-FAFBE3124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1732" y="4144962"/>
            <a:ext cx="4219575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689213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A1E2B-038A-52FB-9C5F-48F3FC0EB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 1. Gradient Descent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653F85D-DBDE-D6D4-6C3C-17E6FAF204D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532" y="1562735"/>
            <a:ext cx="8435975" cy="4217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780674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2291-60AE-86AF-2015-882282728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763E2-2C63-8B01-AADB-FCD6F7619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842" y="1574800"/>
            <a:ext cx="10201275" cy="4551470"/>
          </a:xfrm>
        </p:spPr>
        <p:txBody>
          <a:bodyPr/>
          <a:lstStyle/>
          <a:p>
            <a:pPr marL="447675" indent="-447675">
              <a:buFont typeface="Arial" panose="020B0604020202020204" pitchFamily="34" charset="0"/>
              <a:buChar char="•"/>
            </a:pPr>
            <a:r>
              <a:rPr lang="en-US" dirty="0"/>
              <a:t>A Gradient Descent is an iterative algorithm, that starts from a random point on the function and traverses down its slope in steps until it reaches lowest point of that function.</a:t>
            </a:r>
          </a:p>
          <a:p>
            <a:pPr marL="447675" indent="-447675">
              <a:buFont typeface="Arial" panose="020B0604020202020204" pitchFamily="34" charset="0"/>
              <a:buChar char="•"/>
            </a:pPr>
            <a:r>
              <a:rPr lang="en-US" dirty="0"/>
              <a:t> This algorithm is apt for cases where </a:t>
            </a:r>
            <a:r>
              <a:rPr lang="en-US" b="1" dirty="0"/>
              <a:t>optimal points </a:t>
            </a:r>
            <a:r>
              <a:rPr lang="en-US" dirty="0"/>
              <a:t>cannot be found by </a:t>
            </a:r>
            <a:r>
              <a:rPr lang="en-US" b="1" dirty="0"/>
              <a:t>equating the slope of the function to 0. </a:t>
            </a:r>
          </a:p>
          <a:p>
            <a:pPr marL="447675" indent="-447675">
              <a:buFont typeface="Arial" panose="020B0604020202020204" pitchFamily="34" charset="0"/>
              <a:buChar char="•"/>
            </a:pPr>
            <a:r>
              <a:rPr lang="en-US" dirty="0"/>
              <a:t>For the function to reach minimum value, the weights should be altered. </a:t>
            </a:r>
          </a:p>
          <a:p>
            <a:pPr marL="447675" indent="-447675">
              <a:buFont typeface="Arial" panose="020B0604020202020204" pitchFamily="34" charset="0"/>
              <a:buChar char="•"/>
            </a:pPr>
            <a:r>
              <a:rPr lang="en-US" dirty="0"/>
              <a:t>With the help of back propagation, loss is transferred from one layer to another and “weights” parameter are also modified depending on loss so that loss can be minimized.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1634363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02414-AA42-5916-EC14-924DCB4A3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78D66-0E4E-0803-184A-F93A1F7CA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080" y="1503680"/>
            <a:ext cx="10333037" cy="4622590"/>
          </a:xfrm>
        </p:spPr>
        <p:txBody>
          <a:bodyPr>
            <a:normAutofit lnSpcReduction="10000"/>
          </a:bodyPr>
          <a:lstStyle/>
          <a:p>
            <a:pPr marL="538163" indent="-446088">
              <a:buFont typeface="Arial" panose="020B0604020202020204" pitchFamily="34" charset="0"/>
              <a:buChar char="•"/>
            </a:pPr>
            <a:r>
              <a:rPr lang="en-US" dirty="0"/>
              <a:t>Gradient descent works with a set of coefficients, calculates their cost, and looks for a cost value that is lower than the current one.</a:t>
            </a:r>
          </a:p>
          <a:p>
            <a:pPr marL="538163" indent="-446088">
              <a:buFont typeface="Arial" panose="020B0604020202020204" pitchFamily="34" charset="0"/>
              <a:buChar char="•"/>
            </a:pPr>
            <a:r>
              <a:rPr lang="en-US" dirty="0"/>
              <a:t> It shifts to a lesser weight and updates the values of the coefficients. </a:t>
            </a:r>
          </a:p>
          <a:p>
            <a:pPr marL="538163" indent="-446088">
              <a:buFont typeface="Arial" panose="020B0604020202020204" pitchFamily="34" charset="0"/>
              <a:buChar char="•"/>
            </a:pPr>
            <a:r>
              <a:rPr lang="en-US" dirty="0"/>
              <a:t>The procedure continues until the local minimum is found. </a:t>
            </a:r>
          </a:p>
          <a:p>
            <a:pPr marL="538163" indent="-446088">
              <a:buFont typeface="Arial" panose="020B0604020202020204" pitchFamily="34" charset="0"/>
              <a:buChar char="•"/>
            </a:pPr>
            <a:r>
              <a:rPr lang="en-US" dirty="0"/>
              <a:t>A local minimum is a point beyond which it is impossible to go any farther.</a:t>
            </a:r>
          </a:p>
          <a:p>
            <a:pPr marL="538163" indent="-446088">
              <a:buFont typeface="Arial" panose="020B0604020202020204" pitchFamily="34" charset="0"/>
              <a:buChar char="•"/>
            </a:pPr>
            <a:r>
              <a:rPr lang="en-US" dirty="0"/>
              <a:t> Calculating the gradients </a:t>
            </a:r>
            <a:r>
              <a:rPr lang="en-US" b="1" dirty="0"/>
              <a:t>is time-consuming </a:t>
            </a:r>
            <a:r>
              <a:rPr lang="en-US" dirty="0"/>
              <a:t>when the </a:t>
            </a:r>
            <a:r>
              <a:rPr lang="en-US" b="1" dirty="0"/>
              <a:t>data is large</a:t>
            </a:r>
            <a:r>
              <a:rPr lang="en-US" dirty="0"/>
              <a:t>. </a:t>
            </a:r>
          </a:p>
          <a:p>
            <a:pPr marL="538163" indent="-446088">
              <a:buFont typeface="Arial" panose="020B0604020202020204" pitchFamily="34" charset="0"/>
              <a:buChar char="•"/>
            </a:pPr>
            <a:r>
              <a:rPr lang="en-US" dirty="0"/>
              <a:t>For convex functions, gradient descent works well, but it doesn't know how far to travel down the gradient for nonconvex functions.</a:t>
            </a:r>
          </a:p>
          <a:p>
            <a:pPr marL="538163" indent="-446088">
              <a:buFont typeface="Arial" panose="020B0604020202020204" pitchFamily="34" charset="0"/>
              <a:buChar char="•"/>
            </a:pPr>
            <a:r>
              <a:rPr lang="en-US" dirty="0"/>
              <a:t>Gradient descent works well for convex functions</a:t>
            </a:r>
          </a:p>
          <a:p>
            <a:pPr marL="92075" indent="0">
              <a:buNone/>
            </a:pPr>
            <a:r>
              <a:rPr lang="en-US" b="1" dirty="0"/>
              <a:t>			Cost function: θ=θ−α⋅∇J(θ)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7766035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17E01-03C1-CC6A-1F30-C7DCCE92B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213C9-CAC6-EAAA-5B43-E9A439F30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9273762-336F-4C66-0D50-D52E5C345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6600" y="1492650"/>
            <a:ext cx="7239000" cy="4633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01473834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B4F51-7E17-923F-E32E-22F2444E5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Setting the Learning Rate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5B66C-D66C-8DCD-5CF7-B2CBCDCB0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i="1" dirty="0"/>
              <a:t>Small learning rate converges slowly and gets stuck in false local minima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i="1" dirty="0"/>
              <a:t>Large learning rates overshoot, become unstable and diverge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i="1" dirty="0"/>
              <a:t>Stable learning rates converge smoothly and avoid local minima</a:t>
            </a:r>
            <a:endParaRPr lang="en-US" sz="3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5959953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E6B27-7142-73C6-A71F-9939D87C0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FFE32-3F4E-EFF3-B831-CF25A21AC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9997" y="1735946"/>
            <a:ext cx="10058400" cy="4217604"/>
          </a:xfrm>
        </p:spPr>
        <p:txBody>
          <a:bodyPr/>
          <a:lstStyle/>
          <a:p>
            <a:r>
              <a:rPr lang="en-US" b="1" dirty="0"/>
              <a:t>If the learning rate is too small, convergence to the optimal value is slow. If the learning rate is too high, the optimization overshoots the minimum.</a:t>
            </a:r>
            <a:endParaRPr lang="en-IN" dirty="0"/>
          </a:p>
        </p:txBody>
      </p:sp>
      <p:pic>
        <p:nvPicPr>
          <p:cNvPr id="10242" name="Picture 2" descr="An illustration of how different learning rate configurations can affect the convergence of the algorithm">
            <a:extLst>
              <a:ext uri="{FF2B5EF4-FFF2-40B4-BE49-F238E27FC236}">
                <a16:creationId xmlns:a16="http://schemas.microsoft.com/office/drawing/2014/main" id="{F7E0BF36-D4FD-868A-5364-D91B8BA27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6095" y="3429000"/>
            <a:ext cx="4819650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7011973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A01D8-62CB-08A9-AC83-C570A3239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Challenges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3EC29-3E43-6341-0960-9D47C19FD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8717" y="1483360"/>
            <a:ext cx="10058400" cy="4642910"/>
          </a:xfrm>
        </p:spPr>
        <p:txBody>
          <a:bodyPr>
            <a:normAutofit/>
          </a:bodyPr>
          <a:lstStyle/>
          <a:p>
            <a:pPr marL="447675" indent="-447675">
              <a:buFont typeface="Arial" panose="020B0604020202020204" pitchFamily="34" charset="0"/>
              <a:buChar char="•"/>
            </a:pPr>
            <a:r>
              <a:rPr lang="en-US" b="1" dirty="0"/>
              <a:t>Local minima and saddle points</a:t>
            </a:r>
            <a:r>
              <a:rPr lang="en-US" dirty="0"/>
              <a:t>: In complex cost landscapes, Gradient Descent can get stuck in local minima or saddle points, especially in non-convex optimization problems common in deep learning. </a:t>
            </a:r>
            <a:br>
              <a:rPr lang="en-US" dirty="0"/>
            </a:br>
            <a:endParaRPr lang="en-US" dirty="0"/>
          </a:p>
          <a:p>
            <a:pPr marL="447675" indent="-447675">
              <a:buFont typeface="Arial" panose="020B0604020202020204" pitchFamily="34" charset="0"/>
              <a:buChar char="•"/>
            </a:pPr>
            <a:r>
              <a:rPr lang="en-US" b="1" dirty="0"/>
              <a:t>Choosing the right learning rate</a:t>
            </a:r>
            <a:r>
              <a:rPr lang="en-US" dirty="0"/>
              <a:t>: Finding an optimal learning rate requires </a:t>
            </a:r>
            <a:r>
              <a:rPr lang="en-US" b="1" dirty="0"/>
              <a:t>experimentation and tuning. </a:t>
            </a:r>
          </a:p>
          <a:p>
            <a:pPr marL="447675" indent="-447675">
              <a:buFont typeface="Arial" panose="020B0604020202020204" pitchFamily="34" charset="0"/>
              <a:buChar char="•"/>
            </a:pPr>
            <a:r>
              <a:rPr lang="en-US" dirty="0"/>
              <a:t>As for Gradient Descent algorithm, the entire data set is loaded at a time. This makes it computationally intensive. </a:t>
            </a:r>
          </a:p>
          <a:p>
            <a:pPr marL="447675" indent="-447675">
              <a:buFont typeface="Arial" panose="020B0604020202020204" pitchFamily="34" charset="0"/>
              <a:buChar char="•"/>
            </a:pPr>
            <a:r>
              <a:rPr lang="en-US" dirty="0"/>
              <a:t>Another drawback is there are chances the iteration values may get </a:t>
            </a:r>
            <a:r>
              <a:rPr lang="en-US" b="1" dirty="0"/>
              <a:t>stuck at local minima or saddle point and never converge to minima</a:t>
            </a:r>
            <a:r>
              <a:rPr lang="en-US" dirty="0"/>
              <a:t>. </a:t>
            </a:r>
          </a:p>
          <a:p>
            <a:pPr marL="447675" indent="-447675">
              <a:buFont typeface="Arial" panose="020B0604020202020204" pitchFamily="34" charset="0"/>
              <a:buChar char="•"/>
            </a:pPr>
            <a:r>
              <a:rPr lang="en-US" dirty="0"/>
              <a:t>To obtain the best solution, the must reach global minima.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5534572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6B725-1F30-DA54-B2AB-9336130B9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Example-1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9E30F9-7E45-D2BF-C519-1D39EDAFFC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5842" y="1310640"/>
                <a:ext cx="10201275" cy="4815630"/>
              </a:xfrm>
            </p:spPr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dirty="0"/>
                  <a:t>F (x)=x2+4x+7 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b="1" dirty="0"/>
                  <a:t>Given: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ar-AE" dirty="0"/>
                  <a:t>, </a:t>
                </a:r>
                <a:r>
                  <a:rPr lang="en-IN" dirty="0"/>
                  <a:t>learning rate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IN" dirty="0"/>
                  <a:t>. </a:t>
                </a:r>
                <a:r>
                  <a:rPr lang="en-IN" b="1" dirty="0"/>
                  <a:t>3 iterations</a:t>
                </a:r>
                <a:r>
                  <a:rPr lang="en-IN" dirty="0"/>
                  <a:t>.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b="1" dirty="0"/>
                  <a:t>Step 1: Gradient</a:t>
                </a:r>
                <a:endParaRPr lang="en-I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b="1" dirty="0"/>
                  <a:t>Iteration 1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𝜂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b="1" dirty="0"/>
                  <a:t>Iteration 2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b="1" dirty="0"/>
                  <a:t>Iteration 3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72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92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dirty="0"/>
                  <a:t> </a:t>
                </a:r>
                <a:r>
                  <a:rPr lang="en-IN" b="1" dirty="0"/>
                  <a:t>Answer: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i="1"/>
                      <m:t>  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i="1"/>
                      <m:t>  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92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9E30F9-7E45-D2BF-C519-1D39EDAFFC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5842" y="1310640"/>
                <a:ext cx="10201275" cy="4815630"/>
              </a:xfrm>
              <a:blipFill>
                <a:blip r:embed="rId2"/>
                <a:stretch>
                  <a:fillRect l="-597" t="-633" b="-16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6596372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6B429-A67F-E77A-FF2A-7344B9B20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46E869-F257-8F57-EB03-CEFE052DE4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15440"/>
                <a:ext cx="10465117" cy="4510830"/>
              </a:xfrm>
            </p:spPr>
            <p:txBody>
              <a:bodyPr/>
              <a:lstStyle/>
              <a:p>
                <a:r>
                  <a:rPr lang="en-IN" dirty="0"/>
                  <a:t>Actual minimum is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ar-AE" dirty="0"/>
                  <a:t>; </a:t>
                </a:r>
                <a:r>
                  <a:rPr lang="en-IN" dirty="0"/>
                  <a:t>GD is moving toward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IN" dirty="0"/>
                  <a:t>.</a:t>
                </a:r>
              </a:p>
              <a:p>
                <a:r>
                  <a:rPr lang="en-IN" dirty="0"/>
                  <a:t>To find the </a:t>
                </a:r>
                <a:r>
                  <a:rPr lang="en-IN" b="1" dirty="0"/>
                  <a:t>true (global) minimum</a:t>
                </a:r>
                <a:r>
                  <a:rPr lang="en-IN" dirty="0"/>
                  <a:t>, we set the derivative to zero: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ar-AE" dirty="0"/>
              </a:p>
              <a:p>
                <a:r>
                  <a:rPr lang="en-IN" dirty="0"/>
                  <a:t>At the minimum, the slope must be zero: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ar-AE" dirty="0"/>
              </a:p>
              <a:p>
                <a:r>
                  <a:rPr lang="en-IN" dirty="0"/>
                  <a:t> </a:t>
                </a:r>
                <a:r>
                  <a:rPr lang="en-IN" b="1" dirty="0"/>
                  <a:t>Interpretation:</a:t>
                </a:r>
                <a:br>
                  <a:rPr lang="en-IN" dirty="0"/>
                </a:br>
                <a:r>
                  <a:rPr lang="en-IN" dirty="0"/>
                  <a:t>At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IN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IN" dirty="0"/>
                  <a:t>, the curve reaches its </a:t>
                </a:r>
                <a:r>
                  <a:rPr lang="en-IN" b="1" dirty="0"/>
                  <a:t>lowest point</a:t>
                </a:r>
                <a:r>
                  <a:rPr lang="en-IN" dirty="0"/>
                  <a:t>. There is </a:t>
                </a:r>
                <a:r>
                  <a:rPr lang="en-IN" b="1" dirty="0"/>
                  <a:t>no smaller value of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N" dirty="0"/>
                  <a:t>anywhere else.</a:t>
                </a: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46E869-F257-8F57-EB03-CEFE052DE4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15440"/>
                <a:ext cx="10465117" cy="4510830"/>
              </a:xfrm>
              <a:blipFill>
                <a:blip r:embed="rId2"/>
                <a:stretch>
                  <a:fillRect l="-1805" t="-14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1909648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975D0-5A7F-6F89-C743-AE9A53DCB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587A10-BE83-129A-11F4-560B8C9372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5842" y="1280160"/>
                <a:ext cx="10201275" cy="4846110"/>
              </a:xfrm>
            </p:spPr>
            <p:txBody>
              <a:bodyPr>
                <a:normAutofit fontScale="92500"/>
              </a:bodyPr>
              <a:lstStyle/>
              <a:p>
                <a:r>
                  <a:rPr lang="en-IN" dirty="0"/>
                  <a:t>In gradient descent, we </a:t>
                </a:r>
                <a:r>
                  <a:rPr lang="en-IN" b="1" dirty="0"/>
                  <a:t>start from an initial guess</a:t>
                </a:r>
                <a:r>
                  <a:rPr lang="en-IN" dirty="0"/>
                  <a:t> (for example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𝜂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r>
                  <a:rPr lang="en-IN" dirty="0"/>
                  <a:t>From the numerical steps: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92</m:t>
                    </m:r>
                  </m:oMath>
                </a14:m>
                <a:endParaRPr lang="ar-AE" dirty="0"/>
              </a:p>
              <a:p>
                <a:r>
                  <a:rPr lang="en-IN" dirty="0"/>
                  <a:t>You can see that:</a:t>
                </a:r>
              </a:p>
              <a:p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nor/>
                      </m:rPr>
                      <a:rPr lang="en-IN" i="1"/>
                      <m:t>  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IN" i="1"/>
                      <m:t>  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IN" i="1"/>
                      <m:t>  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IN" i="1"/>
                      <m:t>  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IN" i="1"/>
                      <m:t>  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IN" i="1"/>
                      <m:t>  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92</m:t>
                    </m:r>
                    <m:r>
                      <m:rPr>
                        <m:nor/>
                      </m:rPr>
                      <a:rPr lang="en-IN" i="1"/>
                      <m:t>  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IN" i="1"/>
                      <m:t>  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endParaRPr lang="en-IN" b="0" dirty="0"/>
              </a:p>
              <a:p>
                <a:r>
                  <a:rPr lang="en-IN" dirty="0"/>
                  <a:t>These values are </a:t>
                </a:r>
                <a:r>
                  <a:rPr lang="en-IN" b="1" dirty="0"/>
                  <a:t>getting closer and closer to −2</a:t>
                </a:r>
                <a:r>
                  <a:rPr lang="en-IN" dirty="0"/>
                  <a:t>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587A10-BE83-129A-11F4-560B8C9372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5842" y="1280160"/>
                <a:ext cx="10201275" cy="4846110"/>
              </a:xfrm>
              <a:blipFill>
                <a:blip r:embed="rId2"/>
                <a:stretch>
                  <a:fillRect l="-1673" t="-15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5088866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3EEF-E305-6080-0F20-FE13ED7CE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2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956981-DB0B-44F6-B710-FE3E2F8E91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7520" y="1259840"/>
                <a:ext cx="10749597" cy="4866430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sz="2000" b="1" dirty="0"/>
                  <a:t>2D GD on a Convex Function - 2 iterations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sz="2000" dirty="0"/>
                  <a:t>           (</a:t>
                </a:r>
                <a:r>
                  <a:rPr lang="en-IN" sz="2000" dirty="0" err="1"/>
                  <a:t>x,y</a:t>
                </a:r>
                <a:r>
                  <a:rPr lang="en-IN" sz="2000" dirty="0"/>
                  <a:t>)=x</a:t>
                </a:r>
                <a:r>
                  <a:rPr lang="en-IN" sz="1800" baseline="30000" dirty="0"/>
                  <a:t>2</a:t>
                </a:r>
                <a:r>
                  <a:rPr lang="en-IN" sz="2000" dirty="0"/>
                  <a:t>+2y</a:t>
                </a:r>
                <a:r>
                  <a:rPr lang="en-IN" sz="2000" baseline="30000" dirty="0"/>
                  <a:t>2</a:t>
                </a:r>
                <a:r>
                  <a:rPr lang="en-IN" sz="2000" dirty="0"/>
                  <a:t> 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sz="2000" b="1" dirty="0"/>
                  <a:t>Given</a:t>
                </a:r>
                <a:r>
                  <a:rPr lang="en-IN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ar-AE" sz="2000" dirty="0"/>
                  <a:t>, </a:t>
                </a:r>
                <a:r>
                  <a:rPr lang="en-IN" sz="2000" dirty="0"/>
                  <a:t>learning rate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IN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0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00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n-IN" sz="20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endParaRPr lang="en-IN" sz="2000" dirty="0"/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sz="2000" b="1" dirty="0"/>
                  <a:t>Step 1: Compute gradient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  <m:e>
                        <m:f>
                          <m:f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b="0" dirty="0"/>
                  <a:t> ( 2x,4y)</a:t>
                </a:r>
                <a:endParaRPr lang="ar-AE" sz="2000" b="0" dirty="0"/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sz="2000" b="1" dirty="0"/>
                  <a:t>Iteration 1 (from (2,1))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endParaRPr lang="ar-AE" sz="2000" dirty="0"/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sz="2000" dirty="0"/>
                  <a:t>Update rule: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2000" i="1">
                        <a:latin typeface="Cambria Math" panose="02040503050406030204" pitchFamily="18" charset="0"/>
                      </a:rPr>
                      <m:t>𝜂</m:t>
                    </m:r>
                    <m:r>
                      <m:rPr>
                        <m:sty m:val="p"/>
                      </m:rPr>
                      <a:rPr lang="ar-AE" sz="2000">
                        <a:latin typeface="Cambria Math" panose="02040503050406030204" pitchFamily="18" charset="0"/>
                      </a:rPr>
                      <m:t>∇</m:t>
                    </m:r>
                    <m:r>
                      <a:rPr lang="ar-AE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ar-AE" sz="2000" dirty="0"/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25</m:t>
                    </m:r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ar-AE" sz="2000" i="1"/>
                          <m:t>  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ar-AE" sz="2000" b="0" dirty="0"/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sz="2000" b="1" dirty="0"/>
                  <a:t>Iteration 2 (from (1,0))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ar-AE" sz="2000" dirty="0"/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25</m:t>
                    </m:r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nor/>
                          </m:rPr>
                          <a:rPr lang="ar-AE" sz="2000" i="1"/>
                          <m:t>  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ar-AE" sz="2000" b="0" dirty="0"/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endParaRPr lang="en-IN" sz="2000" dirty="0"/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sz="2000" dirty="0"/>
                  <a:t> </a:t>
                </a:r>
                <a:r>
                  <a:rPr lang="en-IN" sz="2000" b="1" dirty="0"/>
                  <a:t>Answer:</a:t>
                </a:r>
                <a:r>
                  <a:rPr lang="en-IN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000" dirty="0"/>
                  <a:t>   </a:t>
                </a:r>
                <a:r>
                  <a:rPr lang="ar-AE" sz="2000" dirty="0"/>
                  <a:t>,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ar-AE" sz="2000" dirty="0"/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endParaRPr lang="en-IN" sz="20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956981-DB0B-44F6-B710-FE3E2F8E91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7520" y="1259840"/>
                <a:ext cx="10749597" cy="4866430"/>
              </a:xfrm>
              <a:blipFill>
                <a:blip r:embed="rId2"/>
                <a:stretch>
                  <a:fillRect l="-1417" t="-13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7663073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03D77-3F69-7D3F-69A2-DB189C53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i="1" dirty="0"/>
              <a:t>2. Stochastic Gradient Descent (SGD)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9E408-B16A-DD6B-5B07-28358D67F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402080"/>
            <a:ext cx="11247120" cy="4836160"/>
          </a:xfrm>
        </p:spPr>
        <p:txBody>
          <a:bodyPr>
            <a:normAutofit lnSpcReduction="10000"/>
          </a:bodyPr>
          <a:lstStyle/>
          <a:p>
            <a:pPr marL="355600" indent="-355600">
              <a:buFont typeface="Arial" panose="020B0604020202020204" pitchFamily="34" charset="0"/>
              <a:buChar char="•"/>
            </a:pPr>
            <a:r>
              <a:rPr lang="en-US" dirty="0"/>
              <a:t>On large datasets, gradient descent may not be the best solution. </a:t>
            </a:r>
          </a:p>
          <a:p>
            <a:pPr marL="355600" indent="-355600">
              <a:buFont typeface="Arial" panose="020B0604020202020204" pitchFamily="34" charset="0"/>
              <a:buChar char="•"/>
            </a:pPr>
            <a:r>
              <a:rPr lang="en-US" dirty="0"/>
              <a:t>We use stochastic gradient descent to solve the problem. </a:t>
            </a:r>
          </a:p>
          <a:p>
            <a:pPr marL="355600" indent="-355600">
              <a:buFont typeface="Arial" panose="020B0604020202020204" pitchFamily="34" charset="0"/>
              <a:buChar char="•"/>
            </a:pPr>
            <a:r>
              <a:rPr lang="en-US" dirty="0"/>
              <a:t>The word stochastic refers to the algorithm's underlying </a:t>
            </a:r>
            <a:r>
              <a:rPr lang="en-US" b="1" dirty="0"/>
              <a:t>unpredictability</a:t>
            </a:r>
            <a:r>
              <a:rPr lang="en-US" dirty="0"/>
              <a:t>.</a:t>
            </a:r>
          </a:p>
          <a:p>
            <a:pPr marL="355600" indent="-355600">
              <a:buFont typeface="Arial" panose="020B0604020202020204" pitchFamily="34" charset="0"/>
              <a:buChar char="•"/>
            </a:pPr>
            <a:r>
              <a:rPr lang="en-US" dirty="0"/>
              <a:t> Instead of using the entire dataset for each iteration, we use a random selection of data batches in stochastic gradient descent. </a:t>
            </a:r>
          </a:p>
          <a:p>
            <a:pPr marL="355600" indent="-355600">
              <a:buFont typeface="Arial" panose="020B0604020202020204" pitchFamily="34" charset="0"/>
              <a:buChar char="•"/>
            </a:pPr>
            <a:r>
              <a:rPr lang="en-US" dirty="0"/>
              <a:t>As a result, we only sample a small portion of the dataset. </a:t>
            </a:r>
          </a:p>
          <a:p>
            <a:pPr marL="355600" indent="-355600">
              <a:buFont typeface="Arial" panose="020B0604020202020204" pitchFamily="34" charset="0"/>
              <a:buChar char="•"/>
            </a:pPr>
            <a:r>
              <a:rPr lang="en-US" dirty="0"/>
              <a:t>The first step in this technique is to </a:t>
            </a:r>
            <a:r>
              <a:rPr lang="en-US" b="1" dirty="0"/>
              <a:t>choose the starting parameters and learning rate. </a:t>
            </a:r>
          </a:p>
          <a:p>
            <a:pPr marL="355600" indent="-355600">
              <a:buFont typeface="Arial" panose="020B0604020202020204" pitchFamily="34" charset="0"/>
              <a:buChar char="•"/>
            </a:pPr>
            <a:r>
              <a:rPr lang="en-US" dirty="0"/>
              <a:t>Then, in each iteration, </a:t>
            </a:r>
            <a:r>
              <a:rPr lang="en-US" b="1" dirty="0"/>
              <a:t>mix the data </a:t>
            </a:r>
            <a:r>
              <a:rPr lang="en-US" dirty="0"/>
              <a:t>at random to get </a:t>
            </a:r>
            <a:r>
              <a:rPr lang="en-US" b="1" dirty="0"/>
              <a:t>an estimated minimum</a:t>
            </a:r>
            <a:r>
              <a:rPr lang="en-US" dirty="0"/>
              <a:t>. </a:t>
            </a:r>
          </a:p>
          <a:p>
            <a:pPr marL="355600" indent="-355600">
              <a:buFont typeface="Arial" panose="020B0604020202020204" pitchFamily="34" charset="0"/>
              <a:buChar char="•"/>
            </a:pPr>
            <a:r>
              <a:rPr lang="en-US" dirty="0"/>
              <a:t>When compared to the gradient descent approach, the path taken by the algorithm is full of noise since we are not using the entire dataset but </a:t>
            </a:r>
            <a:r>
              <a:rPr lang="en-US" b="1" dirty="0"/>
              <a:t>only chunks of it for each iteration.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62065089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DBCE3-9C0D-2D62-39B0-5569D906B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0A2DA-1A93-0739-A449-30D646889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7675" indent="-447675">
              <a:buFont typeface="Arial" panose="020B0604020202020204" pitchFamily="34" charset="0"/>
              <a:buChar char="•"/>
            </a:pPr>
            <a:r>
              <a:rPr lang="en-US" dirty="0"/>
              <a:t>As a result, SGD requires more iterations to attain the local minimum.</a:t>
            </a:r>
          </a:p>
          <a:p>
            <a:pPr marL="447675" indent="-447675">
              <a:buFont typeface="Arial" panose="020B0604020202020204" pitchFamily="34" charset="0"/>
              <a:buChar char="•"/>
            </a:pPr>
            <a:r>
              <a:rPr lang="en-US" dirty="0"/>
              <a:t> The overall computing time increases as the number of iterations increases. </a:t>
            </a:r>
          </a:p>
          <a:p>
            <a:pPr marL="447675" indent="-447675">
              <a:buFont typeface="Arial" panose="020B0604020202020204" pitchFamily="34" charset="0"/>
              <a:buChar char="•"/>
            </a:pPr>
            <a:r>
              <a:rPr lang="en-US" dirty="0"/>
              <a:t>However, even when the number of iterations is increased, the computation </a:t>
            </a:r>
            <a:r>
              <a:rPr lang="en-US" b="1" dirty="0"/>
              <a:t>cost remains lower than </a:t>
            </a:r>
            <a:r>
              <a:rPr lang="en-US" dirty="0"/>
              <a:t>that of the gradient descent optimizer.</a:t>
            </a:r>
          </a:p>
          <a:p>
            <a:pPr marL="447675" indent="-447675">
              <a:buFont typeface="Arial" panose="020B0604020202020204" pitchFamily="34" charset="0"/>
              <a:buChar char="•"/>
            </a:pPr>
            <a:r>
              <a:rPr lang="en-US" dirty="0"/>
              <a:t>As a result, if the data is large and the processing time is a consideration, stochastic gradient descent should be favored over batch gradient descent.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1775283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EBBB0-024E-7E81-6723-9DB29664A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en-US" dirty="0">
                <a:latin typeface="IBM Plex Sans" panose="020B0503050203000203" pitchFamily="34" charset="0"/>
              </a:rPr>
            </a:br>
            <a:r>
              <a:rPr lang="en-US" altLang="en-US" dirty="0">
                <a:latin typeface="IBM Plex Sans" panose="020B0503050203000203" pitchFamily="34" charset="0"/>
              </a:rPr>
              <a:t>How it works: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88DF2-D8DC-C9C2-7152-C22D21498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920" y="1259840"/>
            <a:ext cx="11582400" cy="4866430"/>
          </a:xfrm>
        </p:spPr>
        <p:txBody>
          <a:bodyPr>
            <a:noAutofit/>
          </a:bodyPr>
          <a:lstStyle/>
          <a:p>
            <a:pPr marL="263525" lvl="1" indent="-80963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b="1" dirty="0">
                <a:latin typeface="IBM Plex Sans" panose="020B0503050203000203" pitchFamily="34" charset="0"/>
              </a:rPr>
              <a:t>  Initialization</a:t>
            </a:r>
            <a:r>
              <a:rPr lang="en-US" altLang="en-US" sz="2000" dirty="0">
                <a:latin typeface="IBM Plex Sans" panose="020B0503050203000203" pitchFamily="34" charset="0"/>
              </a:rPr>
              <a:t>: Start with a random set of parameters for the model.</a:t>
            </a:r>
          </a:p>
          <a:p>
            <a:pPr marL="263525" lvl="1" indent="-80963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br>
              <a:rPr lang="en-US" altLang="en-US" sz="2000" dirty="0">
                <a:latin typeface="IBM Plex Sans" panose="020B0503050203000203" pitchFamily="34" charset="0"/>
              </a:rPr>
            </a:br>
            <a:r>
              <a:rPr lang="en-US" altLang="en-US" sz="2000" b="1" dirty="0">
                <a:latin typeface="IBM Plex Sans" panose="020B0503050203000203" pitchFamily="34" charset="0"/>
              </a:rPr>
              <a:t>Gradient computation</a:t>
            </a:r>
            <a:r>
              <a:rPr lang="en-US" altLang="en-US" sz="2000" dirty="0">
                <a:latin typeface="IBM Plex Sans" panose="020B0503050203000203" pitchFamily="34" charset="0"/>
              </a:rPr>
              <a:t>: Instead of calculating the gradient of the cost function over the entire training data, SGD computes the gradient based on a single randomly selected training example.</a:t>
            </a:r>
          </a:p>
          <a:p>
            <a:pPr marL="263525" lvl="1" indent="-80963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br>
              <a:rPr lang="en-US" altLang="en-US" sz="2000" dirty="0">
                <a:latin typeface="IBM Plex Sans" panose="020B0503050203000203" pitchFamily="34" charset="0"/>
              </a:rPr>
            </a:br>
            <a:r>
              <a:rPr lang="en-US" altLang="en-US" sz="2000" b="1" dirty="0">
                <a:latin typeface="IBM Plex Sans" panose="020B0503050203000203" pitchFamily="34" charset="0"/>
              </a:rPr>
              <a:t>Update parameters</a:t>
            </a:r>
            <a:r>
              <a:rPr lang="en-US" altLang="en-US" sz="2000" dirty="0">
                <a:latin typeface="IBM Plex Sans" panose="020B0503050203000203" pitchFamily="34" charset="0"/>
              </a:rPr>
              <a:t>: Update the model’s parameters using this computed gradient. The parameters are adjusted in the direction opposite to the gradient, similar to basic Gradient Descent.</a:t>
            </a:r>
            <a:br>
              <a:rPr lang="en-US" altLang="en-US" sz="2000" dirty="0">
                <a:latin typeface="IBM Plex Sans" panose="020B0503050203000203" pitchFamily="34" charset="0"/>
              </a:rPr>
            </a:br>
            <a:endParaRPr lang="en-US" altLang="en-US" sz="2000" dirty="0">
              <a:latin typeface="IBM Plex Sans" panose="020B0503050203000203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latin typeface="IBM Plex Sans" panose="020B0503050203000203" pitchFamily="34" charset="0"/>
              </a:rPr>
              <a:t>Mathematical representation:</a:t>
            </a:r>
            <a:endParaRPr lang="en-US" altLang="en-US" sz="2000" dirty="0">
              <a:latin typeface="IBM Plex Sans" panose="020B0503050203000203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latin typeface="IBM Plex Sans" panose="020B0503050203000203" pitchFamily="34" charset="0"/>
              </a:rPr>
              <a:t>The parameter update rule in SGD is similar to that of Gradient Descent but applies to a single example </a:t>
            </a:r>
            <a:r>
              <a:rPr lang="en-US" altLang="en-US" sz="2000" i="1" dirty="0">
                <a:latin typeface="IBM Plex Sans" panose="020B0503050203000203" pitchFamily="34" charset="0"/>
              </a:rPr>
              <a:t>i</a:t>
            </a:r>
            <a:r>
              <a:rPr lang="en-US" altLang="en-US" sz="2000" dirty="0">
                <a:latin typeface="IBM Plex Sans" panose="020B0503050203000203" pitchFamily="34" charset="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latin typeface="IBM Plex Sans" panose="020B0503050203000203" pitchFamily="34" charset="0"/>
              </a:rPr>
              <a:t>                                                </a:t>
            </a:r>
            <a:endParaRPr lang="en-US" alt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latin typeface="IBM Plex Sans" panose="020B0503050203000203" pitchFamily="34" charset="0"/>
              </a:rPr>
              <a:t>Here, </a:t>
            </a:r>
            <a:r>
              <a:rPr lang="en-US" altLang="en-US" sz="2000" i="1" dirty="0">
                <a:latin typeface="IBM Plex Sans" panose="020B0503050203000203" pitchFamily="34" charset="0"/>
              </a:rPr>
              <a:t>w</a:t>
            </a:r>
            <a:r>
              <a:rPr lang="en-US" altLang="en-US" sz="2000" dirty="0">
                <a:latin typeface="IBM Plex Sans" panose="020B0503050203000203" pitchFamily="34" charset="0"/>
              </a:rPr>
              <a:t> represents the model’s parameters (weights), 𝛼 is the learning rate, and ∆𝘸𝘑𝘪(𝘸) is the gradient of the cost function 𝐽</a:t>
            </a:r>
            <a:r>
              <a:rPr lang="en-US" altLang="en-US" sz="2000" dirty="0" err="1">
                <a:latin typeface="IBM Plex Sans" panose="020B0503050203000203" pitchFamily="34" charset="0"/>
              </a:rPr>
              <a:t>i</a:t>
            </a:r>
            <a:r>
              <a:rPr lang="en-US" altLang="en-US" sz="2000" i="1" dirty="0">
                <a:latin typeface="IBM Plex Sans" panose="020B0503050203000203" pitchFamily="34" charset="0"/>
              </a:rPr>
              <a:t>(w)</a:t>
            </a:r>
            <a:r>
              <a:rPr lang="en-US" altLang="en-US" sz="2000" dirty="0">
                <a:latin typeface="IBM Plex Sans" panose="020B0503050203000203" pitchFamily="34" charset="0"/>
              </a:rPr>
              <a:t> for the </a:t>
            </a:r>
            <a:r>
              <a:rPr lang="en-US" altLang="en-US" sz="2000" dirty="0" err="1">
                <a:latin typeface="IBM Plex Sans" panose="020B0503050203000203" pitchFamily="34" charset="0"/>
              </a:rPr>
              <a:t>ith</a:t>
            </a:r>
            <a:r>
              <a:rPr lang="en-US" altLang="en-US" sz="2000" dirty="0">
                <a:latin typeface="IBM Plex Sans" panose="020B0503050203000203" pitchFamily="34" charset="0"/>
              </a:rPr>
              <a:t> training example with respect to </a:t>
            </a:r>
            <a:r>
              <a:rPr lang="en-US" altLang="en-US" sz="2000" i="1" dirty="0">
                <a:latin typeface="IBM Plex Sans" panose="020B0503050203000203" pitchFamily="34" charset="0"/>
              </a:rPr>
              <a:t>w</a:t>
            </a:r>
            <a:r>
              <a:rPr lang="en-US" altLang="en-US" sz="2000" dirty="0">
                <a:latin typeface="IBM Plex Sans" panose="020B0503050203000203" pitchFamily="34" charset="0"/>
              </a:rPr>
              <a:t>.</a:t>
            </a:r>
            <a:endParaRPr lang="en-US" alt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br>
              <a:rPr lang="en-US" altLang="en-US" sz="2000" dirty="0">
                <a:latin typeface="IBM Plex Sans" panose="020B0503050203000203" pitchFamily="34" charset="0"/>
              </a:rPr>
            </a:br>
            <a:endParaRPr lang="en-IN" sz="20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F0B350B-3807-4F0A-CD34-734FF3DEF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1112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42F8E57-9806-AA2C-2010-70404C375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120" y="4789601"/>
            <a:ext cx="3048000" cy="36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27614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227CF-D2CC-700A-B70F-C174D08A6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34980-DE9A-D342-DF47-D24C1BB1F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760" y="1574800"/>
            <a:ext cx="10139997" cy="4602270"/>
          </a:xfrm>
        </p:spPr>
        <p:txBody>
          <a:bodyPr/>
          <a:lstStyle/>
          <a:p>
            <a:r>
              <a:rPr lang="en-US" b="1" dirty="0"/>
              <a:t>Challenges</a:t>
            </a:r>
            <a:r>
              <a:rPr lang="en-US" dirty="0"/>
              <a:t>:</a:t>
            </a:r>
          </a:p>
          <a:p>
            <a:r>
              <a:rPr lang="en-US" b="1" dirty="0"/>
              <a:t>Variance</a:t>
            </a:r>
            <a:r>
              <a:rPr lang="en-US" dirty="0"/>
              <a:t>: The updates can be noisy due to the reliance on a single example, potentially causing the cost function to fluctuate.</a:t>
            </a:r>
          </a:p>
          <a:p>
            <a:r>
              <a:rPr lang="en-US" dirty="0"/>
              <a:t>As a result, the algorithm does not converge to a minimum but jumps around the cost landscape.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Hyperparameter tuning</a:t>
            </a:r>
            <a:r>
              <a:rPr lang="en-US" dirty="0"/>
              <a:t>: Correctly setting the learning rate requires experimentation.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1659136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39D10-D81B-179D-3092-60118011B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3.Mini Batch — Stochastic Gradient Descent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1FEE6-77D8-09C2-45C3-5A3E40B32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5600" indent="-355600">
              <a:buFont typeface="Arial" panose="020B0604020202020204" pitchFamily="34" charset="0"/>
              <a:buChar char="•"/>
            </a:pPr>
            <a:r>
              <a:rPr lang="en-US" dirty="0"/>
              <a:t>MB-SGD is an extension of SGD algorithm. </a:t>
            </a:r>
          </a:p>
          <a:p>
            <a:pPr marL="355600" indent="-355600">
              <a:buFont typeface="Arial" panose="020B0604020202020204" pitchFamily="34" charset="0"/>
              <a:buChar char="•"/>
            </a:pPr>
            <a:r>
              <a:rPr lang="en-US" dirty="0"/>
              <a:t>It overcomes the time-consuming complexity of SGD by taking a batch of points / subset of points from dataset to compute derivative.</a:t>
            </a:r>
          </a:p>
          <a:p>
            <a:pPr marL="447675" indent="-447675">
              <a:buFont typeface="Arial" panose="020B0604020202020204" pitchFamily="34" charset="0"/>
              <a:buChar char="•"/>
            </a:pPr>
            <a:r>
              <a:rPr lang="en-US" i="1" dirty="0"/>
              <a:t>It is observed that the derivative of loss function of MB-SGD is similar to the loss function of GD after some iterations. </a:t>
            </a:r>
          </a:p>
          <a:p>
            <a:pPr marL="447675" indent="-447675">
              <a:buFont typeface="Arial" panose="020B0604020202020204" pitchFamily="34" charset="0"/>
              <a:buChar char="•"/>
            </a:pPr>
            <a:r>
              <a:rPr lang="en-US" i="1" dirty="0"/>
              <a:t>But the number iterations to achieve minima in MB-SGD is large compared to GD and is computationally expensive. </a:t>
            </a:r>
          </a:p>
          <a:p>
            <a:pPr marL="447675" indent="-447675">
              <a:buFont typeface="Arial" panose="020B0604020202020204" pitchFamily="34" charset="0"/>
              <a:buChar char="•"/>
            </a:pPr>
            <a:r>
              <a:rPr lang="en-US" i="1" dirty="0"/>
              <a:t>The update of weights in much noisier because the derivative is not always towards minima.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1262710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FE349-569B-0A6A-EF63-172325C6B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842" y="1452880"/>
            <a:ext cx="10201275" cy="467339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Initialization: </a:t>
            </a:r>
            <a:r>
              <a:rPr lang="en-US" dirty="0"/>
              <a:t>Start with initial random values for the model’s parameters.</a:t>
            </a:r>
          </a:p>
          <a:p>
            <a:r>
              <a:rPr lang="en-US" b="1" dirty="0"/>
              <a:t>Gradient computation: </a:t>
            </a:r>
            <a:r>
              <a:rPr lang="en-US" dirty="0"/>
              <a:t>Instead of calculating the gradient using the entire dataset (as in Gradient Descent) or a single example (as in SGD), Mini-batch Gradient Descent computes the gradient using a small subset of the training data, known as a mini-batch.</a:t>
            </a:r>
          </a:p>
          <a:p>
            <a:r>
              <a:rPr lang="en-US" b="1" dirty="0"/>
              <a:t>Update parameters: </a:t>
            </a:r>
            <a:r>
              <a:rPr lang="en-US" dirty="0"/>
              <a:t>Adjust the parameters in the direction opposite to the computed gradient. This adjustment is made based on the gradient derived from the mini-batch, aiming to reduce the cost function.</a:t>
            </a:r>
          </a:p>
          <a:p>
            <a:r>
              <a:rPr lang="en-US" b="1" dirty="0"/>
              <a:t>Mathematical representation:</a:t>
            </a:r>
          </a:p>
          <a:p>
            <a:r>
              <a:rPr lang="en-US" dirty="0"/>
              <a:t>The parameter update rule for Mini-batch Gradient Descent can be represented as</a:t>
            </a:r>
          </a:p>
          <a:p>
            <a:endParaRPr lang="en-US" dirty="0"/>
          </a:p>
          <a:p>
            <a:r>
              <a:rPr lang="en-US" dirty="0"/>
              <a:t>where 𝑤 represents the model’s parameters (weights), 𝛼 is the learning rate, and ∆𝘸𝘑𝘪(𝘸) is the gradient of the cost function 𝘑𝘮𝘪𝘯𝘪-𝘣𝘢𝘵𝘤𝘩(𝘸) for the current mini-batch of training samples with respect to w.</a:t>
            </a:r>
            <a:endParaRPr lang="en-IN" dirty="0"/>
          </a:p>
        </p:txBody>
      </p:sp>
      <p:pic>
        <p:nvPicPr>
          <p:cNvPr id="15364" name="Picture 4">
            <a:extLst>
              <a:ext uri="{FF2B5EF4-FFF2-40B4-BE49-F238E27FC236}">
                <a16:creationId xmlns:a16="http://schemas.microsoft.com/office/drawing/2014/main" id="{24047203-F501-9DDA-0BF0-00D222408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5248" y="4761865"/>
            <a:ext cx="4238625" cy="36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4717253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18734-CF80-F9A4-9F27-8BF4EFD1E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Comparison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4C3B847-6780-FF73-7E69-494F0A6481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2816019"/>
              </p:ext>
            </p:extLst>
          </p:nvPr>
        </p:nvGraphicFramePr>
        <p:xfrm>
          <a:off x="1168400" y="1605280"/>
          <a:ext cx="10058400" cy="4423573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1494894677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331129339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4258004478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684666264"/>
                    </a:ext>
                  </a:extLst>
                </a:gridCol>
              </a:tblGrid>
              <a:tr h="402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Batch GD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Stochastic GD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Mini-batch GD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023927"/>
                  </a:ext>
                </a:extLst>
              </a:tr>
              <a:tr h="402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used per update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 samples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One sample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Small batch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0218079"/>
                  </a:ext>
                </a:extLst>
              </a:tr>
              <a:tr h="402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Batch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16–256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626970"/>
                  </a:ext>
                </a:extLst>
              </a:tr>
              <a:tr h="402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Updates per epoch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(N/B)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0119829"/>
                  </a:ext>
                </a:extLst>
              </a:tr>
              <a:tr h="402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Convergence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Smooth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Noisy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Smooth &amp; stable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856026"/>
                  </a:ext>
                </a:extLst>
              </a:tr>
              <a:tr h="402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Slow for large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 but unstable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 &amp; stable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37129"/>
                  </a:ext>
                </a:extLst>
              </a:tr>
              <a:tr h="402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Memory usage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268646"/>
                  </a:ext>
                </a:extLst>
              </a:tr>
              <a:tr h="402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GPU utilization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Excellent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080878"/>
                  </a:ext>
                </a:extLst>
              </a:tr>
              <a:tr h="402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Oscillations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7396150"/>
                  </a:ext>
                </a:extLst>
              </a:tr>
              <a:tr h="402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Escapes local minima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 (due to noise)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Sometimes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0882766"/>
                  </a:ext>
                </a:extLst>
              </a:tr>
              <a:tr h="402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Used in deep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Rare alone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Most common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096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6361027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7DF8-70F8-3F14-46CE-8EA55C0B3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SGD with Gradient Clipping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65E89E-FAE2-B6FF-FB53-636F8CFEF9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5842" y="1391920"/>
                <a:ext cx="10201275" cy="4734350"/>
              </a:xfrm>
            </p:spPr>
            <p:txBody>
              <a:bodyPr>
                <a:normAutofit fontScale="92500" lnSpcReduction="10000"/>
              </a:bodyPr>
              <a:lstStyle/>
              <a:p>
                <a:pPr marL="447675" indent="-90488">
                  <a:buFont typeface="Arial" panose="020B0604020202020204" pitchFamily="34" charset="0"/>
                  <a:buChar char="•"/>
                </a:pPr>
                <a:r>
                  <a:rPr lang="en-US" b="1" dirty="0"/>
                  <a:t>SGD with gradient clipping</a:t>
                </a:r>
                <a:r>
                  <a:rPr lang="en-US" dirty="0"/>
                  <a:t> is Stochastic Gradient Descent where the </a:t>
                </a:r>
                <a:r>
                  <a:rPr lang="en-US" b="1" dirty="0"/>
                  <a:t>gradient is limited (clipped)</a:t>
                </a:r>
                <a:r>
                  <a:rPr lang="en-US" dirty="0"/>
                  <a:t> before updating the parameters.</a:t>
                </a:r>
              </a:p>
              <a:p>
                <a:pPr marL="447675" indent="-90488">
                  <a:buFont typeface="Arial" panose="020B0604020202020204" pitchFamily="34" charset="0"/>
                  <a:buChar char="•"/>
                </a:pPr>
                <a:r>
                  <a:rPr lang="en-US" dirty="0"/>
                  <a:t>This prevents </a:t>
                </a:r>
                <a:r>
                  <a:rPr lang="en-US" b="1" dirty="0"/>
                  <a:t>exploding gradients</a:t>
                </a:r>
                <a:r>
                  <a:rPr lang="en-US" dirty="0"/>
                  <a:t>, especially common in </a:t>
                </a:r>
                <a:r>
                  <a:rPr lang="en-US" b="1" dirty="0"/>
                  <a:t>deep networks and RNNs</a:t>
                </a:r>
                <a:r>
                  <a:rPr lang="en-US" dirty="0"/>
                  <a:t>.</a:t>
                </a:r>
              </a:p>
              <a:p>
                <a:r>
                  <a:rPr lang="en-IN" dirty="0"/>
                  <a:t>In SGD, the update is: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                   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𝜂</m:t>
                    </m:r>
                    <m:r>
                      <m:rPr>
                        <m:nor/>
                      </m:rPr>
                      <a:rPr lang="ar-AE" i="1"/>
                      <m:t> 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ar-AE" b="0" dirty="0"/>
              </a:p>
              <a:p>
                <a:r>
                  <a:rPr lang="en-IN" dirty="0"/>
                  <a:t>If the gradient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dirty="0"/>
                  <a:t>becomes </a:t>
                </a:r>
                <a:r>
                  <a:rPr lang="en-IN" b="1" dirty="0"/>
                  <a:t>very large</a:t>
                </a:r>
                <a:r>
                  <a:rPr lang="en-IN" dirty="0"/>
                  <a:t>, then: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IN" dirty="0"/>
                  <a:t>The update step becomes huge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IN" dirty="0"/>
                  <a:t>Training becomes unstable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IN" dirty="0"/>
                  <a:t>Loss may diverge (</a:t>
                </a:r>
                <a:r>
                  <a:rPr lang="en-IN" dirty="0" err="1"/>
                  <a:t>NaNs</a:t>
                </a:r>
                <a:r>
                  <a:rPr lang="en-IN" dirty="0"/>
                  <a:t>)</a:t>
                </a:r>
              </a:p>
              <a:p>
                <a:endParaRPr lang="en-IN" dirty="0"/>
              </a:p>
              <a:p>
                <a:r>
                  <a:rPr lang="en-IN" dirty="0"/>
                  <a:t> Gradient clipping </a:t>
                </a:r>
                <a:r>
                  <a:rPr lang="en-IN" b="1" dirty="0"/>
                  <a:t>caps the gradient magnitude</a:t>
                </a:r>
                <a:r>
                  <a:rPr lang="en-IN" dirty="0"/>
                  <a:t> to keep updates stable.</a:t>
                </a:r>
              </a:p>
              <a:p>
                <a:pPr marL="447675" indent="-90488">
                  <a:buFont typeface="Arial" panose="020B0604020202020204" pitchFamily="34" charset="0"/>
                  <a:buChar char="•"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65E89E-FAE2-B6FF-FB53-636F8CFEF9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5842" y="1391920"/>
                <a:ext cx="10201275" cy="4734350"/>
              </a:xfrm>
              <a:blipFill>
                <a:blip r:embed="rId2"/>
                <a:stretch>
                  <a:fillRect l="-1553" t="-2059" b="-15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5577009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10BDB-3DC0-726D-CC69-33893C8CA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A63C20-6805-834D-A8DF-ED08D7E71E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Clipping by norm (most common)</a:t>
                </a:r>
              </a:p>
              <a:p>
                <a:r>
                  <a:rPr lang="en-IN" dirty="0"/>
                  <a:t>The </a:t>
                </a:r>
                <a:r>
                  <a:rPr lang="en-IN" b="1" dirty="0"/>
                  <a:t>entire gradient vector</a:t>
                </a:r>
                <a:r>
                  <a:rPr lang="en-IN" dirty="0"/>
                  <a:t> is scaled if its norm exceeds a threshold.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i="1"/>
                      <m:t>if</m:t>
                    </m:r>
                    <m:r>
                      <m:rPr>
                        <m:nor/>
                      </m:rPr>
                      <a:rPr lang="en-IN" i="1"/>
                      <m:t> 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∥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∥&gt;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IN" b="0" dirty="0"/>
              </a:p>
              <a:p>
                <a:r>
                  <a:rPr lang="en-IN" dirty="0"/>
                  <a:t>This </a:t>
                </a:r>
                <a:r>
                  <a:rPr lang="en-IN" b="1" dirty="0"/>
                  <a:t>preserves direction</a:t>
                </a:r>
                <a:r>
                  <a:rPr lang="en-IN" dirty="0"/>
                  <a:t>, only reduces magnitude.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A63C20-6805-834D-A8DF-ED08D7E71E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0" t="-20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1674243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3E33-778A-EDAC-0196-759AC28C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F1E9BE-1B9B-BC00-FD5E-19D67E4BC0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17600" y="1381760"/>
                <a:ext cx="10109517" cy="4744510"/>
              </a:xfrm>
            </p:spPr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b="1" dirty="0"/>
                  <a:t>Given</a:t>
                </a:r>
                <a:endParaRPr lang="en-I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IN" dirty="0"/>
                  <a:t>Gradient: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IN" dirty="0"/>
                  <a:t>Learning rate: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IN" dirty="0"/>
                  <a:t>Clip threshold: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I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b="1" dirty="0"/>
                  <a:t>Step 1: Compute gradient norm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∥=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36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64</m:t>
                          </m:r>
                        </m:e>
                      </m:ra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100</m:t>
                          </m:r>
                        </m:e>
                      </m:ra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dirty="0"/>
                  <a:t>Since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IN" dirty="0"/>
                  <a:t>, clipping is applied.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b="1" dirty="0"/>
                  <a:t>Step 2: Scale the gradient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clipped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b="1" dirty="0"/>
                  <a:t>Step 3: SGD update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dirty="0"/>
                  <a:t>Instead of a large update: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F1E9BE-1B9B-BC00-FD5E-19D67E4BC0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17600" y="1381760"/>
                <a:ext cx="10109517" cy="4744510"/>
              </a:xfrm>
              <a:blipFill>
                <a:blip r:embed="rId2"/>
                <a:stretch>
                  <a:fillRect l="-1507" t="-7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1283814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4F8E4-4B68-6331-CC23-3F4F44606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Momentum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78AE4-2207-EC67-B3D1-2C1E315FB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Momentum is an </a:t>
            </a:r>
            <a:r>
              <a:rPr lang="en-US" b="1" dirty="0"/>
              <a:t>optimization technique</a:t>
            </a:r>
            <a:r>
              <a:rPr lang="en-US" dirty="0"/>
              <a:t> used with Gradient Descent to </a:t>
            </a:r>
            <a:r>
              <a:rPr lang="en-US" b="1" dirty="0"/>
              <a:t>speed up training</a:t>
            </a:r>
            <a:r>
              <a:rPr lang="en-US" dirty="0"/>
              <a:t>, </a:t>
            </a:r>
            <a:r>
              <a:rPr lang="en-US" b="1" dirty="0"/>
              <a:t>reduce oscillations</a:t>
            </a:r>
            <a:r>
              <a:rPr lang="en-US" dirty="0"/>
              <a:t>, and </a:t>
            </a:r>
            <a:r>
              <a:rPr lang="en-US" b="1" dirty="0"/>
              <a:t>improve convergence</a:t>
            </a:r>
            <a:r>
              <a:rPr lang="en-US" dirty="0"/>
              <a:t>, especially in </a:t>
            </a:r>
            <a:r>
              <a:rPr lang="en-US" b="1" dirty="0"/>
              <a:t>deep neural networks</a:t>
            </a:r>
            <a:r>
              <a:rPr lang="en-US" dirty="0"/>
              <a:t>.</a:t>
            </a:r>
          </a:p>
          <a:p>
            <a:r>
              <a:rPr lang="en-IN" b="1" dirty="0"/>
              <a:t>Why Do We Need Momentum?</a:t>
            </a:r>
          </a:p>
          <a:p>
            <a:r>
              <a:rPr lang="en-IN" b="1" dirty="0"/>
              <a:t>Problem with Plain Gradient Descent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Zig-zag movement in </a:t>
            </a:r>
            <a:r>
              <a:rPr lang="en-IN" b="1" dirty="0"/>
              <a:t>ravines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Slow convergence on </a:t>
            </a:r>
            <a:r>
              <a:rPr lang="en-IN" b="1" dirty="0"/>
              <a:t>flat surfaces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Gets stuck near </a:t>
            </a:r>
            <a:r>
              <a:rPr lang="en-IN" b="1" dirty="0"/>
              <a:t>saddle points</a:t>
            </a:r>
            <a:endParaRPr lang="en-IN" dirty="0"/>
          </a:p>
          <a:p>
            <a:r>
              <a:rPr lang="en-IN" dirty="0"/>
              <a:t> Gradient Descent reacts </a:t>
            </a:r>
            <a:r>
              <a:rPr lang="en-IN" b="1" dirty="0"/>
              <a:t>only to current gradient</a:t>
            </a:r>
            <a:r>
              <a:rPr lang="en-IN" dirty="0"/>
              <a:t>, ignoring past trends.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6535035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79521-F3CF-77DE-4088-B45FEE5B6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6ED32-F90C-8DD5-3581-ACA4E820B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of a </a:t>
            </a:r>
            <a:r>
              <a:rPr lang="en-US" b="1" dirty="0"/>
              <a:t>ball rolling downhill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It builds </a:t>
            </a:r>
            <a:r>
              <a:rPr lang="en-US" b="1" dirty="0"/>
              <a:t>velocity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Gains speed in consistent direction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Slows down when direction changes</a:t>
            </a:r>
          </a:p>
          <a:p>
            <a:endParaRPr lang="en-US" dirty="0"/>
          </a:p>
          <a:p>
            <a:r>
              <a:rPr lang="en-US" dirty="0"/>
              <a:t>Momentum uses </a:t>
            </a:r>
            <a:r>
              <a:rPr lang="en-US" b="1" dirty="0"/>
              <a:t>past gradients</a:t>
            </a:r>
            <a:r>
              <a:rPr lang="en-US" dirty="0"/>
              <a:t> to guide current updates.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9985708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76BF6-144E-8228-CC89-58074C458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72DDF-74DD-5F55-8CEC-B5F1BF6D5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842" y="1574800"/>
            <a:ext cx="10201275" cy="4551470"/>
          </a:xfrm>
        </p:spPr>
        <p:txBody>
          <a:bodyPr/>
          <a:lstStyle/>
          <a:p>
            <a:pPr marL="447675" indent="-447675">
              <a:buFont typeface="Wingdings" panose="05000000000000000000" pitchFamily="2" charset="2"/>
              <a:buChar char="§"/>
            </a:pPr>
            <a:r>
              <a:rPr lang="en-US" dirty="0"/>
              <a:t>It is an adaptive optimization algorithm which exponentially uses </a:t>
            </a:r>
            <a:r>
              <a:rPr lang="en-US" b="1" dirty="0"/>
              <a:t>weighted average gradients over previous iterations </a:t>
            </a:r>
            <a:r>
              <a:rPr lang="en-US" dirty="0"/>
              <a:t>to stabilize the convergence, resulting in quicker optimization. </a:t>
            </a:r>
          </a:p>
          <a:p>
            <a:pPr marL="447675" indent="-447675">
              <a:buFont typeface="Wingdings" panose="05000000000000000000" pitchFamily="2" charset="2"/>
              <a:buChar char="§"/>
            </a:pPr>
            <a:r>
              <a:rPr lang="en-US" dirty="0"/>
              <a:t>This is done by adding a </a:t>
            </a:r>
            <a:r>
              <a:rPr lang="en-US" b="1" dirty="0"/>
              <a:t>fraction (gamma) </a:t>
            </a:r>
            <a:r>
              <a:rPr lang="en-US" dirty="0"/>
              <a:t>to the previous iteration values. </a:t>
            </a:r>
          </a:p>
          <a:p>
            <a:pPr marL="447675" indent="-447675">
              <a:buFont typeface="Wingdings" panose="05000000000000000000" pitchFamily="2" charset="2"/>
              <a:buChar char="§"/>
            </a:pPr>
            <a:r>
              <a:rPr lang="en-US" dirty="0"/>
              <a:t>Essentially the momentum term increase when the gradient points are in the same directions and reduce when gradients fluctuate. </a:t>
            </a:r>
          </a:p>
          <a:p>
            <a:pPr marL="447675" indent="-447675">
              <a:buFont typeface="Wingdings" panose="05000000000000000000" pitchFamily="2" charset="2"/>
              <a:buChar char="§"/>
            </a:pPr>
            <a:r>
              <a:rPr lang="en-US" dirty="0"/>
              <a:t>As a result, the value of </a:t>
            </a:r>
            <a:r>
              <a:rPr lang="en-US" b="1" dirty="0"/>
              <a:t>loss function converges faster </a:t>
            </a:r>
            <a:r>
              <a:rPr lang="en-US" dirty="0"/>
              <a:t>than expected.</a:t>
            </a:r>
          </a:p>
          <a:p>
            <a:r>
              <a:rPr lang="en-IN" dirty="0"/>
              <a:t>             </a:t>
            </a:r>
            <a:r>
              <a:rPr lang="fr-FR" b="1" dirty="0" err="1"/>
              <a:t>Cost</a:t>
            </a:r>
            <a:r>
              <a:rPr lang="fr-FR" b="1" dirty="0"/>
              <a:t> </a:t>
            </a:r>
            <a:r>
              <a:rPr lang="fr-FR" b="1" dirty="0" err="1"/>
              <a:t>function</a:t>
            </a:r>
            <a:r>
              <a:rPr lang="fr-FR" b="1" dirty="0"/>
              <a:t>: V</a:t>
            </a:r>
            <a:r>
              <a:rPr lang="fr-FR" b="1" i="1" dirty="0"/>
              <a:t>(t)=</a:t>
            </a:r>
            <a:r>
              <a:rPr lang="fr-FR" b="1" i="1" dirty="0" err="1"/>
              <a:t>γV</a:t>
            </a:r>
            <a:r>
              <a:rPr lang="fr-FR" b="1" i="1" dirty="0"/>
              <a:t>(t−1)+α.∇J(θ)</a:t>
            </a:r>
            <a:endParaRPr lang="fr-FR" i="1" dirty="0"/>
          </a:p>
          <a:p>
            <a:r>
              <a:rPr lang="fr-FR" b="1" i="1" dirty="0"/>
              <a:t>                                     θ=θ - </a:t>
            </a:r>
            <a:r>
              <a:rPr lang="fr-FR" b="1" dirty="0"/>
              <a:t>V</a:t>
            </a:r>
            <a:r>
              <a:rPr lang="fr-FR" b="1" i="1" dirty="0"/>
              <a:t>(t)</a:t>
            </a:r>
            <a:endParaRPr lang="fr-FR" i="1" dirty="0"/>
          </a:p>
          <a:p>
            <a:pPr marL="447675" indent="-447675">
              <a:buFont typeface="Wingdings" panose="05000000000000000000" pitchFamily="2" charset="2"/>
              <a:buChar char="§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6853351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C3D3A-E130-CA58-806E-C1A4DF246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CE9F3-E835-A0B0-37FA-4DD4C9D55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CCD3AFC8-A5B2-8B32-D173-D6D26234F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380" y="1290320"/>
            <a:ext cx="6677995" cy="4893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8849933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FB42C-A00E-5580-42D1-03278491D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SGD with and without Momentum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18425A-403C-08EC-2E33-6C0D049577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IN" b="1" dirty="0"/>
                  <a:t>(A) SGD Without Momentum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borderBox>
                  </m:oMath>
                </a14:m>
                <a:endParaRPr lang="ar-AE" dirty="0"/>
              </a:p>
              <a:p>
                <a:r>
                  <a:rPr lang="en-IN" b="1" dirty="0"/>
                  <a:t>SGD With Momentum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borderBox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borderBox>
                  </m:oMath>
                </a14:m>
                <a:endParaRPr lang="ar-AE" dirty="0"/>
              </a:p>
              <a:p>
                <a:r>
                  <a:rPr lang="en-IN" dirty="0"/>
                  <a:t>Where: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lang="en-US" altLang="en-US" dirty="0" err="1">
                    <a:latin typeface="Arial" panose="020B0604020202020204" pitchFamily="34" charset="0"/>
                  </a:rPr>
                  <a:t>vt</a:t>
                </a:r>
                <a:r>
                  <a:rPr lang="en-US" altLang="en-US" dirty="0">
                    <a:latin typeface="Arial" panose="020B0604020202020204" pitchFamily="34" charset="0"/>
                  </a:rPr>
                  <a:t>​ = velocity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lang="en-US" altLang="en-US" dirty="0" err="1">
                    <a:latin typeface="Arial" panose="020B0604020202020204" pitchFamily="34" charset="0"/>
                  </a:rPr>
                  <a:t>gt</a:t>
                </a:r>
                <a:r>
                  <a:rPr lang="en-US" altLang="en-US" dirty="0">
                    <a:latin typeface="Arial" panose="020B0604020202020204" pitchFamily="34" charset="0"/>
                  </a:rPr>
                  <a:t>=∇J(</a:t>
                </a:r>
                <a:r>
                  <a:rPr lang="en-US" altLang="en-US" dirty="0" err="1">
                    <a:latin typeface="Arial" panose="020B0604020202020204" pitchFamily="34" charset="0"/>
                  </a:rPr>
                  <a:t>θt;xi</a:t>
                </a:r>
                <a:r>
                  <a:rPr lang="en-US" altLang="en-US" dirty="0">
                    <a:latin typeface="Arial" panose="020B0604020202020204" pitchFamily="34" charset="0"/>
                  </a:rPr>
                  <a:t>)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lang="en-US" altLang="en-US" dirty="0">
                    <a:latin typeface="Arial" panose="020B0604020202020204" pitchFamily="34" charset="0"/>
                  </a:rPr>
                  <a:t>β = momentum coefficient (0.9 typical)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18425A-403C-08EC-2E33-6C0D049577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58" t="-2746" b="-23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2087209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DFF06-FC90-00B8-A506-BB3A82EAD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E1F09-51F4-0A03-A89D-076FDB4C6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842" y="1310640"/>
            <a:ext cx="10201275" cy="486643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b="1" dirty="0"/>
              <a:t>SGD Without Momentum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dirty="0" err="1"/>
              <a:t>GivenLearning</a:t>
            </a:r>
            <a:r>
              <a:rPr lang="en-IN" dirty="0"/>
              <a:t> rate 𝛼=0.1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Initial weight 𝑤0=2.0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Gradients from 3 samples: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b="1" dirty="0"/>
              <a:t>Iteration	Gradient1:	0.6	Gradient 2=−0.4	Gradient 3 : 0.5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b="1" dirty="0"/>
              <a:t>Iteration 1 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𝑤1=2.0−0.1(0.6)=1.94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b="1" dirty="0"/>
              <a:t>Iteration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𝑤2=1.94−0.1(−0.4)=1.98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b="1" dirty="0"/>
              <a:t>Iteration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𝑤3=1.98−0.1(0.5)=1.93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 </a:t>
            </a:r>
            <a:r>
              <a:rPr lang="en-IN" b="1" dirty="0"/>
              <a:t>Observation: Weight oscillates back and forth.</a:t>
            </a:r>
          </a:p>
        </p:txBody>
      </p:sp>
    </p:spTree>
    <p:extLst>
      <p:ext uri="{BB962C8B-B14F-4D97-AF65-F5344CB8AC3E}">
        <p14:creationId xmlns:p14="http://schemas.microsoft.com/office/powerpoint/2010/main" val="1705888530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4B39F-B02D-10AD-7D37-52E7717BD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SGD With Momentum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E7E1A3-661C-70A3-9FCE-CA5BF258D1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04240" y="1554480"/>
                <a:ext cx="5059679" cy="457179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IN" b="1" dirty="0"/>
                  <a:t>Given</a:t>
                </a:r>
              </a:p>
              <a:p>
                <a:r>
                  <a:rPr lang="en-IN" dirty="0"/>
                  <a:t>Learning rate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N" dirty="0"/>
              </a:p>
              <a:p>
                <a:r>
                  <a:rPr lang="en-IN" dirty="0"/>
                  <a:t>Momentum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en-IN" dirty="0"/>
              </a:p>
              <a:p>
                <a:r>
                  <a:rPr lang="en-IN" dirty="0"/>
                  <a:t>Initial velocity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r>
                  <a:rPr lang="en-IN" dirty="0"/>
                  <a:t>Initial weight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r>
                  <a:rPr lang="en-IN" dirty="0"/>
                  <a:t>Same gradients as before</a:t>
                </a:r>
              </a:p>
              <a:p>
                <a:r>
                  <a:rPr lang="en-IN" b="1" dirty="0"/>
                  <a:t>Step-by-Step Updates</a:t>
                </a:r>
              </a:p>
              <a:p>
                <a:r>
                  <a:rPr lang="en-IN" b="1" dirty="0"/>
                  <a:t>Iteration 1</a:t>
                </a:r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6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94</m:t>
                    </m:r>
                  </m:oMath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E7E1A3-661C-70A3-9FCE-CA5BF258D1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04240" y="1554480"/>
                <a:ext cx="5059679" cy="4571790"/>
              </a:xfrm>
              <a:blipFill>
                <a:blip r:embed="rId2"/>
                <a:stretch>
                  <a:fillRect l="-1566" t="-22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18DB32A0-B52D-636E-9436-BF691676360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98640" y="1686560"/>
                <a:ext cx="4673601" cy="4571790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 fontScale="92500"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b="1" dirty="0"/>
                  <a:t>Iteration 2</a:t>
                </a:r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14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926</m:t>
                    </m:r>
                  </m:oMath>
                </a14:m>
                <a:endParaRPr lang="en-US" dirty="0"/>
              </a:p>
              <a:p>
                <a:r>
                  <a:rPr lang="en-IN" b="1" dirty="0"/>
                  <a:t>Iteration 3</a:t>
                </a:r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14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626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926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626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8634</m:t>
                    </m:r>
                  </m:oMath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dirty="0"/>
                  <a:t> </a:t>
                </a:r>
                <a:r>
                  <a:rPr lang="en-IN" b="1" dirty="0"/>
                  <a:t>Observation:</a:t>
                </a:r>
                <a:r>
                  <a:rPr lang="en-IN" dirty="0"/>
                  <a:t> Smoother and consistent movement.</a:t>
                </a:r>
              </a:p>
              <a:p>
                <a:endParaRPr lang="ar-AE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18DB32A0-B52D-636E-9436-BF6916763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640" y="1686560"/>
                <a:ext cx="4673601" cy="4571790"/>
              </a:xfrm>
              <a:prstGeom prst="rect">
                <a:avLst/>
              </a:prstGeom>
              <a:blipFill>
                <a:blip r:embed="rId3"/>
                <a:stretch>
                  <a:fillRect l="-3655" t="-1733" r="-5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9337435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</a:t>
            </a:r>
            <a:r>
              <a:rPr lang="en-US" b="1" dirty="0"/>
              <a:t>SGD without Momentum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Solving this objective function using stochastic gradient descent, starting at </a:t>
            </a:r>
            <a:r>
              <a:rPr lang="el-GR" b="1" dirty="0">
                <a:latin typeface="Lucida Sans Unicode"/>
                <a:cs typeface="Lucida Sans Unicode"/>
              </a:rPr>
              <a:t>θ</a:t>
            </a:r>
            <a:r>
              <a:rPr lang="en-US" b="1" baseline="-25000" dirty="0">
                <a:latin typeface="Lucida Sans Unicode"/>
                <a:cs typeface="Lucida Sans Unicode"/>
              </a:rPr>
              <a:t>0</a:t>
            </a:r>
            <a:r>
              <a:rPr lang="en-US" b="1" dirty="0"/>
              <a:t>=−2.8 </a:t>
            </a:r>
            <a:r>
              <a:rPr lang="en-US" dirty="0"/>
              <a:t>and a learning rate of </a:t>
            </a:r>
            <a:r>
              <a:rPr lang="en-US" b="1" dirty="0">
                <a:latin typeface="Lucida Sans Unicode"/>
                <a:cs typeface="Lucida Sans Unicode"/>
              </a:rPr>
              <a:t>Ƴ</a:t>
            </a:r>
            <a:r>
              <a:rPr lang="en-US" b="1" dirty="0"/>
              <a:t>=0.05</a:t>
            </a:r>
            <a:r>
              <a:rPr lang="en-US" dirty="0"/>
              <a:t>, gives a final solution of </a:t>
            </a:r>
            <a:r>
              <a:rPr lang="en-US" b="1" dirty="0"/>
              <a:t>x=−1.59 </a:t>
            </a:r>
            <a:r>
              <a:rPr lang="en-US" dirty="0"/>
              <a:t>and </a:t>
            </a:r>
            <a:r>
              <a:rPr lang="en-US" b="1" dirty="0"/>
              <a:t>y=−1.46</a:t>
            </a:r>
            <a:r>
              <a:rPr lang="en-US" dirty="0"/>
              <a:t>. 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6229" y="1318116"/>
            <a:ext cx="6397625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6400" y="3114040"/>
            <a:ext cx="8839200" cy="1428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83080" y="1310292"/>
            <a:ext cx="7544904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12667" y="2529492"/>
            <a:ext cx="561434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62652" y="5169618"/>
            <a:ext cx="798576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1905000"/>
            <a:ext cx="2068506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1600" y="1828800"/>
            <a:ext cx="4114800" cy="3980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2743200" y="6248400"/>
            <a:ext cx="6331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https://optimization.cbe.cornell.edu/index.php?title=Momentum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SGD with Momentum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8717" y="1371600"/>
            <a:ext cx="10058400" cy="475467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By adding momentum, the solver is able to overcome the hill past the local minimum and settle in the global maximum.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The following example uses a momentum value </a:t>
            </a:r>
            <a:r>
              <a:rPr lang="en-US" b="1" dirty="0"/>
              <a:t>of   µ=0.7   , </a:t>
            </a:r>
            <a:r>
              <a:rPr lang="en-US" dirty="0"/>
              <a:t>a learning rate of </a:t>
            </a:r>
            <a:r>
              <a:rPr lang="en-US" altLang="en-US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 </a:t>
            </a:r>
            <a:r>
              <a:rPr lang="en-US" b="1" dirty="0">
                <a:latin typeface="Lucida Sans Unicode"/>
                <a:cs typeface="Lucida Sans Unicode"/>
              </a:rPr>
              <a:t>Ƴ</a:t>
            </a:r>
            <a:r>
              <a:rPr lang="en-US" b="1" dirty="0"/>
              <a:t>=0.05</a:t>
            </a:r>
            <a:r>
              <a:rPr lang="en-US" altLang="en-US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 and starting point of  </a:t>
            </a:r>
            <a:r>
              <a:rPr lang="en-US" altLang="en-US" b="1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θ=−2.8</a:t>
            </a:r>
            <a:r>
              <a:rPr lang="en-US" altLang="en-US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solver iterates through the following equations: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6248" y="3850535"/>
            <a:ext cx="9080677" cy="1635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AutoShape 2" descr="{\displaystyle \mu =0.7}">
            <a:extLst>
              <a:ext uri="{FF2B5EF4-FFF2-40B4-BE49-F238E27FC236}">
                <a16:creationId xmlns:a16="http://schemas.microsoft.com/office/drawing/2014/main" id="{ECD0DD67-AD01-BD15-F200-6A4FC72390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61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3" descr="{\displaystyle \gamma =0.05}">
            <a:extLst>
              <a:ext uri="{FF2B5EF4-FFF2-40B4-BE49-F238E27FC236}">
                <a16:creationId xmlns:a16="http://schemas.microsoft.com/office/drawing/2014/main" id="{7342CA10-FA2D-9D57-07BB-CBD62389D6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323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4" descr="{\displaystyle \theta _{0}=-2.8}">
            <a:extLst>
              <a:ext uri="{FF2B5EF4-FFF2-40B4-BE49-F238E27FC236}">
                <a16:creationId xmlns:a16="http://schemas.microsoft.com/office/drawing/2014/main" id="{F7C07153-093A-7427-5E99-1B7A65A597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11938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22D2C-CB74-A955-EC45-0AB142FF2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EC7DF-202F-EB69-FD25-3ED519B4E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640" y="1354436"/>
            <a:ext cx="10657839" cy="144972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values of  </a:t>
            </a:r>
            <a:r>
              <a:rPr lang="en-US" b="1" dirty="0"/>
              <a:t>bi  </a:t>
            </a:r>
            <a:r>
              <a:rPr lang="en-US" dirty="0"/>
              <a:t>use momentum and information from previous iterations. For the first iteration</a:t>
            </a:r>
            <a:r>
              <a:rPr lang="en-US" b="1" dirty="0"/>
              <a:t>,  b0 =0 </a:t>
            </a:r>
            <a:r>
              <a:rPr lang="en-US" dirty="0"/>
              <a:t>. Therefore, the first iteration will have the same solution as the example without momentum.</a:t>
            </a:r>
            <a:endParaRPr lang="en-IN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50521" y="3122173"/>
            <a:ext cx="6096000" cy="298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9161" y="3122444"/>
            <a:ext cx="3215959" cy="3207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92345830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67870-8014-F08A-D13A-607ADFA99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842" y="370001"/>
            <a:ext cx="11003598" cy="677258"/>
          </a:xfrm>
        </p:spPr>
        <p:txBody>
          <a:bodyPr>
            <a:noAutofit/>
          </a:bodyPr>
          <a:lstStyle/>
          <a:p>
            <a:r>
              <a:rPr lang="en-US" sz="3600" dirty="0"/>
              <a:t>Nesterov Momentum (Nesterov Accelerated Gradient – NAG)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58499-AC61-2E70-9952-24FACE1F1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641" y="1513840"/>
            <a:ext cx="10312717" cy="4663230"/>
          </a:xfrm>
        </p:spPr>
        <p:txBody>
          <a:bodyPr/>
          <a:lstStyle/>
          <a:p>
            <a:pPr marL="447675" indent="-447675">
              <a:buFont typeface="Wingdings" panose="05000000000000000000" pitchFamily="2" charset="2"/>
              <a:buChar char="§"/>
            </a:pPr>
            <a:r>
              <a:rPr lang="en-US" dirty="0"/>
              <a:t>In momentum-based optimization, the current gradient takes the next step based on previous iteration values. </a:t>
            </a:r>
          </a:p>
          <a:p>
            <a:pPr marL="447675" indent="-447675">
              <a:buFont typeface="Wingdings" panose="05000000000000000000" pitchFamily="2" charset="2"/>
              <a:buChar char="§"/>
            </a:pPr>
            <a:r>
              <a:rPr lang="en-US" dirty="0"/>
              <a:t>But we need a much smarter algorithm that knows when to intuitively stop so that the gradient doesn’t further increase. </a:t>
            </a:r>
          </a:p>
          <a:p>
            <a:pPr marL="447675" indent="-447675">
              <a:buFont typeface="Wingdings" panose="05000000000000000000" pitchFamily="2" charset="2"/>
              <a:buChar char="§"/>
            </a:pPr>
            <a:r>
              <a:rPr lang="en-US" dirty="0"/>
              <a:t>To do this the algorithm should have an approximate idea of the parameter values in its next iteration.</a:t>
            </a:r>
          </a:p>
          <a:p>
            <a:pPr marL="447675" indent="-447675">
              <a:buFont typeface="Wingdings" panose="05000000000000000000" pitchFamily="2" charset="2"/>
              <a:buChar char="§"/>
            </a:pPr>
            <a:r>
              <a:rPr lang="en-US" dirty="0"/>
              <a:t> In doing so we can efficiently look ahead by calculating the gradient values </a:t>
            </a:r>
            <a:r>
              <a:rPr lang="en-US" dirty="0" err="1"/>
              <a:t>wrt</a:t>
            </a:r>
            <a:r>
              <a:rPr lang="en-US" dirty="0"/>
              <a:t> to future position of parameters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0882324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9C071-8481-ECD3-1E17-FFEF0E41A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B266E-8998-51E3-EC39-6FA4DD765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842" y="1361440"/>
            <a:ext cx="10201275" cy="4764830"/>
          </a:xfrm>
        </p:spPr>
        <p:txBody>
          <a:bodyPr>
            <a:normAutofit/>
          </a:bodyPr>
          <a:lstStyle/>
          <a:p>
            <a:pPr marL="447675" indent="-447675">
              <a:buFont typeface="Wingdings" panose="05000000000000000000" pitchFamily="2" charset="2"/>
              <a:buChar char="§"/>
            </a:pPr>
            <a:r>
              <a:rPr lang="en-US" dirty="0"/>
              <a:t>From the previous equation, we know that momentum includes the term [</a:t>
            </a:r>
            <a:r>
              <a:rPr lang="en-US" b="1" dirty="0" err="1"/>
              <a:t>γV</a:t>
            </a:r>
            <a:r>
              <a:rPr lang="en-US" b="1" dirty="0"/>
              <a:t>(t−1)]</a:t>
            </a:r>
            <a:r>
              <a:rPr lang="en-US" dirty="0"/>
              <a:t> to calculate the value of previous iterations. </a:t>
            </a:r>
          </a:p>
          <a:p>
            <a:pPr marL="447675" indent="-447675">
              <a:buFont typeface="Wingdings" panose="05000000000000000000" pitchFamily="2" charset="2"/>
              <a:buChar char="§"/>
            </a:pPr>
            <a:r>
              <a:rPr lang="en-US" dirty="0"/>
              <a:t>Computing (</a:t>
            </a:r>
            <a:r>
              <a:rPr lang="en-US" b="1" dirty="0"/>
              <a:t>θ-</a:t>
            </a:r>
            <a:r>
              <a:rPr lang="en-US" b="1" dirty="0" err="1"/>
              <a:t>γV</a:t>
            </a:r>
            <a:r>
              <a:rPr lang="en-US" b="1" dirty="0"/>
              <a:t>(t−1)</a:t>
            </a:r>
            <a:r>
              <a:rPr lang="en-US" dirty="0"/>
              <a:t>) gives us an approximation of next position of parameters[</a:t>
            </a:r>
            <a:r>
              <a:rPr lang="en-US" b="1" dirty="0"/>
              <a:t>θ</a:t>
            </a:r>
            <a:r>
              <a:rPr lang="en-US" dirty="0"/>
              <a:t>]. </a:t>
            </a:r>
          </a:p>
          <a:p>
            <a:pPr marL="447675" indent="-447675">
              <a:buFont typeface="Wingdings" panose="05000000000000000000" pitchFamily="2" charset="2"/>
              <a:buChar char="§"/>
            </a:pPr>
            <a:r>
              <a:rPr lang="en-US" dirty="0"/>
              <a:t>We can now conclusively look ahead of current parameters by approximating future position with the help of below equation.</a:t>
            </a:r>
          </a:p>
          <a:p>
            <a:endParaRPr lang="en-US" dirty="0"/>
          </a:p>
          <a:p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Momentum: “Move fast, then correct”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NAG: “Look where you’re going, then correct”</a:t>
            </a:r>
            <a:endParaRPr lang="en-IN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B5FA0B19-0B12-D41D-D84A-7A9DDD1A3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16400" y="3742634"/>
            <a:ext cx="5709920" cy="1219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23906793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D5A31-27D9-57AC-7EFE-D5EA7A439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D0D318-62B6-60C5-B035-F5C0516B28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5842" y="1645920"/>
                <a:ext cx="10201275" cy="4480350"/>
              </a:xfrm>
            </p:spPr>
            <p:txBody>
              <a:bodyPr/>
              <a:lstStyle/>
              <a:p>
                <a:r>
                  <a:rPr lang="en-IN" b="1" dirty="0"/>
                  <a:t>Nesterov Momentum – Core Update Rule</a:t>
                </a:r>
              </a:p>
              <a:p>
                <a:r>
                  <a:rPr lang="en-IN" b="1" dirty="0"/>
                  <a:t>Classical Momentum</a:t>
                </a:r>
                <a:endParaRPr lang="en-IN" dirty="0"/>
              </a:p>
              <a:p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𝜇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𝜂</m:t>
                          </m:r>
                          <m:r>
                            <m:rPr>
                              <m:sty m:val="p"/>
                            </m:rPr>
                            <a:rPr lang="ar-AE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mr>
                      <m:m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mr>
                    </m:m>
                  </m:oMath>
                </a14:m>
                <a:endParaRPr lang="ar-AE" dirty="0"/>
              </a:p>
              <a:p>
                <a:r>
                  <a:rPr lang="en-IN" b="1" dirty="0"/>
                  <a:t>Nesterov Momentum (Key Difference)</a:t>
                </a:r>
                <a:br>
                  <a:rPr lang="en-IN" dirty="0"/>
                </a:br>
                <a:r>
                  <a:rPr lang="en-IN" dirty="0"/>
                  <a:t>Gradient is computed </a:t>
                </a:r>
                <a:r>
                  <a:rPr lang="en-IN" b="1" dirty="0"/>
                  <a:t>after looking ahead</a:t>
                </a:r>
                <a:r>
                  <a:rPr lang="en-IN" dirty="0"/>
                  <a:t>:</a:t>
                </a:r>
              </a:p>
              <a:p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𝜇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𝜂</m:t>
                          </m:r>
                          <m:r>
                            <m:rPr>
                              <m:sty m:val="p"/>
                            </m:rPr>
                            <a:rPr lang="ar-AE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mr>
                      <m:m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mr>
                    </m:m>
                  </m:oMath>
                </a14:m>
                <a:endParaRPr lang="ar-AE" dirty="0"/>
              </a:p>
              <a:p>
                <a:endParaRPr lang="en-IN" dirty="0"/>
              </a:p>
              <a:p>
                <a:r>
                  <a:rPr lang="en-IN" b="1" dirty="0"/>
                  <a:t> </a:t>
                </a:r>
                <a:r>
                  <a:rPr lang="en-IN" b="1" i="1" dirty="0"/>
                  <a:t>“Think first, then step”</a:t>
                </a:r>
                <a:r>
                  <a:rPr lang="en-IN" b="1" dirty="0"/>
                  <a:t> instead of </a:t>
                </a:r>
                <a:r>
                  <a:rPr lang="en-IN" b="1" i="1" dirty="0"/>
                  <a:t>“step blindly, then think”</a:t>
                </a:r>
                <a:r>
                  <a:rPr lang="en-IN" b="1" dirty="0"/>
                  <a:t>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D0D318-62B6-60C5-B035-F5C0516B28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5842" y="1645920"/>
                <a:ext cx="10201275" cy="4480350"/>
              </a:xfrm>
              <a:blipFill>
                <a:blip r:embed="rId2"/>
                <a:stretch>
                  <a:fillRect l="-896" t="-1905" b="-14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3012430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E4B8E-5E83-0AE0-2C78-12E472261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91372B-EDF4-A806-C177-0859E9A02C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5842" y="1544320"/>
                <a:ext cx="10201275" cy="458195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IN" b="1" dirty="0"/>
                  <a:t>Given</a:t>
                </a:r>
              </a:p>
              <a:p>
                <a:r>
                  <a:rPr lang="en-IN" dirty="0"/>
                  <a:t>Objective: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ar-AE">
                        <a:latin typeface="Cambria Math" panose="02040503050406030204" pitchFamily="18" charset="0"/>
                      </a:rPr>
                      <m:t>∇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ar-AE" dirty="0"/>
              </a:p>
              <a:p>
                <a:r>
                  <a:rPr lang="en-IN" dirty="0"/>
                  <a:t>Learning rate:</a:t>
                </a:r>
                <a:br>
                  <a:rPr lang="en-IN" dirty="0"/>
                </a:b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N" dirty="0"/>
              </a:p>
              <a:p>
                <a:r>
                  <a:rPr lang="en-IN" dirty="0"/>
                  <a:t>Momentum:</a:t>
                </a:r>
                <a:br>
                  <a:rPr lang="en-IN" dirty="0"/>
                </a:b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en-IN" dirty="0"/>
              </a:p>
              <a:p>
                <a:r>
                  <a:rPr lang="en-IN" dirty="0"/>
                  <a:t>Initial weight:</a:t>
                </a:r>
                <a:br>
                  <a:rPr lang="en-IN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ar-AE" dirty="0"/>
              </a:p>
              <a:p>
                <a:r>
                  <a:rPr lang="en-IN" dirty="0"/>
                  <a:t>Initial velocity:</a:t>
                </a:r>
                <a:br>
                  <a:rPr lang="en-IN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91372B-EDF4-A806-C177-0859E9A02C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5842" y="1544320"/>
                <a:ext cx="10201275" cy="4581950"/>
              </a:xfrm>
              <a:blipFill>
                <a:blip r:embed="rId2"/>
                <a:stretch>
                  <a:fillRect l="-1792" t="-25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6052594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244C2-CC20-36D5-8D74-542BEABCE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900108-4845-168A-3617-AA6C7662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5842" y="1534160"/>
                <a:ext cx="10201275" cy="4592110"/>
              </a:xfrm>
            </p:spPr>
            <p:txBody>
              <a:bodyPr>
                <a:normAutofit/>
              </a:bodyPr>
              <a:lstStyle/>
              <a:p>
                <a:r>
                  <a:rPr lang="en-IN" b="1" dirty="0"/>
                  <a:t>Iteration 1</a:t>
                </a:r>
              </a:p>
              <a:p>
                <a:r>
                  <a:rPr lang="en-IN" b="1" dirty="0"/>
                  <a:t>Look-ahead position</a:t>
                </a:r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𝜇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ar-AE" dirty="0"/>
              </a:p>
              <a:p>
                <a:r>
                  <a:rPr lang="en-IN" b="1" dirty="0"/>
                  <a:t>Gradient at look-ahead</a:t>
                </a:r>
                <a:endParaRPr lang="en-IN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lang="ar-AE" dirty="0"/>
              </a:p>
              <a:p>
                <a:r>
                  <a:rPr lang="en-IN" b="1" dirty="0"/>
                  <a:t>Velocity update</a:t>
                </a:r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dirty="0"/>
              </a:p>
              <a:p>
                <a:r>
                  <a:rPr lang="en-IN" b="1" dirty="0"/>
                  <a:t>Parameter update</a:t>
                </a:r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900108-4845-168A-3617-AA6C76626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5842" y="1534160"/>
                <a:ext cx="10201275" cy="4592110"/>
              </a:xfrm>
              <a:blipFill>
                <a:blip r:embed="rId2"/>
                <a:stretch>
                  <a:fillRect l="-1792" t="-18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7955201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8CAA8-8C9C-9C57-84B4-731ECCB66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E40A2D-9827-A53F-925E-0641D61706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5842" y="1513840"/>
                <a:ext cx="10201275" cy="4612430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IN" b="1" dirty="0"/>
                  <a:t>Iteration 2</a:t>
                </a:r>
              </a:p>
              <a:p>
                <a:r>
                  <a:rPr lang="en-IN" b="1" dirty="0"/>
                  <a:t>Look-ahead</a:t>
                </a:r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𝜇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dirty="0"/>
              </a:p>
              <a:p>
                <a:r>
                  <a:rPr lang="en-IN" b="1" dirty="0"/>
                  <a:t>Gradient</a:t>
                </a:r>
                <a:endParaRPr lang="en-IN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6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ar-AE" dirty="0"/>
              </a:p>
              <a:p>
                <a:r>
                  <a:rPr lang="en-IN" b="1" dirty="0"/>
                  <a:t>Velocity</a:t>
                </a:r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62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endParaRPr lang="ar-AE" dirty="0"/>
              </a:p>
              <a:p>
                <a:r>
                  <a:rPr lang="en-IN" b="1" dirty="0"/>
                  <a:t>Weight</a:t>
                </a:r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endParaRPr lang="ar-AE" dirty="0"/>
              </a:p>
              <a:p>
                <a:endParaRPr lang="en-IN" dirty="0"/>
              </a:p>
              <a:p>
                <a:r>
                  <a:rPr lang="en-IN" dirty="0"/>
                  <a:t> </a:t>
                </a:r>
                <a:r>
                  <a:rPr lang="en-IN" b="1" dirty="0"/>
                  <a:t>Faster convergence than normal momentum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E40A2D-9827-A53F-925E-0641D61706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5842" y="1513840"/>
                <a:ext cx="10201275" cy="4612430"/>
              </a:xfrm>
              <a:blipFill>
                <a:blip r:embed="rId2"/>
                <a:stretch>
                  <a:fillRect l="-1493" t="-23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7533546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F182F-2DA4-6881-37EF-37613BBF3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AdaGrad</a:t>
            </a:r>
            <a:r>
              <a:rPr lang="en-US" dirty="0"/>
              <a:t> </a:t>
            </a:r>
            <a:r>
              <a:rPr lang="en-IN" dirty="0"/>
              <a:t>(Adaptive Gradient Algorithm)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39A59-182F-B9E9-005B-B94727B74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040" y="1412240"/>
            <a:ext cx="11145520" cy="4947920"/>
          </a:xfrm>
        </p:spPr>
        <p:txBody>
          <a:bodyPr>
            <a:normAutofit fontScale="92500"/>
          </a:bodyPr>
          <a:lstStyle/>
          <a:p>
            <a:pPr marL="263525" indent="-263525">
              <a:buFont typeface="Arial" panose="020B0604020202020204" pitchFamily="34" charset="0"/>
              <a:buChar char="•"/>
            </a:pPr>
            <a:r>
              <a:rPr lang="en-US" dirty="0"/>
              <a:t>Adaptive Gradient as the name suggests adopts </a:t>
            </a:r>
            <a:r>
              <a:rPr lang="en-US" b="1" dirty="0"/>
              <a:t>the learning rate of parameters by updating it at each iteration depending on the position it is present</a:t>
            </a:r>
            <a:r>
              <a:rPr lang="en-US" dirty="0"/>
              <a:t>, </a:t>
            </a:r>
            <a:r>
              <a:rPr lang="en-US" dirty="0" err="1"/>
              <a:t>i.e</a:t>
            </a:r>
            <a:r>
              <a:rPr lang="en-US" dirty="0"/>
              <a:t>- by adapting </a:t>
            </a:r>
            <a:r>
              <a:rPr lang="en-US" b="1" dirty="0"/>
              <a:t>slower learning rates when features are occurring frequently</a:t>
            </a:r>
            <a:r>
              <a:rPr lang="en-US" dirty="0"/>
              <a:t> and </a:t>
            </a:r>
            <a:r>
              <a:rPr lang="en-US" b="1" dirty="0"/>
              <a:t>adapting higher learning rate when features are infrequent.</a:t>
            </a:r>
          </a:p>
          <a:p>
            <a:pPr marL="263525" indent="-263525">
              <a:buFont typeface="Arial" panose="020B0604020202020204" pitchFamily="34" charset="0"/>
              <a:buChar char="•"/>
            </a:pPr>
            <a:r>
              <a:rPr lang="en-US" dirty="0"/>
              <a:t>Technically it acts on </a:t>
            </a:r>
            <a:r>
              <a:rPr lang="en-US" b="1" dirty="0"/>
              <a:t>learning rate parameter by dividing the learning rate by the square root of gamma, which is the summation of all gradients squared</a:t>
            </a:r>
            <a:r>
              <a:rPr lang="en-US" dirty="0"/>
              <a:t>.</a:t>
            </a:r>
          </a:p>
          <a:p>
            <a:pPr marL="263525" indent="-263525">
              <a:buFont typeface="Arial" panose="020B0604020202020204" pitchFamily="34" charset="0"/>
              <a:buChar char="•"/>
            </a:pPr>
            <a:r>
              <a:rPr lang="en-US" dirty="0"/>
              <a:t>In the update rule, </a:t>
            </a:r>
            <a:r>
              <a:rPr lang="en-US" dirty="0" err="1"/>
              <a:t>AdaGrad</a:t>
            </a:r>
            <a:r>
              <a:rPr lang="en-US" dirty="0"/>
              <a:t> modifies the general learning rate N at each step for all the parameters based on past computations. </a:t>
            </a:r>
          </a:p>
          <a:p>
            <a:pPr marL="263525" indent="-263525">
              <a:buFont typeface="Arial" panose="020B0604020202020204" pitchFamily="34" charset="0"/>
              <a:buChar char="•"/>
            </a:pPr>
            <a:r>
              <a:rPr lang="en-US" dirty="0"/>
              <a:t>One of the biggest disadvantages is the accumulation of squared gradients in the denominator.</a:t>
            </a:r>
          </a:p>
          <a:p>
            <a:pPr marL="263525" indent="-263525">
              <a:buFont typeface="Arial" panose="020B0604020202020204" pitchFamily="34" charset="0"/>
              <a:buChar char="•"/>
            </a:pPr>
            <a:r>
              <a:rPr lang="en-US" dirty="0"/>
              <a:t> Since every added term is positive, the accumulated sum keeps growing during the training.</a:t>
            </a:r>
          </a:p>
          <a:p>
            <a:pPr marL="263525" indent="-263525">
              <a:buFont typeface="Arial" panose="020B0604020202020204" pitchFamily="34" charset="0"/>
              <a:buChar char="•"/>
            </a:pPr>
            <a:r>
              <a:rPr lang="en-US" dirty="0"/>
              <a:t> This makes the learning rate to shrink and eventually become small. </a:t>
            </a:r>
          </a:p>
          <a:p>
            <a:pPr marL="263525" indent="-263525">
              <a:buFont typeface="Arial" panose="020B0604020202020204" pitchFamily="34" charset="0"/>
              <a:buChar char="•"/>
            </a:pPr>
            <a:r>
              <a:rPr lang="en-US" dirty="0"/>
              <a:t>This method is not very sensitive to master step size and also converges faster.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9070704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3F90F-6EE9-CAD4-97E2-4A1814259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A03A5-12B8-4E22-2A82-A5BC7933A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880" y="1402080"/>
            <a:ext cx="10282237" cy="4724190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en-US" b="1" dirty="0"/>
              <a:t>Initialization</a:t>
            </a:r>
            <a:r>
              <a:rPr lang="en-US" dirty="0"/>
              <a:t>: Begin with random values for the model’s parameters and initialize a gradient accumulation variable, typically a vector of zeros, of the same size as the parameters.</a:t>
            </a:r>
            <a:br>
              <a:rPr lang="en-US" dirty="0"/>
            </a:br>
            <a:endParaRPr lang="en-US" dirty="0"/>
          </a:p>
          <a:p>
            <a:pPr lvl="1"/>
            <a:r>
              <a:rPr lang="en-US" b="1" dirty="0"/>
              <a:t>Gradient computation</a:t>
            </a:r>
            <a:r>
              <a:rPr lang="en-US" dirty="0"/>
              <a:t>: Square and accumulate the gradients in the gradient accumulation variable, which consequently tracks the sum of squares of the gradients for each parameter.</a:t>
            </a:r>
            <a:br>
              <a:rPr lang="en-US" dirty="0"/>
            </a:br>
            <a:endParaRPr lang="en-US" dirty="0"/>
          </a:p>
          <a:p>
            <a:pPr lvl="1"/>
            <a:r>
              <a:rPr lang="en-US" b="1" dirty="0"/>
              <a:t>Adjust learning rate</a:t>
            </a:r>
            <a:r>
              <a:rPr lang="en-US" dirty="0"/>
              <a:t>: Modify the learning rate for each parameter inversely proportional to the square root of its accumulated gradient, ensuring parameters with smaller gradients to have larger updates.</a:t>
            </a:r>
            <a:br>
              <a:rPr lang="en-US" dirty="0"/>
            </a:br>
            <a:endParaRPr lang="en-US" dirty="0"/>
          </a:p>
          <a:p>
            <a:pPr lvl="1"/>
            <a:r>
              <a:rPr lang="en-US" b="1" dirty="0"/>
              <a:t>Update parameters</a:t>
            </a:r>
            <a:r>
              <a:rPr lang="en-US" dirty="0"/>
              <a:t>: Update each parameter using its adjusted learning rate and the computed gradient.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Mathematical representation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parameter update rule for adaptive gradient can be represented as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3045154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89102-2542-D02F-B6BC-93078AEAE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56550009-1BC0-EB21-3DE2-A8E07C6777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032" y="2101056"/>
            <a:ext cx="7926729" cy="1353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4F88E2-E4E8-B93D-618F-D62F8359A3FD}"/>
              </a:ext>
            </a:extLst>
          </p:cNvPr>
          <p:cNvSpPr txBox="1"/>
          <p:nvPr/>
        </p:nvSpPr>
        <p:spPr>
          <a:xfrm>
            <a:off x="1112520" y="3856165"/>
            <a:ext cx="996696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BM Plex Sans" panose="020B0503050203000203" pitchFamily="34" charset="0"/>
              </a:rPr>
              <a:t>Where </a:t>
            </a:r>
            <a:r>
              <a:rPr lang="en-US" b="0" i="1" dirty="0">
                <a:effectLst/>
                <a:latin typeface="IBM Plex Sans" panose="020B0503050203000203" pitchFamily="34" charset="0"/>
              </a:rPr>
              <a:t>w</a:t>
            </a:r>
            <a:r>
              <a:rPr lang="en-US" b="0" i="0" dirty="0">
                <a:effectLst/>
                <a:latin typeface="IBM Plex Sans" panose="020B0503050203000203" pitchFamily="34" charset="0"/>
              </a:rPr>
              <a:t> represents the model’s parameters (weights),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BM Plex Sans" panose="020B0503050203000203" pitchFamily="34" charset="0"/>
              </a:rPr>
              <a:t>𝛼 is the initial learning rate, 𝘎 is the accumulation of the squared gradients,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ϵ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effectLst/>
                <a:latin typeface="IBM Plex Sans" panose="020B0503050203000203" pitchFamily="34" charset="0"/>
              </a:rPr>
              <a:t>is a small smoothing term to prevent division by zero, and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BM Plex Sans" panose="020B0503050203000203" pitchFamily="34" charset="0"/>
              </a:rPr>
              <a:t>∆𝘸𝘑(𝘸) is the gradient of the cost function 𝐽</a:t>
            </a:r>
            <a:r>
              <a:rPr lang="en-US" b="0" i="1" dirty="0">
                <a:effectLst/>
                <a:latin typeface="IBM Plex Sans" panose="020B0503050203000203" pitchFamily="34" charset="0"/>
              </a:rPr>
              <a:t>(w)</a:t>
            </a:r>
            <a:r>
              <a:rPr lang="en-US" b="0" i="0" dirty="0">
                <a:effectLst/>
                <a:latin typeface="IBM Plex Sans" panose="020B0503050203000203" pitchFamily="34" charset="0"/>
              </a:rPr>
              <a:t> for the training samples with respect to </a:t>
            </a:r>
            <a:r>
              <a:rPr lang="en-US" b="0" i="1" dirty="0">
                <a:effectLst/>
                <a:latin typeface="IBM Plex Sans" panose="020B0503050203000203" pitchFamily="34" charset="0"/>
              </a:rPr>
              <a:t>w</a:t>
            </a:r>
            <a:r>
              <a:rPr lang="en-US" b="0" i="0" dirty="0">
                <a:effectLst/>
                <a:latin typeface="IBM Plex Sans" panose="020B0503050203000203" pitchFamily="34" charset="0"/>
              </a:rPr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8382872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267BC-A6E4-46AE-99C8-1A627568C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5366C-D95F-9BE6-A449-0E1D4BE9C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Advantages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Adaptive learning rates</a:t>
            </a:r>
            <a:r>
              <a:rPr lang="en-US" dirty="0"/>
              <a:t>: By adjusting the learning rates based on past gradients, </a:t>
            </a:r>
            <a:r>
              <a:rPr lang="en-US" dirty="0" err="1"/>
              <a:t>AdaGrad</a:t>
            </a:r>
            <a:r>
              <a:rPr lang="en-US" dirty="0"/>
              <a:t> can effectively handle data with sparse features and different scales.</a:t>
            </a:r>
            <a:br>
              <a:rPr lang="en-US" dirty="0"/>
            </a:br>
            <a:endParaRPr lang="en-US" dirty="0"/>
          </a:p>
          <a:p>
            <a:pPr lvl="1"/>
            <a:r>
              <a:rPr lang="en-US" b="1" dirty="0"/>
              <a:t>Simplicity and efficiency</a:t>
            </a:r>
            <a:r>
              <a:rPr lang="en-US" dirty="0"/>
              <a:t>: </a:t>
            </a:r>
            <a:r>
              <a:rPr lang="en-US" dirty="0" err="1"/>
              <a:t>AdaGrad</a:t>
            </a:r>
            <a:r>
              <a:rPr lang="en-US" dirty="0"/>
              <a:t> simplifies the need for manual tuning of the learning rate, making the optimization process more straightforward.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Challenges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Diminishing learning rates</a:t>
            </a:r>
            <a:r>
              <a:rPr lang="en-US" dirty="0"/>
              <a:t>: As training progresses, the accumulated squared gradients can grow very large, causing the learning rates to shrink and become infinitesimally small. This can prematurely halt the learning process.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1556884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EA786-1AE0-8023-F50D-6E3937CE6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05EBCA-80FA-C61F-E6D7-5276B50329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5842" y="1605280"/>
                <a:ext cx="10201275" cy="4520990"/>
              </a:xfrm>
            </p:spPr>
            <p:txBody>
              <a:bodyPr/>
              <a:lstStyle/>
              <a:p>
                <a:r>
                  <a:rPr lang="en-IN" b="1" dirty="0"/>
                  <a:t>Given</a:t>
                </a:r>
              </a:p>
              <a:p>
                <a:r>
                  <a:rPr lang="en-IN" dirty="0"/>
                  <a:t>Initial weight: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lang="ar-AE" dirty="0"/>
              </a:p>
              <a:p>
                <a:r>
                  <a:rPr lang="en-IN" dirty="0"/>
                  <a:t>Learning rate: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endParaRPr lang="ar-AE" dirty="0"/>
              </a:p>
              <a:p>
                <a:r>
                  <a:rPr lang="en-IN" dirty="0"/>
                  <a:t>Gradients over iterations: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05EBCA-80FA-C61F-E6D7-5276B50329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5842" y="1605280"/>
                <a:ext cx="10201275" cy="4520990"/>
              </a:xfrm>
              <a:blipFill>
                <a:blip r:embed="rId2"/>
                <a:stretch>
                  <a:fillRect l="-1792" t="-18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FDDF27-588F-9B44-3ACA-47C5668F70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628600"/>
              </p:ext>
            </p:extLst>
          </p:nvPr>
        </p:nvGraphicFramePr>
        <p:xfrm>
          <a:off x="1168717" y="4182744"/>
          <a:ext cx="3281363" cy="1463040"/>
        </p:xfrm>
        <a:graphic>
          <a:graphicData uri="http://schemas.openxmlformats.org/drawingml/2006/table">
            <a:tbl>
              <a:tblPr/>
              <a:tblGrid>
                <a:gridCol w="1432243">
                  <a:extLst>
                    <a:ext uri="{9D8B030D-6E8A-4147-A177-3AD203B41FA5}">
                      <a16:colId xmlns:a16="http://schemas.microsoft.com/office/drawing/2014/main" val="980880098"/>
                    </a:ext>
                  </a:extLst>
                </a:gridCol>
                <a:gridCol w="1849120">
                  <a:extLst>
                    <a:ext uri="{9D8B030D-6E8A-4147-A177-3AD203B41FA5}">
                      <a16:colId xmlns:a16="http://schemas.microsoft.com/office/drawing/2014/main" val="992386536"/>
                    </a:ext>
                  </a:extLst>
                </a:gridCol>
              </a:tblGrid>
              <a:tr h="3598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Iteration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559"/>
                  </a:ext>
                </a:extLst>
              </a:tr>
              <a:tr h="3598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( g_1 = 2 )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486448"/>
                  </a:ext>
                </a:extLst>
              </a:tr>
              <a:tr h="3598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( g_2 = 2 )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8742827"/>
                  </a:ext>
                </a:extLst>
              </a:tr>
              <a:tr h="3598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( g_3 = 2 )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9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5126994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E2052-8542-C228-7BD6-85F8A27D5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1B13EA-77CD-3B7C-7646-22DD48ADAF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0720" y="1532746"/>
                <a:ext cx="10444480" cy="4644534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IN" sz="1800" b="1" dirty="0"/>
                  <a:t>Iteration 1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sz="1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ar-AE" sz="1800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10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8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10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ar-AE" sz="1800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IN" sz="1800" b="1" dirty="0"/>
                  <a:t> Iteration 2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sz="1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ar-AE" sz="1800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9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8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9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707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8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293</m:t>
                    </m:r>
                  </m:oMath>
                </a14:m>
                <a:endParaRPr lang="ar-AE" sz="1800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IN" sz="1800" b="1" dirty="0"/>
                  <a:t> Iteration 3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8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sz="1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lang="ar-AE" sz="1800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8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293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8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8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293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577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7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716</m:t>
                    </m:r>
                  </m:oMath>
                </a14:m>
                <a:endParaRPr lang="ar-AE" sz="1800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IN" sz="1800" dirty="0"/>
                  <a:t> </a:t>
                </a:r>
                <a:r>
                  <a:rPr lang="en-IN" sz="1800" b="1" dirty="0"/>
                  <a:t>Learning rate automatically decreases over time</a:t>
                </a:r>
                <a:endParaRPr lang="en-IN" sz="1800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endParaRPr lang="en-IN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1B13EA-77CD-3B7C-7646-22DD48ADAF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0720" y="1532746"/>
                <a:ext cx="10444480" cy="4644534"/>
              </a:xfrm>
              <a:blipFill>
                <a:blip r:embed="rId2"/>
                <a:stretch>
                  <a:fillRect l="-5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3748121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C859A-BCBD-5A5E-3B6C-EC5623F6A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RMSprop (Root Mean Square Propagation)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B32DF-1179-F4B7-EF62-0473755F4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760" y="1320800"/>
            <a:ext cx="10657840" cy="4734560"/>
          </a:xfrm>
        </p:spPr>
        <p:txBody>
          <a:bodyPr>
            <a:normAutofit/>
          </a:bodyPr>
          <a:lstStyle/>
          <a:p>
            <a:pPr marL="447675" indent="-447675">
              <a:buFont typeface="Arial" panose="020B0604020202020204" pitchFamily="34" charset="0"/>
              <a:buChar char="•"/>
            </a:pPr>
            <a:r>
              <a:rPr lang="en-US" dirty="0"/>
              <a:t>Root Mean Squared Prop is another adaptive learning rate method that tries to improve </a:t>
            </a:r>
            <a:r>
              <a:rPr lang="en-US" dirty="0" err="1"/>
              <a:t>AdaGrad</a:t>
            </a:r>
            <a:r>
              <a:rPr lang="en-US" dirty="0"/>
              <a:t>. </a:t>
            </a:r>
          </a:p>
          <a:p>
            <a:pPr marL="447675" indent="-447675">
              <a:buFont typeface="Arial" panose="020B0604020202020204" pitchFamily="34" charset="0"/>
              <a:buChar char="•"/>
            </a:pPr>
            <a:r>
              <a:rPr lang="en-US" dirty="0"/>
              <a:t>Instead of taking cumulative sum of squared gradients like in </a:t>
            </a:r>
            <a:r>
              <a:rPr lang="en-US" dirty="0" err="1"/>
              <a:t>AdaGrad</a:t>
            </a:r>
            <a:r>
              <a:rPr lang="en-US" dirty="0"/>
              <a:t>, we take the exponential moving average.</a:t>
            </a:r>
          </a:p>
          <a:p>
            <a:pPr marL="447675" indent="-447675">
              <a:buFont typeface="Arial" panose="020B0604020202020204" pitchFamily="34" charset="0"/>
              <a:buChar char="•"/>
            </a:pPr>
            <a:r>
              <a:rPr lang="en-US" dirty="0"/>
              <a:t> The first step in both </a:t>
            </a:r>
            <a:r>
              <a:rPr lang="en-US" dirty="0" err="1"/>
              <a:t>AdaGrad</a:t>
            </a:r>
            <a:r>
              <a:rPr lang="en-US" dirty="0"/>
              <a:t> and </a:t>
            </a:r>
            <a:r>
              <a:rPr lang="en-US" dirty="0" err="1"/>
              <a:t>RMSProp</a:t>
            </a:r>
            <a:r>
              <a:rPr lang="en-US" dirty="0"/>
              <a:t> is identical. </a:t>
            </a:r>
            <a:r>
              <a:rPr lang="en-US" dirty="0" err="1"/>
              <a:t>RMSProp</a:t>
            </a:r>
            <a:r>
              <a:rPr lang="en-US" dirty="0"/>
              <a:t> simply divides learning rate by an </a:t>
            </a:r>
            <a:r>
              <a:rPr lang="en-US" b="1" dirty="0"/>
              <a:t>exponentially decaying average.</a:t>
            </a:r>
          </a:p>
          <a:p>
            <a:pPr marL="447675" indent="-447675">
              <a:buFont typeface="Arial" panose="020B0604020202020204" pitchFamily="34" charset="0"/>
              <a:buChar char="•"/>
            </a:pPr>
            <a:r>
              <a:rPr lang="en-US" b="1" dirty="0"/>
              <a:t>Objective</a:t>
            </a:r>
            <a:r>
              <a:rPr lang="en-US" dirty="0"/>
              <a:t>: RMSprop, like its predecessors, aims to optimize the model’s parameters to minimize the cost function. </a:t>
            </a:r>
          </a:p>
          <a:p>
            <a:pPr marL="447675" indent="-447675">
              <a:buFont typeface="Arial" panose="020B0604020202020204" pitchFamily="34" charset="0"/>
              <a:buChar char="•"/>
            </a:pPr>
            <a:r>
              <a:rPr lang="en-US" dirty="0"/>
              <a:t>Its key innovation lies in adjusting the learning rate for each parameter using a moving average of recent squared gradients, ensuring efficient and stable convergence.</a:t>
            </a:r>
          </a:p>
          <a:p>
            <a:pPr marL="447675" indent="-447675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071462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15F92-07C2-2F6F-24EF-E74A15377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7F5BC-9E52-5ED9-EF84-09F94B736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842" y="1422400"/>
            <a:ext cx="10201275" cy="470387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Initialization</a:t>
            </a:r>
            <a:r>
              <a:rPr lang="en-US" dirty="0"/>
              <a:t>: Start with random initial values for the model’s parameters and initialize a running average of squared gradients, typically as a vector of zeros of the same size as the parameters.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Compute gradient</a:t>
            </a:r>
            <a:r>
              <a:rPr lang="en-US" dirty="0"/>
              <a:t>: Calculate the gradient of the cost function with respect to each parameter using a selected subset of the training data (mini-batch).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Update squared gradient average</a:t>
            </a:r>
            <a:r>
              <a:rPr lang="en-US" dirty="0"/>
              <a:t>: Update the running average of squared gradients using a decay factor, γ, often set to 0.9. This moving average emphasizes more recent gradients, preventing the learning rate from diminishing too rapidly.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Adjust learning rate</a:t>
            </a:r>
            <a:r>
              <a:rPr lang="en-US" dirty="0"/>
              <a:t>: Scale down the gradient by the square root of the updated running average, normalizing the updates and allowing for a consistent pace of learning across parameters.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Update parameters</a:t>
            </a:r>
            <a:r>
              <a:rPr lang="en-US" dirty="0"/>
              <a:t>: Apply the adjusted gradients to update the model’s parameters.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6881160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42FE2-9011-6B8C-1BFD-3218FD668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5F2E6-3CB7-EBD3-71AF-3B780415A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242424"/>
                </a:solidFill>
                <a:latin typeface="source-serif-pro"/>
              </a:rPr>
              <a:t>The </a:t>
            </a:r>
            <a:r>
              <a:rPr lang="en-US" altLang="en-US" b="1" dirty="0" err="1">
                <a:solidFill>
                  <a:srgbClr val="242424"/>
                </a:solidFill>
                <a:latin typeface="source-serif-pro"/>
              </a:rPr>
              <a:t>RMSProp</a:t>
            </a:r>
            <a:r>
              <a:rPr lang="en-US" altLang="en-US" b="1" dirty="0">
                <a:solidFill>
                  <a:srgbClr val="242424"/>
                </a:solidFill>
                <a:latin typeface="source-serif-pro"/>
              </a:rPr>
              <a:t> formula</a:t>
            </a:r>
            <a:r>
              <a:rPr lang="en-US" altLang="en-US" dirty="0">
                <a:solidFill>
                  <a:srgbClr val="242424"/>
                </a:solidFill>
                <a:latin typeface="source-serif-pro"/>
              </a:rPr>
              <a:t> can be written as:</a:t>
            </a:r>
            <a:endParaRPr lang="en-US" altLang="en-US" sz="105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  </a:t>
            </a:r>
            <a:r>
              <a:rPr lang="en-US" altLang="en-US" sz="3200" dirty="0">
                <a:latin typeface="Arial" panose="020B0604020202020204" pitchFamily="34" charset="0"/>
              </a:rPr>
              <a:t>            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3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3200" dirty="0">
                <a:latin typeface="Arial" panose="020B0604020202020204" pitchFamily="34" charset="0"/>
              </a:rPr>
              <a:t>                 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242424"/>
                </a:solidFill>
                <a:latin typeface="source-serif-pro"/>
              </a:rPr>
              <a:t>Here:</a:t>
            </a:r>
            <a:endParaRPr lang="en-US" altLang="en-US" sz="105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rgbClr val="242424"/>
                </a:solidFill>
                <a:latin typeface="source-serif-pro"/>
              </a:rPr>
              <a:t>v(t)​ is the accumulated moving average of squared gradients at time </a:t>
            </a:r>
            <a:r>
              <a:rPr lang="en-US" altLang="en-US" dirty="0" err="1">
                <a:solidFill>
                  <a:srgbClr val="242424"/>
                </a:solidFill>
                <a:latin typeface="source-serif-pro"/>
              </a:rPr>
              <a:t>ttt</a:t>
            </a:r>
            <a:r>
              <a:rPr lang="en-US" altLang="en-US" dirty="0">
                <a:solidFill>
                  <a:srgbClr val="242424"/>
                </a:solidFill>
                <a:latin typeface="source-serif-pro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rgbClr val="242424"/>
                </a:solidFill>
                <a:latin typeface="source-serif-pro"/>
              </a:rPr>
              <a:t>β is a decay rate, typically around </a:t>
            </a:r>
            <a:r>
              <a:rPr lang="en-US" altLang="en-US" b="1" dirty="0">
                <a:solidFill>
                  <a:srgbClr val="242424"/>
                </a:solidFill>
                <a:latin typeface="source-serif-pro"/>
              </a:rPr>
              <a:t>0.9</a:t>
            </a:r>
            <a:r>
              <a:rPr lang="en-US" altLang="en-US" dirty="0">
                <a:solidFill>
                  <a:srgbClr val="242424"/>
                </a:solidFill>
                <a:latin typeface="source-serif-pro"/>
              </a:rPr>
              <a:t> or </a:t>
            </a:r>
            <a:r>
              <a:rPr lang="en-US" altLang="en-US" b="1" dirty="0">
                <a:solidFill>
                  <a:srgbClr val="242424"/>
                </a:solidFill>
                <a:latin typeface="source-serif-pro"/>
              </a:rPr>
              <a:t>0.95</a:t>
            </a:r>
            <a:r>
              <a:rPr lang="en-US" altLang="en-US" dirty="0">
                <a:solidFill>
                  <a:srgbClr val="242424"/>
                </a:solidFill>
                <a:latin typeface="source-serif-pro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rgbClr val="242424"/>
                </a:solidFill>
                <a:latin typeface="source-serif-pro"/>
              </a:rPr>
              <a:t>g(t) represents the gradient at time t.</a:t>
            </a:r>
            <a:endParaRPr lang="en-US" altLang="en-US" sz="1050" dirty="0">
              <a:latin typeface="medium-content-sans-serif-font"/>
            </a:endParaRPr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A92886-97AC-B316-0283-B01968131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917" y="99434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74B9CD4-CF66-A8BB-A8C8-EC03F5E43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631825"/>
            <a:ext cx="1962150" cy="32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599037A-C5CB-341C-E27E-932325163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4684" y="2606675"/>
            <a:ext cx="5259331" cy="868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8325078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A3BC5-8649-8268-CA0F-DC800401E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B47BC-D688-3AA8-5266-BD6EABE69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842" y="1310640"/>
            <a:ext cx="10231755" cy="4805470"/>
          </a:xfrm>
        </p:spPr>
        <p:txBody>
          <a:bodyPr/>
          <a:lstStyle/>
          <a:p>
            <a:r>
              <a:rPr lang="en-US" b="1" dirty="0"/>
              <a:t>Mathematical representation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parameter update rule for RMSprop can be represented as follows:</a:t>
            </a:r>
          </a:p>
          <a:p>
            <a:endParaRPr lang="en-IN" dirty="0"/>
          </a:p>
        </p:txBody>
      </p:sp>
      <p:pic>
        <p:nvPicPr>
          <p:cNvPr id="25602" name="Picture 2">
            <a:extLst>
              <a:ext uri="{FF2B5EF4-FFF2-40B4-BE49-F238E27FC236}">
                <a16:creationId xmlns:a16="http://schemas.microsoft.com/office/drawing/2014/main" id="{E3F98F89-F010-428E-9660-B34994061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8043" y="2224722"/>
            <a:ext cx="4867275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2BA981-3C16-86D9-9DD5-5BF08EDF7BBA}"/>
              </a:ext>
            </a:extLst>
          </p:cNvPr>
          <p:cNvSpPr txBox="1"/>
          <p:nvPr/>
        </p:nvSpPr>
        <p:spPr>
          <a:xfrm>
            <a:off x="934403" y="3505200"/>
            <a:ext cx="1048543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Here, 𝘸 represents the parameters, α is the initial learning rate, 𝘌[𝘨²]ₜ is the running average of squared gradients at a certain time, ∈ is a small smoothing term to prevent division by zero, and ∆𝘸𝘑(𝘸) is the gradient of the cost function 𝘑(𝘸) with respect to 𝘸.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15171300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55402-102B-DC26-5360-E194C5711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684ADB-262D-0DE1-44F9-8CFC126C20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94080" y="1554480"/>
                <a:ext cx="10333037" cy="4571790"/>
              </a:xfrm>
            </p:spPr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b="1" dirty="0"/>
                  <a:t>Given: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dirty="0"/>
                  <a:t>Initial weight: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dirty="0"/>
                  <a:t>Learning rate: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01</m:t>
                    </m:r>
                  </m:oMath>
                </a14:m>
                <a:endParaRPr lang="en-I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dirty="0"/>
                  <a:t>Decay rate: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en-I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dirty="0"/>
                  <a:t>Epsilon: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dirty="0"/>
                  <a:t>Initial cache: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dirty="0"/>
                  <a:t>Gradient at iteration 1: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684ADB-262D-0DE1-44F9-8CFC126C20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4080" y="1554480"/>
                <a:ext cx="10333037" cy="4571790"/>
              </a:xfrm>
              <a:blipFill>
                <a:blip r:embed="rId2"/>
                <a:stretch>
                  <a:fillRect l="-1534" t="-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7984053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59A67-AB81-EFE3-57A1-99D5D23CB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3E8C22-6C84-6663-3A85-5555309DC0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5842" y="1422400"/>
                <a:ext cx="10201275" cy="4703870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IN" b="1" dirty="0"/>
                  <a:t>Step 1: Update squared gradient average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16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ar-AE" dirty="0"/>
              </a:p>
              <a:p>
                <a:br>
                  <a:rPr lang="ar-AE" dirty="0"/>
                </a:br>
                <a:endParaRPr lang="ar-AE" dirty="0"/>
              </a:p>
              <a:p>
                <a:r>
                  <a:rPr lang="en-IN" b="1" dirty="0"/>
                  <a:t>Step 2: Update weight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265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265</m:t>
                        </m:r>
                      </m:den>
                    </m:f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0316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9684</m:t>
                        </m:r>
                      </m:e>
                    </m:borderBox>
                  </m:oMath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3E8C22-6C84-6663-3A85-5555309DC0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5842" y="1422400"/>
                <a:ext cx="10201275" cy="4703870"/>
              </a:xfrm>
              <a:blipFill>
                <a:blip r:embed="rId2"/>
                <a:stretch>
                  <a:fillRect l="-358" t="-101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287563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A8363-16BD-59C3-7E66-B16441D05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D65736-F080-2FF4-DBB6-34DE78053B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5842" y="1544320"/>
                <a:ext cx="10201275" cy="4581950"/>
              </a:xfrm>
            </p:spPr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b="1" dirty="0"/>
                  <a:t>Given: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dirty="0"/>
                  <a:t>Gradient at iteration 2: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br>
                  <a:rPr lang="ar-AE" dirty="0"/>
                </a:br>
                <a:r>
                  <a:rPr lang="en-IN" b="1" dirty="0"/>
                  <a:t>Step 1: Update running average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6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br>
                  <a:rPr lang="ar-AE" dirty="0"/>
                </a:br>
                <a:r>
                  <a:rPr lang="en-IN" b="1" dirty="0"/>
                  <a:t>Step 2: Update weight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9684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84</m:t>
                            </m:r>
                          </m:e>
                        </m:rad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84</m:t>
                        </m:r>
                      </m:e>
                    </m:rad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356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9684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01475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borderBox>
                      <m:borderBox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9536</m:t>
                        </m:r>
                      </m:e>
                    </m:borderBox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D65736-F080-2FF4-DBB6-34DE78053B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5842" y="1544320"/>
                <a:ext cx="10201275" cy="4581950"/>
              </a:xfrm>
              <a:blipFill>
                <a:blip r:embed="rId2"/>
                <a:stretch>
                  <a:fillRect l="-358" t="-3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7537304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67024-F390-0264-99D1-A266783B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7B78B-EC66-6D9C-E51F-F8FEAE988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Advantages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Adaptive learning rates</a:t>
            </a:r>
            <a:r>
              <a:rPr lang="en-US" dirty="0"/>
              <a:t>: RMSprop dynamically adjusts learning rates, making it robust to the scale of gradients and well-suited for optimizing deep neural networks.</a:t>
            </a:r>
            <a:br>
              <a:rPr lang="en-US" dirty="0"/>
            </a:br>
            <a:endParaRPr lang="en-US" dirty="0"/>
          </a:p>
          <a:p>
            <a:pPr lvl="1"/>
            <a:r>
              <a:rPr lang="en-US" b="1" dirty="0"/>
              <a:t>Overcoming </a:t>
            </a:r>
            <a:r>
              <a:rPr lang="en-US" b="1" dirty="0" err="1"/>
              <a:t>AdaGrad’s</a:t>
            </a:r>
            <a:r>
              <a:rPr lang="en-US" b="1" dirty="0"/>
              <a:t> limitations</a:t>
            </a:r>
            <a:r>
              <a:rPr lang="en-US" dirty="0"/>
              <a:t>: By focusing on recent gradients, RMSprop prevents the aggressive, monotonically decreasing learning rate problem seen in </a:t>
            </a:r>
            <a:r>
              <a:rPr lang="en-US" dirty="0" err="1"/>
              <a:t>AdaGrad</a:t>
            </a:r>
            <a:r>
              <a:rPr lang="en-US" dirty="0"/>
              <a:t>, ensuring sustained progress in training.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1723965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6F16A-E122-C2DF-E1EA-C79DBDF04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Adam (Adaptive Moment Estimation)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E856F-7A87-6642-BDC2-15970F265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842" y="1493520"/>
            <a:ext cx="10201275" cy="4632750"/>
          </a:xfrm>
        </p:spPr>
        <p:txBody>
          <a:bodyPr/>
          <a:lstStyle/>
          <a:p>
            <a:pPr marL="447675" indent="-447675">
              <a:buFont typeface="Arial" panose="020B0604020202020204" pitchFamily="34" charset="0"/>
              <a:buChar char="•"/>
            </a:pPr>
            <a:r>
              <a:rPr lang="en-US" dirty="0"/>
              <a:t>Adam (Adaptive Moment Estimation) combines the best properties of </a:t>
            </a:r>
            <a:r>
              <a:rPr lang="en-US" dirty="0" err="1"/>
              <a:t>AdaGrad</a:t>
            </a:r>
            <a:r>
              <a:rPr lang="en-US" dirty="0"/>
              <a:t> and RMSprop to provide an optimization algorithm that can handle sparse gradients on noisy problems.</a:t>
            </a:r>
          </a:p>
          <a:p>
            <a:pPr marL="447675" indent="-447675">
              <a:buFont typeface="Arial" panose="020B0604020202020204" pitchFamily="34" charset="0"/>
              <a:buChar char="•"/>
            </a:pPr>
            <a:r>
              <a:rPr lang="en-US" dirty="0"/>
              <a:t>Using our hiking analogy, imagine that the hikers now have access to a state-of-the-art navigation tool that not only adapts to the terrain’s difficulty but also keeps track of their direction to ensure smooth progress. </a:t>
            </a:r>
          </a:p>
          <a:p>
            <a:pPr marL="447675" indent="-447675">
              <a:buFont typeface="Arial" panose="020B0604020202020204" pitchFamily="34" charset="0"/>
              <a:buChar char="•"/>
            </a:pPr>
            <a:r>
              <a:rPr lang="en-US" dirty="0"/>
              <a:t>This tool adjusts their pace based on both the recent and accumulated gradients, ensuring they efficiently navigate towards the valley’s bottom without veering off course.</a:t>
            </a:r>
          </a:p>
          <a:p>
            <a:pPr marL="447675" indent="-447675">
              <a:buFont typeface="Arial" panose="020B0604020202020204" pitchFamily="34" charset="0"/>
              <a:buChar char="•"/>
            </a:pPr>
            <a:r>
              <a:rPr lang="en-US" dirty="0"/>
              <a:t> Adam achieves this by maintaining estimates of the first and second moments of the gradients, thus providing an adaptive learning rate mechanism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6347748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90329-F60A-393A-7FC3-FCDC030B0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B8AEB-7A3C-B18F-AC2C-CFA236F9B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842" y="1351280"/>
            <a:ext cx="10201275" cy="4774990"/>
          </a:xfrm>
        </p:spPr>
        <p:txBody>
          <a:bodyPr>
            <a:normAutofit/>
          </a:bodyPr>
          <a:lstStyle/>
          <a:p>
            <a:r>
              <a:rPr lang="en-US" b="1" dirty="0"/>
              <a:t>Objective</a:t>
            </a:r>
            <a:r>
              <a:rPr lang="en-US" dirty="0"/>
              <a:t>: </a:t>
            </a:r>
          </a:p>
          <a:p>
            <a:r>
              <a:rPr lang="en-US" dirty="0"/>
              <a:t>Adam seeks to optimize the model’s parameters to minimize the cost function, utilizing adaptive learning rates for each parameter.</a:t>
            </a:r>
          </a:p>
          <a:p>
            <a:r>
              <a:rPr lang="en-US" dirty="0"/>
              <a:t> It uniquely combines momentum (keeping track of past gradients) and scaling the learning rate based on the second moments of the gradients, making it effective for a wide range of problems.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5785326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ECB99-B59C-5FF9-5D36-1A9C895BC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BD6E0-1F67-2BDC-04CB-2A4C3B6D0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842" y="1452880"/>
            <a:ext cx="10201275" cy="467339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How it works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Initialization</a:t>
            </a:r>
            <a:r>
              <a:rPr lang="en-US" dirty="0"/>
              <a:t>: Start with random initial parameter values and initialize a first moment vector (m) and a second moment vector (v). Each “moment vector” stores aggregated information about the gradients of the cost function with respect to the model’s parameters:</a:t>
            </a:r>
          </a:p>
          <a:p>
            <a:pPr lvl="2"/>
            <a:r>
              <a:rPr lang="en-US" dirty="0"/>
              <a:t>The first moment vector accumulates the means (or the first moments) of the gradients, acting like a momentum by averaging past gradients to determine the direction to update the parameters.</a:t>
            </a:r>
          </a:p>
          <a:p>
            <a:pPr lvl="2"/>
            <a:r>
              <a:rPr lang="en-US" dirty="0"/>
              <a:t>The second moment vector accumulates the variances (or second moments) of the gradients, helping adjust the size of the updates by considering the variability of past gradients.</a:t>
            </a:r>
          </a:p>
          <a:p>
            <a:pPr lvl="2"/>
            <a:r>
              <a:rPr lang="en-US" dirty="0"/>
              <a:t>Both moment vectors are initialized to zero at the start of the optimization. Their size is identical to the size of the model’s parameters (i.e., if a model has N parameters, both vectors will be vectors of size N).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6701846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9C1F1-6420-7457-DAA3-1FA06C077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6DFEAA-F41C-51AA-9797-716A3C7791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5842" y="1493520"/>
                <a:ext cx="10201275" cy="4632750"/>
              </a:xfrm>
            </p:spPr>
            <p:txBody>
              <a:bodyPr/>
              <a:lstStyle/>
              <a:p>
                <a:pPr fontAlgn="base"/>
                <a:r>
                  <a:rPr lang="en-US" b="1" dirty="0"/>
                  <a:t>Combining Momentum and RMSprop to form Adam Optimizer</a:t>
                </a:r>
              </a:p>
              <a:p>
                <a:pPr fontAlgn="base"/>
                <a:r>
                  <a:rPr lang="en-US" dirty="0"/>
                  <a:t>Adam optimizer combines the momentum and RMSprop techniques to provide a more balanced and efficient optimization process. The key equations governing Adam are as follows:</a:t>
                </a:r>
              </a:p>
              <a:p>
                <a:pPr fontAlgn="base"/>
                <a:r>
                  <a:rPr lang="en-IN" b="1" dirty="0"/>
                  <a:t>First moment (mean) estimate</a:t>
                </a:r>
                <a:r>
                  <a:rPr lang="en-IN" dirty="0"/>
                  <a:t>:</a:t>
                </a:r>
              </a:p>
              <a:p>
                <a:pPr fontAlgn="base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</m:oMath>
                </a14:m>
                <a:endParaRPr lang="ar-AE" i="1" dirty="0"/>
              </a:p>
              <a:p>
                <a:pPr fontAlgn="base"/>
                <a:r>
                  <a:rPr lang="en-IN" b="1" dirty="0"/>
                  <a:t>Second moment (variance) estimate</a:t>
                </a:r>
                <a:r>
                  <a:rPr lang="en-IN" dirty="0"/>
                  <a:t>:</a:t>
                </a:r>
              </a:p>
              <a:p>
                <a:pPr fontAlgn="base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num>
                              <m:den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i="1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6DFEAA-F41C-51AA-9797-716A3C7791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5842" y="1493520"/>
                <a:ext cx="10201275" cy="4632750"/>
              </a:xfrm>
              <a:blipFill>
                <a:blip r:embed="rId2"/>
                <a:stretch>
                  <a:fillRect l="-896" t="-1842" r="-11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9001461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D4935-6238-1CF0-594B-14B07AA63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80D8DD-8B62-F2B4-74C6-BD7702E644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fontAlgn="base"/>
                <a:r>
                  <a:rPr lang="en-IN" b="1" dirty="0"/>
                  <a:t>Bias correction</a:t>
                </a:r>
                <a:r>
                  <a:rPr lang="en-IN" dirty="0"/>
                  <a:t>: Since both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dirty="0"/>
                  <a:t>​ </a:t>
                </a:r>
                <a:r>
                  <a:rPr lang="en-IN" dirty="0"/>
                  <a:t>and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dirty="0"/>
                  <a:t> </a:t>
                </a:r>
                <a:r>
                  <a:rPr lang="en-IN" dirty="0"/>
                  <a:t>are initialized at zero, they tend to be biased toward zero, especially during the initial steps. To correct this bias, Adam computes the bias-corrected estimates:</a:t>
                </a:r>
              </a:p>
              <a:p>
                <a:pPr fontAlgn="base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</m:oMath>
                </a14:m>
                <a:endParaRPr lang="ar-AE" i="1" dirty="0"/>
              </a:p>
              <a:p>
                <a:pPr fontAlgn="base"/>
                <a:r>
                  <a:rPr lang="en-IN" b="1" dirty="0"/>
                  <a:t>Final weight update</a:t>
                </a:r>
                <a:r>
                  <a:rPr lang="en-IN" dirty="0"/>
                  <a:t>: The weights are then updated as:</a:t>
                </a:r>
              </a:p>
              <a:p>
                <a:pPr fontAlgn="base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acc>
                      </m:num>
                      <m:den>
                        <m:rad>
                          <m:radPr>
                            <m:deg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acc>
                              <m:accPr>
                                <m:chr m:val="̂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acc>
                          </m:e>
                        </m:rad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𝜖</m:t>
                        </m:r>
                      </m:den>
                    </m:f>
                    <m:r>
                      <a:rPr lang="ar-AE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ar-AE" i="1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80D8DD-8B62-F2B4-74C6-BD7702E644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0" t="-2168" r="-12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1855626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F0ECF-069A-F059-34FB-CC7E3F3B1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2E4356-2839-DA80-4A47-63AAFDD0B4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fontAlgn="base"/>
                <a:r>
                  <a:rPr lang="en-IN" b="1" dirty="0"/>
                  <a:t>Key Parameters</a:t>
                </a:r>
              </a:p>
              <a:p>
                <a:pPr fontAlgn="base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IN" dirty="0"/>
                  <a:t>: The learning rate or step size (default is 0.001)</a:t>
                </a:r>
              </a:p>
              <a:p>
                <a:pPr fontAlgn="base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/>
                  <a:t>​ </a:t>
                </a:r>
                <a:r>
                  <a:rPr lang="en-IN" dirty="0"/>
                  <a:t>and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/>
                  <a:t>​: </a:t>
                </a:r>
                <a:r>
                  <a:rPr lang="en-IN" dirty="0"/>
                  <a:t>Decay rates for the moving averages of the gradient and squared gradient, typically set to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ar-AE" dirty="0"/>
                  <a:t> </a:t>
                </a:r>
                <a:r>
                  <a:rPr lang="en-IN" dirty="0"/>
                  <a:t>and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999</m:t>
                    </m:r>
                  </m:oMath>
                </a14:m>
                <a:endParaRPr lang="ar-AE" dirty="0"/>
              </a:p>
              <a:p>
                <a:pPr fontAlgn="base"/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ar-AE" dirty="0"/>
                  <a:t>: </a:t>
                </a:r>
                <a:r>
                  <a:rPr lang="en-IN" dirty="0"/>
                  <a:t>A small positive constant (e.g., 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ar-AE" dirty="0"/>
                  <a:t>) </a:t>
                </a:r>
                <a:r>
                  <a:rPr lang="en-IN" dirty="0"/>
                  <a:t>used to avoid division by zero when computing the final update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2E4356-2839-DA80-4A47-63AAFDD0B4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79" t="-20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4876174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C7FEA-5A20-DB2E-7524-B8A5E09A2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C3F9C-FE1C-923E-E4B6-01B589A57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Why Adam Works So Well?</a:t>
            </a:r>
          </a:p>
          <a:p>
            <a:pPr fontAlgn="base"/>
            <a:r>
              <a:rPr lang="en-US" dirty="0"/>
              <a:t>Adam addresses several challenges of gradient descent optimization:</a:t>
            </a:r>
          </a:p>
          <a:p>
            <a:pPr fontAlgn="base"/>
            <a:r>
              <a:rPr lang="en-US" b="1" dirty="0"/>
              <a:t>Dynamic learning rates</a:t>
            </a:r>
            <a:r>
              <a:rPr lang="en-US" dirty="0"/>
              <a:t>: Each parameter has its own adaptive learning rate based on past gradients and their magnitudes. This helps the optimizer avoid oscillations and get past local minima more effectively.</a:t>
            </a:r>
          </a:p>
          <a:p>
            <a:pPr fontAlgn="base"/>
            <a:r>
              <a:rPr lang="en-US" b="1" dirty="0"/>
              <a:t>Bias correction</a:t>
            </a:r>
            <a:r>
              <a:rPr lang="en-US" dirty="0"/>
              <a:t>: By adjusting for the initial bias when the first and second moment estimates are close to zero helping to prevent early-stage instability.</a:t>
            </a:r>
          </a:p>
          <a:p>
            <a:pPr fontAlgn="base"/>
            <a:r>
              <a:rPr lang="en-US" b="1" dirty="0"/>
              <a:t>Efficient performance</a:t>
            </a:r>
            <a:r>
              <a:rPr lang="en-US" dirty="0"/>
              <a:t>: Adam typically requires fewer hyperparameter tuning adjustments compared to other optimization algorithms like SGD making it a more convenient choice for most problems.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3058630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8FDC7-4BA8-4040-DF58-8CA1B7AA5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823AF-D793-7F45-F732-5CB8A537B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6790FA4-5FDC-8630-F03D-F92FF6D4E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717" y="731730"/>
            <a:ext cx="8570278" cy="5106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2539312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F50C9-7D64-CE7E-DA19-494745605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9983A6-B17C-C5CB-00AD-850D7E8C1C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IN" b="1" dirty="0"/>
                  <a:t>Given Values (Standard Defaults)</a:t>
                </a:r>
              </a:p>
              <a:p>
                <a:r>
                  <a:rPr lang="en-IN" dirty="0"/>
                  <a:t>Initial weight: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r>
                  <a:rPr lang="en-IN" dirty="0"/>
                  <a:t>Learning rate: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>
                        <a:latin typeface="Cambria Math" panose="02040503050406030204" pitchFamily="18" charset="0"/>
                      </a:rPr>
                      <m:t>001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ar-AE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999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endParaRPr lang="ar-AE" dirty="0"/>
              </a:p>
              <a:p>
                <a:r>
                  <a:rPr lang="en-IN" dirty="0"/>
                  <a:t>Initial moments: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9983A6-B17C-C5CB-00AD-850D7E8C1C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24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8566332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8589C-1D65-57CA-259D-A05FFF0F5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C72C3A-651A-1BE8-AA2D-1AEE177E59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44880" y="1361440"/>
                <a:ext cx="10282237" cy="4764830"/>
              </a:xfrm>
            </p:spPr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IN" b="1" dirty="0"/>
                  <a:t>Iteration 1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IN" b="1" dirty="0"/>
                  <a:t>Gradient: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IN" b="1" dirty="0"/>
                  <a:t>Step 1: First moment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IN" b="1" dirty="0"/>
                  <a:t>Step 2: Second moment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999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001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016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IN" b="1" dirty="0"/>
                  <a:t>Step 3: Bias correction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016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999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IN" b="1" dirty="0"/>
                  <a:t>Step 4: Weight update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001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16</m:t>
                            </m:r>
                          </m:e>
                        </m:rad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001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borderBox>
                      <m:borderBox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999</m:t>
                        </m:r>
                      </m:e>
                    </m:borderBox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C72C3A-651A-1BE8-AA2D-1AEE177E59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4880" y="1361440"/>
                <a:ext cx="10282237" cy="4764830"/>
              </a:xfrm>
              <a:blipFill>
                <a:blip r:embed="rId2"/>
                <a:stretch>
                  <a:fillRect l="-237" t="-2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8429451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7D89C-4E87-8230-E95D-6E5F18782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CF54A1-F406-5806-7D59-2BBD5590C2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5842" y="1290320"/>
                <a:ext cx="10201275" cy="4835950"/>
              </a:xfrm>
            </p:spPr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b="1" dirty="0"/>
                  <a:t>Iteration 2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b="1" dirty="0"/>
                  <a:t>Gradient: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b="1" dirty="0"/>
                  <a:t>Step 1: First moment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b="1" dirty="0"/>
                  <a:t>Step 2: Second moment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999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016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001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019984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b="1" dirty="0"/>
                  <a:t>Step 3: Bias correction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56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56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947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019984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999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019984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001999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996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b="1" dirty="0"/>
                  <a:t>Step 4: Weight update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999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001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996</m:t>
                            </m:r>
                          </m:e>
                        </m:rad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947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999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000931</m:t>
                    </m:r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borderBox>
                      <m:borderBox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99807</m:t>
                        </m:r>
                      </m:e>
                    </m:borderBox>
                  </m:oMath>
                </a14:m>
                <a:endParaRPr lang="ar-AE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CF54A1-F406-5806-7D59-2BBD5590C2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5842" y="1290320"/>
                <a:ext cx="10201275" cy="4835950"/>
              </a:xfrm>
              <a:blipFill>
                <a:blip r:embed="rId2"/>
                <a:stretch>
                  <a:fillRect l="-358" t="-5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4727635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D3030-2DC6-2E61-B5E8-6948012C5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Adam vs </a:t>
            </a:r>
            <a:r>
              <a:rPr lang="en-US" dirty="0" err="1"/>
              <a:t>RMSProp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9ACF6-571C-847B-7443-83DB3BC36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RMSProp</a:t>
            </a:r>
            <a:r>
              <a:rPr lang="en-US" dirty="0"/>
              <a:t> is often compared to the Adam (Adaptive Moment Estimation) optimization algorithm, another popular optimization method for deep learning.</a:t>
            </a:r>
          </a:p>
          <a:p>
            <a:r>
              <a:rPr lang="en-US" dirty="0"/>
              <a:t> Both algorithms combine elements of momentum and adaptive learning rates to improve the optimization process, but Adam uses a slightly different approach to compute the moving averages and adjust the learning rates. </a:t>
            </a:r>
          </a:p>
          <a:p>
            <a:r>
              <a:rPr lang="en-US" dirty="0"/>
              <a:t>Adam is generally more popular and widely used than the </a:t>
            </a:r>
            <a:r>
              <a:rPr lang="en-US" dirty="0" err="1"/>
              <a:t>RMSProp</a:t>
            </a:r>
            <a:r>
              <a:rPr lang="en-US" dirty="0"/>
              <a:t> optimizer, but both algorithms can be effective in different settings.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0227670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B26B1E8-8D0B-CFDD-E33D-AE8AE79FF0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1339483"/>
              </p:ext>
            </p:extLst>
          </p:nvPr>
        </p:nvGraphicFramePr>
        <p:xfrm>
          <a:off x="589281" y="1641208"/>
          <a:ext cx="11389358" cy="4070160"/>
        </p:xfrm>
        <a:graphic>
          <a:graphicData uri="http://schemas.openxmlformats.org/drawingml/2006/table">
            <a:tbl>
              <a:tblPr/>
              <a:tblGrid>
                <a:gridCol w="1427853">
                  <a:extLst>
                    <a:ext uri="{9D8B030D-6E8A-4147-A177-3AD203B41FA5}">
                      <a16:colId xmlns:a16="http://schemas.microsoft.com/office/drawing/2014/main" val="3100874291"/>
                    </a:ext>
                  </a:extLst>
                </a:gridCol>
                <a:gridCol w="3306706">
                  <a:extLst>
                    <a:ext uri="{9D8B030D-6E8A-4147-A177-3AD203B41FA5}">
                      <a16:colId xmlns:a16="http://schemas.microsoft.com/office/drawing/2014/main" val="1602406466"/>
                    </a:ext>
                  </a:extLst>
                </a:gridCol>
                <a:gridCol w="3140939">
                  <a:extLst>
                    <a:ext uri="{9D8B030D-6E8A-4147-A177-3AD203B41FA5}">
                      <a16:colId xmlns:a16="http://schemas.microsoft.com/office/drawing/2014/main" val="3225794552"/>
                    </a:ext>
                  </a:extLst>
                </a:gridCol>
                <a:gridCol w="3513860">
                  <a:extLst>
                    <a:ext uri="{9D8B030D-6E8A-4147-A177-3AD203B41FA5}">
                      <a16:colId xmlns:a16="http://schemas.microsoft.com/office/drawing/2014/main" val="271117055"/>
                    </a:ext>
                  </a:extLst>
                </a:gridCol>
              </a:tblGrid>
              <a:tr h="202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</a:rPr>
                        <a:t>Algorithm</a:t>
                      </a: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solidFill>
                            <a:schemeClr val="tx1"/>
                          </a:solidFill>
                          <a:effectLst/>
                        </a:rPr>
                        <a:t>Pros</a:t>
                      </a: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solidFill>
                            <a:schemeClr val="tx1"/>
                          </a:solidFill>
                          <a:effectLst/>
                        </a:rPr>
                        <a:t>Cons</a:t>
                      </a: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</a:rPr>
                        <a:t>When to use</a:t>
                      </a: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410732"/>
                  </a:ext>
                </a:extLst>
              </a:tr>
              <a:tr h="946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</a:rPr>
                        <a:t>Gradient Descent</a:t>
                      </a: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Simple and easy to implement</a:t>
                      </a: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Computationally expensive on large datasets</a:t>
                      </a:r>
                    </a:p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May get stuck in local minima</a:t>
                      </a: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Small datasets</a:t>
                      </a:r>
                    </a:p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When simplicity and clarity are preferred</a:t>
                      </a: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585236"/>
                  </a:ext>
                </a:extLst>
              </a:tr>
              <a:tr h="7191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solidFill>
                            <a:schemeClr val="tx1"/>
                          </a:solidFill>
                          <a:effectLst/>
                        </a:rPr>
                        <a:t>SGD</a:t>
                      </a: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Fast</a:t>
                      </a:r>
                    </a:p>
                    <a:p>
                      <a:pPr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Handles large datasets well</a:t>
                      </a: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High variance in updates can lead to instability</a:t>
                      </a: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Large datasets; Online or incremental learning scenarios</a:t>
                      </a: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203376"/>
                  </a:ext>
                </a:extLst>
              </a:tr>
              <a:tr h="7191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solidFill>
                            <a:schemeClr val="tx1"/>
                          </a:solidFill>
                          <a:effectLst/>
                        </a:rPr>
                        <a:t>Mini-batch Gradient Descent</a:t>
                      </a: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Balances between efficiency and stability</a:t>
                      </a:r>
                    </a:p>
                    <a:p>
                      <a:pPr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More generalizable updates</a:t>
                      </a: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Requires tuning of batch size</a:t>
                      </a: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Most deep learning tasks, especially when working with moderate to large datasets</a:t>
                      </a: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585860"/>
                  </a:ext>
                </a:extLst>
              </a:tr>
              <a:tr h="809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solidFill>
                            <a:schemeClr val="tx1"/>
                          </a:solidFill>
                          <a:effectLst/>
                        </a:rPr>
                        <a:t>AdaGrad</a:t>
                      </a: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Adapts learning rate for each parameter</a:t>
                      </a:r>
                    </a:p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Good for sparse data</a:t>
                      </a: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Learning rate can diminish to zero, stopping learning</a:t>
                      </a: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Sparse datasets like text and images where learning rate needs to adapt to feature frequency</a:t>
                      </a: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45727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42DB1DA5-07FA-2515-293E-BC1D4B126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5039946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EB9A8-A7BB-90EF-3B45-AF17CC5F1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82BC15-797B-24C4-D668-AB3A4FCCA2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8067848"/>
              </p:ext>
            </p:extLst>
          </p:nvPr>
        </p:nvGraphicFramePr>
        <p:xfrm>
          <a:off x="629921" y="1645920"/>
          <a:ext cx="11389358" cy="4036416"/>
        </p:xfrm>
        <a:graphic>
          <a:graphicData uri="http://schemas.openxmlformats.org/drawingml/2006/table">
            <a:tbl>
              <a:tblPr/>
              <a:tblGrid>
                <a:gridCol w="1427853">
                  <a:extLst>
                    <a:ext uri="{9D8B030D-6E8A-4147-A177-3AD203B41FA5}">
                      <a16:colId xmlns:a16="http://schemas.microsoft.com/office/drawing/2014/main" val="3100874291"/>
                    </a:ext>
                  </a:extLst>
                </a:gridCol>
                <a:gridCol w="3306706">
                  <a:extLst>
                    <a:ext uri="{9D8B030D-6E8A-4147-A177-3AD203B41FA5}">
                      <a16:colId xmlns:a16="http://schemas.microsoft.com/office/drawing/2014/main" val="1602406466"/>
                    </a:ext>
                  </a:extLst>
                </a:gridCol>
                <a:gridCol w="3140939">
                  <a:extLst>
                    <a:ext uri="{9D8B030D-6E8A-4147-A177-3AD203B41FA5}">
                      <a16:colId xmlns:a16="http://schemas.microsoft.com/office/drawing/2014/main" val="3225794552"/>
                    </a:ext>
                  </a:extLst>
                </a:gridCol>
                <a:gridCol w="3513860">
                  <a:extLst>
                    <a:ext uri="{9D8B030D-6E8A-4147-A177-3AD203B41FA5}">
                      <a16:colId xmlns:a16="http://schemas.microsoft.com/office/drawing/2014/main" val="271117055"/>
                    </a:ext>
                  </a:extLst>
                </a:gridCol>
              </a:tblGrid>
              <a:tr h="202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</a:rPr>
                        <a:t>Algorithm</a:t>
                      </a: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solidFill>
                            <a:schemeClr val="tx1"/>
                          </a:solidFill>
                          <a:effectLst/>
                        </a:rPr>
                        <a:t>Pros</a:t>
                      </a: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solidFill>
                            <a:schemeClr val="tx1"/>
                          </a:solidFill>
                          <a:effectLst/>
                        </a:rPr>
                        <a:t>Cons</a:t>
                      </a: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</a:rPr>
                        <a:t>When to use</a:t>
                      </a: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410732"/>
                  </a:ext>
                </a:extLst>
              </a:tr>
              <a:tr h="946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solidFill>
                            <a:schemeClr val="tx1"/>
                          </a:solidFill>
                          <a:effectLst/>
                        </a:rPr>
                        <a:t>RMSprop</a:t>
                      </a: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Addresses diminishing learning rate of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effectLst/>
                        </a:rPr>
                        <a:t>AdaGrad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Adapts learning rate based on recent gradients</a:t>
                      </a: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Can still get stuck in local minima on non-convex problems</a:t>
                      </a: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Non-convex optimization problems</a:t>
                      </a:r>
                    </a:p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Situations where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effectLst/>
                        </a:rPr>
                        <a:t>AdaGrad’s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 learning rate diminishes too fast</a:t>
                      </a: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441268"/>
                  </a:ext>
                </a:extLst>
              </a:tr>
              <a:tr h="946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 err="1">
                          <a:solidFill>
                            <a:schemeClr val="tx1"/>
                          </a:solidFill>
                          <a:effectLst/>
                        </a:rPr>
                        <a:t>AdaDelta</a:t>
                      </a:r>
                      <a:endParaRPr lang="en-IN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Eliminates the need to set a default learning rate</a:t>
                      </a:r>
                    </a:p>
                    <a:p>
                      <a:pPr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Addresses diminishing learning rate issue</a:t>
                      </a: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More complex than RMSprop and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effectLst/>
                        </a:rPr>
                        <a:t>AdaGrad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Similar to RMSprop, but when you want to avoid manual learning rate setting</a:t>
                      </a: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5876763"/>
                  </a:ext>
                </a:extLst>
              </a:tr>
              <a:tr h="946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solidFill>
                            <a:schemeClr val="tx1"/>
                          </a:solidFill>
                          <a:effectLst/>
                        </a:rPr>
                        <a:t>Adam</a:t>
                      </a: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Combines advantages of AdaGrad and RMSprop</a:t>
                      </a:r>
                    </a:p>
                    <a:p>
                      <a:pPr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Adaptive learning rates; Includes bias correction</a:t>
                      </a: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Requires tuning of hyperparameters (though it often works well with defaults)</a:t>
                      </a: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Most deep learning applications, due to its efficiency and effectiveness</a:t>
                      </a:r>
                    </a:p>
                  </a:txBody>
                  <a:tcPr marL="33744" marR="33744" marT="16872" marB="16872" anchor="ctr">
                    <a:lnL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F3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06162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210DC5F-7043-B437-036D-C5BB02AB5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281588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57C8C-90C6-B2F2-027B-6C3C2CDC2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HyperParameter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E8E145-E6E2-76A2-F502-BABC65E58B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562128"/>
              </p:ext>
            </p:extLst>
          </p:nvPr>
        </p:nvGraphicFramePr>
        <p:xfrm>
          <a:off x="2021840" y="1706880"/>
          <a:ext cx="7914640" cy="4139088"/>
        </p:xfrm>
        <a:graphic>
          <a:graphicData uri="http://schemas.openxmlformats.org/drawingml/2006/table">
            <a:tbl>
              <a:tblPr/>
              <a:tblGrid>
                <a:gridCol w="3957320">
                  <a:extLst>
                    <a:ext uri="{9D8B030D-6E8A-4147-A177-3AD203B41FA5}">
                      <a16:colId xmlns:a16="http://schemas.microsoft.com/office/drawing/2014/main" val="755577420"/>
                    </a:ext>
                  </a:extLst>
                </a:gridCol>
                <a:gridCol w="3957320">
                  <a:extLst>
                    <a:ext uri="{9D8B030D-6E8A-4147-A177-3AD203B41FA5}">
                      <a16:colId xmlns:a16="http://schemas.microsoft.com/office/drawing/2014/main" val="220487163"/>
                    </a:ext>
                  </a:extLst>
                </a:gridCol>
              </a:tblGrid>
              <a:tr h="517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Hyperparameter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004766"/>
                  </a:ext>
                </a:extLst>
              </a:tr>
              <a:tr h="517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Learning rate ((\eta))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Step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207352"/>
                  </a:ext>
                </a:extLst>
              </a:tr>
              <a:tr h="517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Number of layers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Model 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167968"/>
                  </a:ext>
                </a:extLst>
              </a:tr>
              <a:tr h="517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Neurons per layer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Model capacity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8903830"/>
                  </a:ext>
                </a:extLst>
              </a:tr>
              <a:tr h="517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Activation 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Non-linearity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320701"/>
                  </a:ext>
                </a:extLst>
              </a:tr>
              <a:tr h="517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Batch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Gradient stability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856858"/>
                  </a:ext>
                </a:extLst>
              </a:tr>
              <a:tr h="517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Regularization ((\lambda))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Overfitting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172654"/>
                  </a:ext>
                </a:extLst>
              </a:tr>
              <a:tr h="517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Epochs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Training duration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977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7428186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48810-D1A8-DE92-2738-949EFB409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Bias-Variance </a:t>
            </a:r>
            <a:r>
              <a:rPr lang="en-IN" dirty="0" err="1"/>
              <a:t>tradeoff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F981F-5B99-1CFC-8940-A6D558766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important to understand prediction errors (bias and variance) when it comes to accuracy in any machine-learning algorithm. </a:t>
            </a:r>
          </a:p>
          <a:p>
            <a:r>
              <a:rPr lang="en-US" dirty="0"/>
              <a:t>There is a tradeoff between a model’s ability to minimize bias and variance which is referred to as the best solution for selecting a value of </a:t>
            </a:r>
            <a:r>
              <a:rPr lang="en-US" b="1" u="sng" dirty="0">
                <a:hlinkClick r:id="rId2"/>
              </a:rPr>
              <a:t>Regularization</a:t>
            </a:r>
            <a:r>
              <a:rPr lang="en-US" dirty="0"/>
              <a:t> constant. </a:t>
            </a:r>
          </a:p>
          <a:p>
            <a:r>
              <a:rPr lang="en-US" dirty="0"/>
              <a:t>A proper understanding of these errors would help to avoid the overfitting and underfitting of a data set while training the algorithm.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070546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BD906-82AE-C425-B46D-3CC58FC2B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Bias?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91EAB-4B20-ECD3-858B-977C63C5F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8717" y="1473200"/>
            <a:ext cx="10058400" cy="4653070"/>
          </a:xfrm>
        </p:spPr>
        <p:txBody>
          <a:bodyPr/>
          <a:lstStyle/>
          <a:p>
            <a:pPr fontAlgn="base"/>
            <a:r>
              <a:rPr lang="en-US" dirty="0"/>
              <a:t>The bias is known as the difference between the prediction of the values by the 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Machine Learning</a:t>
            </a:r>
            <a:r>
              <a:rPr lang="en-US" dirty="0"/>
              <a:t> model and the correct value.</a:t>
            </a:r>
          </a:p>
          <a:p>
            <a:pPr fontAlgn="base"/>
            <a:r>
              <a:rPr lang="en-US" dirty="0"/>
              <a:t> Being high in biasing gives a large error in training as well as testing data. It recommended that an algorithm should always be low-biased to avoid the problem of underfitting. </a:t>
            </a:r>
          </a:p>
          <a:p>
            <a:pPr fontAlgn="base"/>
            <a:r>
              <a:rPr lang="en-US" dirty="0"/>
              <a:t>By high bias, the data predicted is in a straight line format, thus not fitting accurately in the data in the data set. </a:t>
            </a:r>
          </a:p>
          <a:p>
            <a:pPr fontAlgn="base"/>
            <a:r>
              <a:rPr lang="en-US" dirty="0"/>
              <a:t>Such fitting is known as the </a:t>
            </a:r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Underfitting</a:t>
            </a:r>
            <a:r>
              <a:rPr lang="en-US" dirty="0"/>
              <a:t> of Data. This happens when the </a:t>
            </a:r>
            <a:r>
              <a:rPr 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hypothesis</a:t>
            </a:r>
            <a:r>
              <a:rPr lang="en-US" dirty="0"/>
              <a:t> is too simple or linear in nature.</a:t>
            </a:r>
          </a:p>
          <a:p>
            <a:pPr fontAlgn="base"/>
            <a:r>
              <a:rPr lang="en-US" dirty="0"/>
              <a:t> Refer to the graph given below for an example of such a situation.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4731474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21F0A-20C9-0AC7-25FE-41F798407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13C01B-004D-6DD3-8F22-2574F22AF8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fontAlgn="base"/>
                <a:r>
                  <a:rPr lang="en-IN" dirty="0"/>
                  <a:t>In such a problem, a hypothesis looks like follows.</a:t>
                </a:r>
              </a:p>
              <a:p>
                <a:pPr fontAlgn="base"/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h</m:t>
                        </m:r>
                      </m:e>
                      <m:sub>
                        <m:r>
                          <a:rPr lang="ar-AE" i="1"/>
                          <m:t>𝜃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 i="1"/>
                      <m:t>𝑔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𝜃</m:t>
                            </m:r>
                          </m:e>
                          <m:sub>
                            <m:r>
                              <a:rPr lang="ar-AE"/>
                              <m:t>0</m:t>
                            </m:r>
                          </m:sub>
                        </m:sSub>
                        <m:r>
                          <a:rPr lang="ar-AE"/>
                          <m:t>+</m:t>
                        </m:r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𝜃</m:t>
                            </m:r>
                          </m:e>
                          <m:sub>
                            <m:r>
                              <a:rPr lang="ar-AE"/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𝑥</m:t>
                            </m:r>
                          </m:e>
                          <m:sub>
                            <m:r>
                              <a:rPr lang="ar-AE"/>
                              <m:t>1</m:t>
                            </m:r>
                          </m:sub>
                        </m:sSub>
                        <m:r>
                          <a:rPr lang="ar-AE"/>
                          <m:t>+</m:t>
                        </m:r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𝜃</m:t>
                            </m:r>
                          </m:e>
                          <m:sub>
                            <m:r>
                              <a:rPr lang="ar-AE"/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𝑥</m:t>
                            </m:r>
                          </m:e>
                          <m:sub>
                            <m:r>
                              <a:rPr lang="ar-AE"/>
                              <m:t>2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ar-AE" i="1"/>
                      <m:t> </m:t>
                    </m:r>
                  </m:oMath>
                </a14:m>
                <a:r>
                  <a:rPr lang="ar-AE" dirty="0"/>
                  <a:t> 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13C01B-004D-6DD3-8F22-2574F22AF8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58" t="-20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HighBias">
            <a:extLst>
              <a:ext uri="{FF2B5EF4-FFF2-40B4-BE49-F238E27FC236}">
                <a16:creationId xmlns:a16="http://schemas.microsoft.com/office/drawing/2014/main" id="{3FEDECB5-C622-0202-FC8D-A0BEF4C91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078" y="2280108"/>
            <a:ext cx="4561205" cy="3317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7073227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849CA-F8A7-6D87-0052-4B9EE4248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Variance?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BCAB8-37A1-1E87-9DDE-D3A066CDC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842" y="1513840"/>
            <a:ext cx="10201275" cy="4612430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dirty="0"/>
              <a:t>The variability of model prediction for a given data point which tells us the spread of our data is called the variance of the model.</a:t>
            </a:r>
          </a:p>
          <a:p>
            <a:pPr fontAlgn="base"/>
            <a:r>
              <a:rPr lang="en-US" dirty="0"/>
              <a:t> The model with high variance has a very complex fit to the training data and thus is not able to fit accurately on the data which it hasn’t seen before. </a:t>
            </a:r>
          </a:p>
          <a:p>
            <a:pPr fontAlgn="base"/>
            <a:r>
              <a:rPr lang="en-US" dirty="0"/>
              <a:t>As a result, such models perform very well on training data but have high error rates on test data. </a:t>
            </a:r>
          </a:p>
          <a:p>
            <a:pPr fontAlgn="base"/>
            <a:r>
              <a:rPr lang="en-US" dirty="0"/>
              <a:t>When a model is high on variance, it is then said to as </a:t>
            </a:r>
            <a:r>
              <a:rPr lang="en-US" b="1" dirty="0"/>
              <a:t>Overfitting of Data</a:t>
            </a:r>
            <a:r>
              <a:rPr lang="en-US" dirty="0"/>
              <a:t>. </a:t>
            </a:r>
          </a:p>
          <a:p>
            <a:pPr fontAlgn="base"/>
            <a:r>
              <a:rPr lang="en-US" dirty="0"/>
              <a:t>Overfitting is fitting the training set accurately via complex curve and high order hypothesis but is not the solution as the error with unseen data is high. </a:t>
            </a:r>
          </a:p>
          <a:p>
            <a:pPr fontAlgn="base"/>
            <a:r>
              <a:rPr lang="en-US" dirty="0"/>
              <a:t>While training a data model variance should be kept low. </a:t>
            </a:r>
          </a:p>
          <a:p>
            <a:pPr fontAlgn="base"/>
            <a:r>
              <a:rPr lang="en-US" dirty="0"/>
              <a:t>The high variance data looks as follows.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2798514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A2562-DEFC-FCAA-B9DA-965F847C3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14C7AF-CA1C-C17A-5E6B-E908A1F2B7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908666"/>
                <a:ext cx="10973117" cy="4217604"/>
              </a:xfrm>
            </p:spPr>
            <p:txBody>
              <a:bodyPr/>
              <a:lstStyle/>
              <a:p>
                <a:pPr fontAlgn="base"/>
                <a:r>
                  <a:rPr lang="en-IN" dirty="0"/>
                  <a:t>In such a problem, a hypothesis looks like follows.</a:t>
                </a:r>
              </a:p>
              <a:p>
                <a:pPr fontAlgn="base"/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h</m:t>
                        </m:r>
                      </m:e>
                      <m:sub>
                        <m:r>
                          <a:rPr lang="ar-AE" i="1"/>
                          <m:t>𝜃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 i="1"/>
                      <m:t>𝑔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𝜃</m:t>
                            </m:r>
                          </m:e>
                          <m:sub>
                            <m:r>
                              <a:rPr lang="ar-AE"/>
                              <m:t>0</m:t>
                            </m:r>
                          </m:sub>
                        </m:sSub>
                        <m:r>
                          <a:rPr lang="ar-AE"/>
                          <m:t>+</m:t>
                        </m:r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𝜃</m:t>
                            </m:r>
                          </m:e>
                          <m:sub>
                            <m:r>
                              <a:rPr lang="ar-AE"/>
                              <m:t>1</m:t>
                            </m:r>
                          </m:sub>
                        </m:sSub>
                        <m:r>
                          <a:rPr lang="ar-AE" i="1"/>
                          <m:t>𝑥</m:t>
                        </m:r>
                        <m:r>
                          <a:rPr lang="ar-AE"/>
                          <m:t>+</m:t>
                        </m:r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𝜃</m:t>
                            </m:r>
                          </m:e>
                          <m:sub>
                            <m:r>
                              <a:rPr lang="ar-AE"/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ar-AE" i="1"/>
                            </m:ctrlPr>
                          </m:sSupPr>
                          <m:e>
                            <m:r>
                              <a:rPr lang="ar-AE" i="1"/>
                              <m:t>𝑥</m:t>
                            </m:r>
                          </m:e>
                          <m:sup>
                            <m:r>
                              <a:rPr lang="ar-AE"/>
                              <m:t>2</m:t>
                            </m:r>
                          </m:sup>
                        </m:sSup>
                        <m:r>
                          <a:rPr lang="ar-AE"/>
                          <m:t>+</m:t>
                        </m:r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𝜃</m:t>
                            </m:r>
                          </m:e>
                          <m:sub>
                            <m:r>
                              <a:rPr lang="ar-AE"/>
                              <m:t>3</m:t>
                            </m:r>
                          </m:sub>
                        </m:sSub>
                        <m:sSup>
                          <m:sSupPr>
                            <m:ctrlPr>
                              <a:rPr lang="ar-AE" i="1"/>
                            </m:ctrlPr>
                          </m:sSupPr>
                          <m:e>
                            <m:r>
                              <a:rPr lang="ar-AE" i="1"/>
                              <m:t>𝑥</m:t>
                            </m:r>
                          </m:e>
                          <m:sup>
                            <m:r>
                              <a:rPr lang="ar-AE"/>
                              <m:t>3</m:t>
                            </m:r>
                          </m:sup>
                        </m:sSup>
                        <m:r>
                          <a:rPr lang="ar-AE"/>
                          <m:t>+</m:t>
                        </m:r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𝜃</m:t>
                            </m:r>
                          </m:e>
                          <m:sub>
                            <m:r>
                              <a:rPr lang="ar-AE"/>
                              <m:t>4</m:t>
                            </m:r>
                          </m:sub>
                        </m:sSub>
                        <m:sSup>
                          <m:sSupPr>
                            <m:ctrlPr>
                              <a:rPr lang="ar-AE" i="1"/>
                            </m:ctrlPr>
                          </m:sSupPr>
                          <m:e>
                            <m:r>
                              <a:rPr lang="ar-AE" i="1"/>
                              <m:t>𝑥</m:t>
                            </m:r>
                          </m:e>
                          <m:sup>
                            <m:r>
                              <a:rPr lang="ar-AE"/>
                              <m:t>4</m:t>
                            </m:r>
                          </m:sup>
                        </m:sSup>
                      </m:e>
                    </m:d>
                  </m:oMath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14C7AF-CA1C-C17A-5E6B-E908A1F2B7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908666"/>
                <a:ext cx="10973117" cy="4217604"/>
              </a:xfrm>
              <a:blipFill>
                <a:blip r:embed="rId2"/>
                <a:stretch>
                  <a:fillRect l="-1556" t="-20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5E8AD724-E063-DD5A-DBB0-BB4494DAB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5963" y="1766426"/>
            <a:ext cx="4963160" cy="3846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6623463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E8BFA-CA32-F3EE-DBB5-D39548F0D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Bias Variance </a:t>
            </a:r>
            <a:r>
              <a:rPr lang="en-IN" dirty="0" err="1"/>
              <a:t>Tradeoff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794B3-86AD-B5BF-1A22-9CEF5EC36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8717" y="1493520"/>
            <a:ext cx="10058400" cy="4632750"/>
          </a:xfrm>
        </p:spPr>
        <p:txBody>
          <a:bodyPr>
            <a:normAutofit/>
          </a:bodyPr>
          <a:lstStyle/>
          <a:p>
            <a:r>
              <a:rPr lang="en-US" dirty="0"/>
              <a:t>If the algorithm is too simple (hypothesis with linear equation) then it may be on high bias and low variance condition and thus is error-prone.</a:t>
            </a:r>
          </a:p>
          <a:p>
            <a:r>
              <a:rPr lang="en-US" dirty="0"/>
              <a:t> If algorithms fit too complex (hypothesis with high degree equation) then it may be on high variance and low bias. </a:t>
            </a:r>
          </a:p>
          <a:p>
            <a:r>
              <a:rPr lang="en-US" dirty="0"/>
              <a:t>In the latter condition, the new entries will not perform well. Well, there is something between both of these conditions, known as a Trade-off or Bias Variance Trade-off. </a:t>
            </a:r>
          </a:p>
          <a:p>
            <a:r>
              <a:rPr lang="en-US" dirty="0"/>
              <a:t>This tradeoff in complexity is why there is a tradeoff between bias and variance. </a:t>
            </a:r>
          </a:p>
          <a:p>
            <a:r>
              <a:rPr lang="en-US" dirty="0"/>
              <a:t>An algorithm can’t be more complex and less complex at the same time. </a:t>
            </a:r>
          </a:p>
          <a:p>
            <a:r>
              <a:rPr lang="en-US" dirty="0"/>
              <a:t>For the graph, the perfect tradeoff will be like this.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3593405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167DE-5EF9-6B05-5551-2EE95C0C2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359B16-CBE2-2510-FAA6-1417609615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4077" y="1725786"/>
                <a:ext cx="6375401" cy="4217604"/>
              </a:xfrm>
            </p:spPr>
            <p:txBody>
              <a:bodyPr/>
              <a:lstStyle/>
              <a:p>
                <a:r>
                  <a:rPr lang="en-IN" dirty="0"/>
                  <a:t>  We try to optimize the value of the total error for the model by using the </a:t>
                </a:r>
                <a:r>
                  <a:rPr lang="en-IN" dirty="0"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Bias-Variance</a:t>
                </a:r>
                <a:r>
                  <a:rPr lang="en-IN" dirty="0"/>
                  <a:t> </a:t>
                </a:r>
                <a:r>
                  <a:rPr lang="en-IN" dirty="0" err="1"/>
                  <a:t>Tradeoff</a:t>
                </a:r>
                <a:r>
                  <a:rPr lang="en-IN" dirty="0"/>
                  <a:t>.</a:t>
                </a:r>
              </a:p>
              <a:p>
                <a:pPr fontAlgn="base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/>
                      <m:t>TotalError</m:t>
                    </m:r>
                    <m:r>
                      <a:rPr lang="en-IN"/>
                      <m:t>=</m:t>
                    </m:r>
                    <m:r>
                      <m:rPr>
                        <m:sty m:val="p"/>
                      </m:rPr>
                      <a:rPr lang="en-IN"/>
                      <m:t>Bia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/>
                          <m:t>s</m:t>
                        </m:r>
                      </m:e>
                      <m:sup>
                        <m:r>
                          <a:rPr lang="ar-AE"/>
                          <m:t>2</m:t>
                        </m:r>
                      </m:sup>
                    </m:sSup>
                    <m:r>
                      <a:rPr lang="ar-AE"/>
                      <m:t>+</m:t>
                    </m:r>
                    <m:r>
                      <m:rPr>
                        <m:sty m:val="p"/>
                      </m:rPr>
                      <a:rPr lang="en-IN"/>
                      <m:t>Variance</m:t>
                    </m:r>
                    <m:r>
                      <a:rPr lang="en-IN"/>
                      <m:t>+</m:t>
                    </m:r>
                    <m:r>
                      <m:rPr>
                        <m:sty m:val="p"/>
                      </m:rPr>
                      <a:rPr lang="en-IN"/>
                      <m:t>IrreducibleError</m:t>
                    </m:r>
                  </m:oMath>
                </a14:m>
                <a:endParaRPr lang="en-IN" dirty="0"/>
              </a:p>
              <a:p>
                <a:pPr fontAlgn="base"/>
                <a:r>
                  <a:rPr lang="en-IN" dirty="0"/>
                  <a:t>The best fit will be given by the hypothesis on the </a:t>
                </a:r>
                <a:r>
                  <a:rPr lang="en-IN" dirty="0" err="1"/>
                  <a:t>tradeoff</a:t>
                </a:r>
                <a:r>
                  <a:rPr lang="en-IN" dirty="0"/>
                  <a:t> point. </a:t>
                </a:r>
              </a:p>
              <a:p>
                <a:pPr fontAlgn="base"/>
                <a:r>
                  <a:rPr lang="en-IN" dirty="0"/>
                  <a:t>The error to complexity graph to show trade-off is given as - 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359B16-CBE2-2510-FAA6-1417609615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4077" y="1725786"/>
                <a:ext cx="6375401" cy="4217604"/>
              </a:xfrm>
              <a:blipFill>
                <a:blip r:embed="rId3"/>
                <a:stretch>
                  <a:fillRect l="-2677" t="-2023" r="-21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6" name="Picture 4">
            <a:extLst>
              <a:ext uri="{FF2B5EF4-FFF2-40B4-BE49-F238E27FC236}">
                <a16:creationId xmlns:a16="http://schemas.microsoft.com/office/drawing/2014/main" id="{604F3CD3-352A-A6E2-DD09-CE81B26DE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478" y="2104390"/>
            <a:ext cx="3971925" cy="293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358170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0D066-E934-B960-51CD-5D4806652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1C739-994B-E2EB-09B0-B5E9645DF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 descr="Region for the Least Value of Total Error">
            <a:extLst>
              <a:ext uri="{FF2B5EF4-FFF2-40B4-BE49-F238E27FC236}">
                <a16:creationId xmlns:a16="http://schemas.microsoft.com/office/drawing/2014/main" id="{B83AD452-FAA0-C1B3-A050-13D6B1617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198" y="1219518"/>
            <a:ext cx="7172325" cy="519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658641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C8FD0-DE93-5AA2-2D25-97BA382D7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7B8CB-4410-7DEC-D733-FC04A7957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FD3245-1950-6C54-1AC8-6283974E8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337" y="1090612"/>
            <a:ext cx="8315325" cy="46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038524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CDF26-CC53-31BE-A5F7-EDD528F32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Controlling Bias and 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9255D-235C-9801-AFA1-00CDB465C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Reducing High Bias</a:t>
            </a:r>
          </a:p>
          <a:p>
            <a:r>
              <a:rPr lang="en-IN" dirty="0"/>
              <a:t>✔ Increase model complexity</a:t>
            </a:r>
            <a:br>
              <a:rPr lang="en-IN" dirty="0"/>
            </a:br>
            <a:r>
              <a:rPr lang="en-IN" dirty="0"/>
              <a:t>✔ Add hidden layers</a:t>
            </a:r>
            <a:br>
              <a:rPr lang="en-IN" dirty="0"/>
            </a:br>
            <a:r>
              <a:rPr lang="en-IN" dirty="0"/>
              <a:t>✔ Use non-linear features</a:t>
            </a:r>
            <a:br>
              <a:rPr lang="en-IN" dirty="0"/>
            </a:br>
            <a:r>
              <a:rPr lang="en-IN" dirty="0"/>
              <a:t>✔ Reduce regularization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Reducing High Variance</a:t>
            </a:r>
          </a:p>
          <a:p>
            <a:r>
              <a:rPr lang="en-IN" dirty="0"/>
              <a:t>✔ More training data</a:t>
            </a:r>
            <a:br>
              <a:rPr lang="en-IN" dirty="0"/>
            </a:br>
            <a:r>
              <a:rPr lang="en-IN" dirty="0"/>
              <a:t>✔ Regularization (L1/L2)</a:t>
            </a:r>
            <a:br>
              <a:rPr lang="en-IN" dirty="0"/>
            </a:br>
            <a:r>
              <a:rPr lang="en-IN" dirty="0"/>
              <a:t>✔ Dropout</a:t>
            </a:r>
            <a:br>
              <a:rPr lang="en-IN" dirty="0"/>
            </a:br>
            <a:r>
              <a:rPr lang="en-IN" dirty="0"/>
              <a:t>✔ Early stopping</a:t>
            </a:r>
            <a:br>
              <a:rPr lang="en-IN" dirty="0"/>
            </a:br>
            <a:r>
              <a:rPr lang="en-IN" dirty="0"/>
              <a:t>✔ Reduce model complexity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2930144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13575-FE30-C8EE-F8EA-5DD267148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5312C-ED03-AE05-BD01-D39FE917C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https://www.analyticsvidhya.com/blog/2020/08/bias-and-variance-tradeoff-machine-learning/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670488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9D9A2368AF1418CA9A4BDBEB848A7" ma:contentTypeVersion="0" ma:contentTypeDescription="Create a new document." ma:contentTypeScope="" ma:versionID="d32b06e4712d2d9ca7557dcbdafdc6ae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84c390a07b92f3072bc78982b6f0c3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F621789-6D19-4537-AD35-F16F7F1D21D0}"/>
</file>

<file path=customXml/itemProps2.xml><?xml version="1.0" encoding="utf-8"?>
<ds:datastoreItem xmlns:ds="http://schemas.openxmlformats.org/officeDocument/2006/customXml" ds:itemID="{C401D303-E17F-4C9C-A03C-20062EDA3740}"/>
</file>

<file path=customXml/itemProps3.xml><?xml version="1.0" encoding="utf-8"?>
<ds:datastoreItem xmlns:ds="http://schemas.openxmlformats.org/officeDocument/2006/customXml" ds:itemID="{E94D1C3C-F08A-4FB3-BC47-91D3BCCA96D4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7507</TotalTime>
  <Words>12069</Words>
  <Application>Microsoft Office PowerPoint</Application>
  <PresentationFormat>Widescreen</PresentationFormat>
  <Paragraphs>1430</Paragraphs>
  <Slides>236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236</vt:i4>
      </vt:variant>
    </vt:vector>
  </HeadingPairs>
  <TitlesOfParts>
    <vt:vector size="248" baseType="lpstr">
      <vt:lpstr>Arial</vt:lpstr>
      <vt:lpstr>Calibri</vt:lpstr>
      <vt:lpstr>Calibri Light</vt:lpstr>
      <vt:lpstr>Cambria Math</vt:lpstr>
      <vt:lpstr>IBM Plex Sans</vt:lpstr>
      <vt:lpstr>Lucida Sans Unicode</vt:lpstr>
      <vt:lpstr>medium-content-sans-serif-font</vt:lpstr>
      <vt:lpstr>Nunito</vt:lpstr>
      <vt:lpstr>source-serif-pro</vt:lpstr>
      <vt:lpstr>Times New Roman</vt:lpstr>
      <vt:lpstr>Wingdings</vt:lpstr>
      <vt:lpstr>Retrospect</vt:lpstr>
      <vt:lpstr>Deep Learning Module 1</vt:lpstr>
      <vt:lpstr>PowerPoint Presentation</vt:lpstr>
      <vt:lpstr>PowerPoint Presentation</vt:lpstr>
      <vt:lpstr>PowerPoint Presentation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 to Neural Networks</vt:lpstr>
      <vt:lpstr>History of Neural Network</vt:lpstr>
      <vt:lpstr>What is a Neural Network?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Layers in Neural Network Architecture</vt:lpstr>
      <vt:lpstr>Working of Neural Networks</vt:lpstr>
      <vt:lpstr>PowerPoint Presentation</vt:lpstr>
      <vt:lpstr>PowerPoint Presentation</vt:lpstr>
      <vt:lpstr>PowerPoint Presentation</vt:lpstr>
      <vt:lpstr>Single Layer Perceptron</vt:lpstr>
      <vt:lpstr>Multi-Layer Perceptron </vt:lpstr>
      <vt:lpstr>Working of Multi-Layer Perceptron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Artificial Neural Networks </vt:lpstr>
      <vt:lpstr>Common Activation Functions in ANNs</vt:lpstr>
      <vt:lpstr>Types of Artificial Neural Networks</vt:lpstr>
      <vt:lpstr>Types of Artificial Neural Networks</vt:lpstr>
      <vt:lpstr>Types of Artificial Neural Networks</vt:lpstr>
      <vt:lpstr>Types of Artificial Neural Networks</vt:lpstr>
      <vt:lpstr>Optimization Algorithms in ANN Training</vt:lpstr>
      <vt:lpstr>Activation Function</vt:lpstr>
      <vt:lpstr>Step function</vt:lpstr>
      <vt:lpstr>Linear Activation Function</vt:lpstr>
      <vt:lpstr>Linear Activation Function</vt:lpstr>
      <vt:lpstr>Non Linear- "S"-shaped Activation Functions</vt:lpstr>
      <vt:lpstr>The derivative of the sigmoid</vt:lpstr>
      <vt:lpstr>Example </vt:lpstr>
      <vt:lpstr>tanh function</vt:lpstr>
      <vt:lpstr>Derivative of Tanh</vt:lpstr>
      <vt:lpstr>Example</vt:lpstr>
      <vt:lpstr>Rectified Linear Unit Activation Functions</vt:lpstr>
      <vt:lpstr>Basic Rectified Linear Unit (ReLU)</vt:lpstr>
      <vt:lpstr>PowerPoint Presentation</vt:lpstr>
      <vt:lpstr>The derivative of ReLU</vt:lpstr>
      <vt:lpstr>Dying ReLU Problem</vt:lpstr>
      <vt:lpstr>Example</vt:lpstr>
      <vt:lpstr>Leaky ReLU</vt:lpstr>
      <vt:lpstr>PowerPoint Presentation</vt:lpstr>
      <vt:lpstr>Example</vt:lpstr>
      <vt:lpstr>EXPONENTIAL LINEAR UNITS (ELUS)</vt:lpstr>
      <vt:lpstr>softmax function</vt:lpstr>
      <vt:lpstr>Softmax </vt:lpstr>
      <vt:lpstr>Example:Calculating the Softmax</vt:lpstr>
      <vt:lpstr>Example: Calculating the Softmax</vt:lpstr>
      <vt:lpstr>PowerPoint Presentation</vt:lpstr>
      <vt:lpstr>Loss /Error Function</vt:lpstr>
      <vt:lpstr>Why Loss Function is Needed in Deep Learning</vt:lpstr>
      <vt:lpstr>Loss Function vs Activation Function </vt:lpstr>
      <vt:lpstr>PowerPoint Presentation</vt:lpstr>
      <vt:lpstr>Classification of Loss Functions</vt:lpstr>
      <vt:lpstr>Regression Loss Functions (Continuous Output)</vt:lpstr>
      <vt:lpstr>PowerPoint Presentation</vt:lpstr>
      <vt:lpstr>PowerPoint Presentation</vt:lpstr>
      <vt:lpstr>Classification Loss Functions</vt:lpstr>
      <vt:lpstr>PowerPoint Presentation</vt:lpstr>
      <vt:lpstr>PowerPoint Presentation</vt:lpstr>
      <vt:lpstr>Margin-Based Loss Functions</vt:lpstr>
      <vt:lpstr>Probabilistic &amp; Information-Theoretic Losses</vt:lpstr>
      <vt:lpstr>PowerPoint Presentation</vt:lpstr>
      <vt:lpstr>Loss Function and Backpropagation</vt:lpstr>
      <vt:lpstr>PowerPoint Presentation</vt:lpstr>
      <vt:lpstr>Choosing the Right Loss Function</vt:lpstr>
      <vt:lpstr>PowerPoint Presentation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PowerPoint Presentation</vt:lpstr>
      <vt:lpstr>Back Propagation</vt:lpstr>
      <vt:lpstr>Back propagation by Hand</vt:lpstr>
      <vt:lpstr>A forward pass with this network</vt:lpstr>
      <vt:lpstr>loss function</vt:lpstr>
      <vt:lpstr>PowerPoint Presentation</vt:lpstr>
      <vt:lpstr>similarly</vt:lpstr>
      <vt:lpstr>The expressions for b1 , w1 , and w3 </vt:lpstr>
      <vt:lpstr>A similar calculation for Bias</vt:lpstr>
      <vt:lpstr>Back propagation with regularizer</vt:lpstr>
      <vt:lpstr>PowerPoint Presentation</vt:lpstr>
      <vt:lpstr>PowerPoint Presentation</vt:lpstr>
      <vt:lpstr>Regularization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 Propagation</vt:lpstr>
      <vt:lpstr>PowerPoint Presentation</vt:lpstr>
      <vt:lpstr>PowerPoint Presentation</vt:lpstr>
      <vt:lpstr>PowerPoint Presentation</vt:lpstr>
      <vt:lpstr>PowerPoint Presentation</vt:lpstr>
      <vt:lpstr>Shallow and Deep Neural Network</vt:lpstr>
      <vt:lpstr>PowerPoint Presentation</vt:lpstr>
      <vt:lpstr>PowerPoint Presentation</vt:lpstr>
      <vt:lpstr>Typical use cases</vt:lpstr>
      <vt:lpstr>Training considerations</vt:lpstr>
      <vt:lpstr>Optimization</vt:lpstr>
      <vt:lpstr>PowerPoint Presentation</vt:lpstr>
      <vt:lpstr>The goal of Optimization in Deep learning</vt:lpstr>
      <vt:lpstr>Generalization Error</vt:lpstr>
      <vt:lpstr>PowerPoint Presentation</vt:lpstr>
      <vt:lpstr>PowerPoint Presentation</vt:lpstr>
      <vt:lpstr>Optimization Challenges in Deep Learning</vt:lpstr>
      <vt:lpstr>1. Local minima</vt:lpstr>
      <vt:lpstr>PowerPoint Presentation</vt:lpstr>
      <vt:lpstr>2. Saddle Points</vt:lpstr>
      <vt:lpstr>PowerPoint Presentation</vt:lpstr>
      <vt:lpstr>PowerPoint Presentation</vt:lpstr>
      <vt:lpstr>PowerPoint Presentation</vt:lpstr>
      <vt:lpstr>3. Vanishing Gradients</vt:lpstr>
      <vt:lpstr>PowerPoint Presentation</vt:lpstr>
      <vt:lpstr>PowerPoint Presentation</vt:lpstr>
      <vt:lpstr>Convexity</vt:lpstr>
      <vt:lpstr>PowerPoint Presentation</vt:lpstr>
      <vt:lpstr>PowerPoint Presentation</vt:lpstr>
      <vt:lpstr> 1. Gradient Descent</vt:lpstr>
      <vt:lpstr>PowerPoint Presentation</vt:lpstr>
      <vt:lpstr>PowerPoint Presentation</vt:lpstr>
      <vt:lpstr>PowerPoint Presentation</vt:lpstr>
      <vt:lpstr>Setting the Learning Rate</vt:lpstr>
      <vt:lpstr>PowerPoint Presentation</vt:lpstr>
      <vt:lpstr>Challenges</vt:lpstr>
      <vt:lpstr>Example-1</vt:lpstr>
      <vt:lpstr>PowerPoint Presentation</vt:lpstr>
      <vt:lpstr>PowerPoint Presentation</vt:lpstr>
      <vt:lpstr>Example 2</vt:lpstr>
      <vt:lpstr>2. Stochastic Gradient Descent (SGD)</vt:lpstr>
      <vt:lpstr>PowerPoint Presentation</vt:lpstr>
      <vt:lpstr> How it works:</vt:lpstr>
      <vt:lpstr>PowerPoint Presentation</vt:lpstr>
      <vt:lpstr>3.Mini Batch — Stochastic Gradient Descent</vt:lpstr>
      <vt:lpstr>PowerPoint Presentation</vt:lpstr>
      <vt:lpstr>Comparison</vt:lpstr>
      <vt:lpstr>SGD with Gradient Clipping</vt:lpstr>
      <vt:lpstr>PowerPoint Presentation</vt:lpstr>
      <vt:lpstr>PowerPoint Presentation</vt:lpstr>
      <vt:lpstr>Momentum</vt:lpstr>
      <vt:lpstr>PowerPoint Presentation</vt:lpstr>
      <vt:lpstr>PowerPoint Presentation</vt:lpstr>
      <vt:lpstr>PowerPoint Presentation</vt:lpstr>
      <vt:lpstr>SGD with and without Momentum</vt:lpstr>
      <vt:lpstr>PowerPoint Presentation</vt:lpstr>
      <vt:lpstr>SGD With Momentum</vt:lpstr>
      <vt:lpstr>Example SGD without Momentum</vt:lpstr>
      <vt:lpstr>PowerPoint Presentation</vt:lpstr>
      <vt:lpstr>PowerPoint Presentation</vt:lpstr>
      <vt:lpstr>SGD with Momentum</vt:lpstr>
      <vt:lpstr>PowerPoint Presentation</vt:lpstr>
      <vt:lpstr>Nesterov Momentum (Nesterov Accelerated Gradient – NAG)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AdaGrad (Adaptive Gradient Algorithm)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RMSprop (Root Mean Square Propagation)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Adam (Adaptive Moment Estimation)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Adam vs RMSProp</vt:lpstr>
      <vt:lpstr>PowerPoint Presentation</vt:lpstr>
      <vt:lpstr>PowerPoint Presentation</vt:lpstr>
      <vt:lpstr>HyperParameter</vt:lpstr>
      <vt:lpstr>Bias-Variance tradeoff</vt:lpstr>
      <vt:lpstr>What is Bias?</vt:lpstr>
      <vt:lpstr>PowerPoint Presentation</vt:lpstr>
      <vt:lpstr>What is Variance?</vt:lpstr>
      <vt:lpstr>PowerPoint Presentation</vt:lpstr>
      <vt:lpstr>Bias Variance Tradeoff</vt:lpstr>
      <vt:lpstr>PowerPoint Presentation</vt:lpstr>
      <vt:lpstr>PowerPoint Presentation</vt:lpstr>
      <vt:lpstr>PowerPoint Presentation</vt:lpstr>
      <vt:lpstr>Controlling Bias and Variance</vt:lpstr>
      <vt:lpstr>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Rajarajeshwari S</dc:creator>
  <cp:lastModifiedBy>Rajarajeshwari S</cp:lastModifiedBy>
  <cp:revision>2</cp:revision>
  <dcterms:created xsi:type="dcterms:W3CDTF">2025-07-15T13:21:18Z</dcterms:created>
  <dcterms:modified xsi:type="dcterms:W3CDTF">2026-01-09T09:20:28Z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0x01010079F9D9A2368AF1418CA9A4BDBEB848A7</vt:lpwstr>
  </property>
</Properties>
</file>